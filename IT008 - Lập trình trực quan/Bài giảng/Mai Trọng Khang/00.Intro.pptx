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2" r:id="rId1"/>
  </p:sldMasterIdLst>
  <p:notesMasterIdLst>
    <p:notesMasterId r:id="rId12"/>
  </p:notesMasterIdLst>
  <p:sldIdLst>
    <p:sldId id="256" r:id="rId2"/>
    <p:sldId id="258" r:id="rId3"/>
    <p:sldId id="260" r:id="rId4"/>
    <p:sldId id="261" r:id="rId5"/>
    <p:sldId id="262" r:id="rId6"/>
    <p:sldId id="264" r:id="rId7"/>
    <p:sldId id="263" r:id="rId8"/>
    <p:sldId id="265" r:id="rId9"/>
    <p:sldId id="26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9" autoAdjust="0"/>
    <p:restoredTop sz="81565" autoAdjust="0"/>
  </p:normalViewPr>
  <p:slideViewPr>
    <p:cSldViewPr snapToGrid="0">
      <p:cViewPr varScale="1">
        <p:scale>
          <a:sx n="103" d="100"/>
          <a:sy n="103" d="100"/>
        </p:scale>
        <p:origin x="1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B61BE-4547-47D6-A0F9-9F7CB8EB552F}" type="datetimeFigureOut">
              <a:rPr lang="en-US" smtClean="0"/>
              <a:t>9/7/25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56815-52E5-4B8D-9A30-E9CA2040E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56815-52E5-4B8D-9A30-E9CA2040E4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04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baseline="0" dirty="0"/>
              <a:t> </a:t>
            </a:r>
            <a:r>
              <a:rPr lang="en-US" baseline="0" dirty="0" err="1"/>
              <a:t>dụng</a:t>
            </a:r>
            <a:r>
              <a:rPr lang="en-US" baseline="0" dirty="0"/>
              <a:t> </a:t>
            </a:r>
            <a:r>
              <a:rPr lang="en-US" baseline="0" dirty="0" err="1"/>
              <a:t>Inno</a:t>
            </a:r>
            <a:r>
              <a:rPr lang="en-US" baseline="0" dirty="0"/>
              <a:t> Script Studio or NSIS </a:t>
            </a:r>
            <a:r>
              <a:rPr lang="en-US" baseline="0" dirty="0" err="1"/>
              <a:t>để</a:t>
            </a:r>
            <a:r>
              <a:rPr lang="en-US" baseline="0" dirty="0"/>
              <a:t> </a:t>
            </a:r>
            <a:r>
              <a:rPr lang="en-US" baseline="0" dirty="0" err="1"/>
              <a:t>tạo</a:t>
            </a:r>
            <a:r>
              <a:rPr lang="en-US" baseline="0" dirty="0"/>
              <a:t> file setup </a:t>
            </a:r>
            <a:r>
              <a:rPr lang="en-US" baseline="0" dirty="0" err="1"/>
              <a:t>nộp</a:t>
            </a:r>
            <a:r>
              <a:rPr lang="en-US" baseline="0" dirty="0"/>
              <a:t> </a:t>
            </a:r>
            <a:r>
              <a:rPr lang="en-US" baseline="0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cuối</a:t>
            </a:r>
            <a:r>
              <a:rPr lang="en-US" baseline="0" dirty="0"/>
              <a:t> </a:t>
            </a:r>
            <a:r>
              <a:rPr lang="en-US" baseline="0" dirty="0" err="1"/>
              <a:t>kỳ</a:t>
            </a:r>
            <a:endParaRPr lang="en-US" baseline="0" dirty="0"/>
          </a:p>
          <a:p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SV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56815-52E5-4B8D-9A30-E9CA2040E4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70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baseline="0" dirty="0"/>
              <a:t> </a:t>
            </a:r>
            <a:r>
              <a:rPr lang="en-US" baseline="0" dirty="0" err="1"/>
              <a:t>dụng</a:t>
            </a:r>
            <a:r>
              <a:rPr lang="en-US" baseline="0" dirty="0"/>
              <a:t> </a:t>
            </a:r>
            <a:r>
              <a:rPr lang="en-US" baseline="0" dirty="0" err="1"/>
              <a:t>Inno</a:t>
            </a:r>
            <a:r>
              <a:rPr lang="en-US" baseline="0" dirty="0"/>
              <a:t> </a:t>
            </a:r>
            <a:r>
              <a:rPr lang="en-US" baseline="0"/>
              <a:t>Script Studio or </a:t>
            </a:r>
            <a:r>
              <a:rPr lang="en-US" baseline="0" dirty="0"/>
              <a:t>NSIS </a:t>
            </a:r>
            <a:r>
              <a:rPr lang="en-US" baseline="0" dirty="0" err="1"/>
              <a:t>để</a:t>
            </a:r>
            <a:r>
              <a:rPr lang="en-US" baseline="0" dirty="0"/>
              <a:t> </a:t>
            </a:r>
            <a:r>
              <a:rPr lang="en-US" baseline="0" dirty="0" err="1"/>
              <a:t>tạo</a:t>
            </a:r>
            <a:r>
              <a:rPr lang="en-US" baseline="0" dirty="0"/>
              <a:t> file setup </a:t>
            </a:r>
            <a:r>
              <a:rPr lang="en-US" baseline="0" dirty="0" err="1"/>
              <a:t>nộp</a:t>
            </a:r>
            <a:r>
              <a:rPr lang="en-US" baseline="0" dirty="0"/>
              <a:t> </a:t>
            </a:r>
            <a:r>
              <a:rPr lang="en-US" baseline="0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cuối</a:t>
            </a:r>
            <a:r>
              <a:rPr lang="en-US" baseline="0" dirty="0"/>
              <a:t> </a:t>
            </a:r>
            <a:r>
              <a:rPr lang="en-US" baseline="0" dirty="0" err="1"/>
              <a:t>kỳ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56815-52E5-4B8D-9A30-E9CA2040E4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62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baseline="0" dirty="0"/>
              <a:t> </a:t>
            </a:r>
            <a:r>
              <a:rPr lang="en-US" baseline="0" dirty="0" err="1"/>
              <a:t>dụng</a:t>
            </a:r>
            <a:r>
              <a:rPr lang="en-US" baseline="0" dirty="0"/>
              <a:t> </a:t>
            </a:r>
            <a:r>
              <a:rPr lang="en-US" baseline="0" dirty="0" err="1"/>
              <a:t>Inno</a:t>
            </a:r>
            <a:r>
              <a:rPr lang="en-US" baseline="0" dirty="0"/>
              <a:t> Script Studio or NSIS </a:t>
            </a:r>
            <a:r>
              <a:rPr lang="en-US" baseline="0" dirty="0" err="1"/>
              <a:t>để</a:t>
            </a:r>
            <a:r>
              <a:rPr lang="en-US" baseline="0" dirty="0"/>
              <a:t> </a:t>
            </a:r>
            <a:r>
              <a:rPr lang="en-US" baseline="0" dirty="0" err="1"/>
              <a:t>tạo</a:t>
            </a:r>
            <a:r>
              <a:rPr lang="en-US" baseline="0" dirty="0"/>
              <a:t> file setup </a:t>
            </a:r>
            <a:r>
              <a:rPr lang="en-US" baseline="0" dirty="0" err="1"/>
              <a:t>nộp</a:t>
            </a:r>
            <a:r>
              <a:rPr lang="en-US" baseline="0" dirty="0"/>
              <a:t> </a:t>
            </a:r>
            <a:r>
              <a:rPr lang="en-US" baseline="0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cuối</a:t>
            </a:r>
            <a:r>
              <a:rPr lang="en-US" baseline="0" dirty="0"/>
              <a:t> </a:t>
            </a:r>
            <a:r>
              <a:rPr lang="en-US" baseline="0" dirty="0" err="1"/>
              <a:t>kỳ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56815-52E5-4B8D-9A30-E9CA2040E4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84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baseline="0" dirty="0"/>
              <a:t> </a:t>
            </a:r>
            <a:r>
              <a:rPr lang="en-US" baseline="0" dirty="0" err="1"/>
              <a:t>dụng</a:t>
            </a:r>
            <a:r>
              <a:rPr lang="en-US" baseline="0" dirty="0"/>
              <a:t> </a:t>
            </a:r>
            <a:r>
              <a:rPr lang="en-US" baseline="0" dirty="0" err="1"/>
              <a:t>Inno</a:t>
            </a:r>
            <a:r>
              <a:rPr lang="en-US" baseline="0" dirty="0"/>
              <a:t> Script Studio or NSIS </a:t>
            </a:r>
            <a:r>
              <a:rPr lang="en-US" baseline="0" dirty="0" err="1"/>
              <a:t>để</a:t>
            </a:r>
            <a:r>
              <a:rPr lang="en-US" baseline="0" dirty="0"/>
              <a:t> </a:t>
            </a:r>
            <a:r>
              <a:rPr lang="en-US" baseline="0" dirty="0" err="1"/>
              <a:t>tạo</a:t>
            </a:r>
            <a:r>
              <a:rPr lang="en-US" baseline="0" dirty="0"/>
              <a:t> file setup </a:t>
            </a:r>
            <a:r>
              <a:rPr lang="en-US" baseline="0" dirty="0" err="1"/>
              <a:t>nộp</a:t>
            </a:r>
            <a:r>
              <a:rPr lang="en-US" baseline="0" dirty="0"/>
              <a:t> </a:t>
            </a:r>
            <a:r>
              <a:rPr lang="en-US" baseline="0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cuối</a:t>
            </a:r>
            <a:r>
              <a:rPr lang="en-US" baseline="0" dirty="0"/>
              <a:t> </a:t>
            </a:r>
            <a:r>
              <a:rPr lang="en-US" baseline="0" dirty="0" err="1"/>
              <a:t>kỳ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TeamViewer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56815-52E5-4B8D-9A30-E9CA2040E4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85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baseline="0" dirty="0"/>
              <a:t> </a:t>
            </a:r>
            <a:r>
              <a:rPr lang="en-US" baseline="0" dirty="0" err="1"/>
              <a:t>dụng</a:t>
            </a:r>
            <a:r>
              <a:rPr lang="en-US" baseline="0" dirty="0"/>
              <a:t> </a:t>
            </a:r>
            <a:r>
              <a:rPr lang="en-US" baseline="0" dirty="0" err="1"/>
              <a:t>Inno</a:t>
            </a:r>
            <a:r>
              <a:rPr lang="en-US" baseline="0" dirty="0"/>
              <a:t> Script Studio or NSIS </a:t>
            </a:r>
            <a:r>
              <a:rPr lang="en-US" baseline="0" dirty="0" err="1"/>
              <a:t>để</a:t>
            </a:r>
            <a:r>
              <a:rPr lang="en-US" baseline="0" dirty="0"/>
              <a:t> </a:t>
            </a:r>
            <a:r>
              <a:rPr lang="en-US" baseline="0" dirty="0" err="1"/>
              <a:t>tạo</a:t>
            </a:r>
            <a:r>
              <a:rPr lang="en-US" baseline="0" dirty="0"/>
              <a:t> file setup </a:t>
            </a:r>
            <a:r>
              <a:rPr lang="en-US" baseline="0" dirty="0" err="1"/>
              <a:t>nộp</a:t>
            </a:r>
            <a:r>
              <a:rPr lang="en-US" baseline="0" dirty="0"/>
              <a:t> </a:t>
            </a:r>
            <a:r>
              <a:rPr lang="en-US" baseline="0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cuối</a:t>
            </a:r>
            <a:r>
              <a:rPr lang="en-US" baseline="0" dirty="0"/>
              <a:t> </a:t>
            </a:r>
            <a:r>
              <a:rPr lang="en-US" baseline="0" dirty="0" err="1"/>
              <a:t>kỳ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/>
              <a:t>TeamViewer</a:t>
            </a:r>
          </a:p>
          <a:p>
            <a:endParaRPr lang="en-US" baseline="0" dirty="0"/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store*</a:t>
            </a:r>
          </a:p>
          <a:p>
            <a:endParaRPr lang="en-US" baseline="0" dirty="0"/>
          </a:p>
          <a:p>
            <a:pPr marL="171450" indent="-171450">
              <a:buFont typeface="Arial" charset="0"/>
              <a:buChar char="•"/>
            </a:pPr>
            <a:r>
              <a:rPr lang="en-US" baseline="0" dirty="0" err="1"/>
              <a:t>Là</a:t>
            </a:r>
            <a:r>
              <a:rPr lang="en-US" baseline="0" dirty="0"/>
              <a:t> k </a:t>
            </a:r>
            <a:r>
              <a:rPr lang="en-US" baseline="0" dirty="0" err="1"/>
              <a:t>bắt</a:t>
            </a:r>
            <a:r>
              <a:rPr lang="en-US" baseline="0" dirty="0"/>
              <a:t> </a:t>
            </a:r>
            <a:r>
              <a:rPr lang="en-US" baseline="0" dirty="0" err="1"/>
              <a:t>buộc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56815-52E5-4B8D-9A30-E9CA2040E4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5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3284890-85D2-4D7B-8EF5-15A9C1DB8F42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483508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54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822A4-8DA6-4447-9B1F-C5DB58435268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127633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95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470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483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24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16AA21-1863-4931-97CB-99D0A168701B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62413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772C379-9A7C-4C87-A116-CBE9F58B04C5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391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975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350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63270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urses.uit.edu.v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IT008</a:t>
            </a:r>
          </a:p>
        </p:txBody>
      </p:sp>
    </p:spTree>
    <p:extLst>
      <p:ext uri="{BB962C8B-B14F-4D97-AF65-F5344CB8AC3E}">
        <p14:creationId xmlns:p14="http://schemas.microsoft.com/office/powerpoint/2010/main" val="188889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https://courses.uit.edu.vn/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GV: Mai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khangmt@uit.edu.vn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269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3412" y="1576069"/>
            <a:ext cx="9601200" cy="528193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10 %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10 % Seminar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kì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 TH: Theo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50%: Đồ án môn học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20 % Báo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kì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30 %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kì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copy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732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05565"/>
            <a:ext cx="8915400" cy="4769477"/>
          </a:xfrm>
        </p:spPr>
        <p:txBody>
          <a:bodyPr>
            <a:no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3-4 SV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 code: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MSSV_BTX.rar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MSSV1_MSSV2_MSSV3_BTLTX.rar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trưởng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273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05565"/>
            <a:ext cx="8915400" cy="4769477"/>
          </a:xfrm>
        </p:spPr>
        <p:txBody>
          <a:bodyPr>
            <a:no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Notepad++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Java/C++/C#, HTML </a:t>
            </a:r>
            <a:r>
              <a:rPr lang="mr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hĩnh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CTDL: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stack, queue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CTDL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43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05565"/>
            <a:ext cx="8915400" cy="4769477"/>
          </a:xfrm>
        </p:spPr>
        <p:txBody>
          <a:bodyPr>
            <a:noAutofit/>
          </a:bodyPr>
          <a:lstStyle/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chương trình mô phỏng các loại chuyển động</a:t>
            </a:r>
          </a:p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chương trình mô phỏng mạch điện</a:t>
            </a:r>
          </a:p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chương trình hỗ trợ học hình học như Carbi </a:t>
            </a:r>
          </a:p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chương trình hỗ trợ hình học 3D</a:t>
            </a:r>
          </a:p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chương trình từ điển Anh – Việt có hình ảnh, âm thanh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337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05565"/>
            <a:ext cx="8915400" cy="4769477"/>
          </a:xfrm>
        </p:spPr>
        <p:txBody>
          <a:bodyPr>
            <a:no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Commander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 Chat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Mail Client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XNA, Multipoint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nén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AI, Graphics, Multimedia Processing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Aforge.Net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Accord.Net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GV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9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0255" y="1605565"/>
            <a:ext cx="9814357" cy="4769477"/>
          </a:xfrm>
        </p:spPr>
        <p:txBody>
          <a:bodyPr>
            <a:no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Setup.exe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Inno Script Studio or NSIS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setup,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Update)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in) + Slide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trưởng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39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C18D-F0F6-7D2B-D6FC-BE9E34D4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kì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38DF4-2379-C034-A8C6-5265CE6AE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GV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49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5393-1A6B-00BF-62BC-E843F63835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2600701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902</TotalTime>
  <Words>625</Words>
  <Application>Microsoft Macintosh PowerPoint</Application>
  <PresentationFormat>Widescreen</PresentationFormat>
  <Paragraphs>75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Franklin Gothic Book</vt:lpstr>
      <vt:lpstr>Times New Roman</vt:lpstr>
      <vt:lpstr>Crop</vt:lpstr>
      <vt:lpstr>Lập trình Trực Quan</vt:lpstr>
      <vt:lpstr>Thông tin chung</vt:lpstr>
      <vt:lpstr>Đánh giá môn học </vt:lpstr>
      <vt:lpstr>Quy định làm việc nhóm </vt:lpstr>
      <vt:lpstr>Danh sách đề tài </vt:lpstr>
      <vt:lpstr>Danh sách đề tài </vt:lpstr>
      <vt:lpstr>Danh sách đề tài </vt:lpstr>
      <vt:lpstr>Quy định nộp đồ án</vt:lpstr>
      <vt:lpstr>Quá trình vấn đáp cuối kì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trên thiết bị di động</dc:title>
  <dc:creator>Thăng Cáp Phạm Đình</dc:creator>
  <cp:lastModifiedBy>MAI, Trong Khang</cp:lastModifiedBy>
  <cp:revision>111</cp:revision>
  <dcterms:created xsi:type="dcterms:W3CDTF">2013-02-24T16:50:34Z</dcterms:created>
  <dcterms:modified xsi:type="dcterms:W3CDTF">2025-09-07T14:42:20Z</dcterms:modified>
</cp:coreProperties>
</file>