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45"/>
  </p:notesMasterIdLst>
  <p:sldIdLst>
    <p:sldId id="366" r:id="rId2"/>
    <p:sldId id="304" r:id="rId3"/>
    <p:sldId id="321" r:id="rId4"/>
    <p:sldId id="322" r:id="rId5"/>
    <p:sldId id="306" r:id="rId6"/>
    <p:sldId id="307" r:id="rId7"/>
    <p:sldId id="308" r:id="rId8"/>
    <p:sldId id="309" r:id="rId9"/>
    <p:sldId id="367" r:id="rId10"/>
    <p:sldId id="369" r:id="rId11"/>
    <p:sldId id="376" r:id="rId12"/>
    <p:sldId id="370" r:id="rId13"/>
    <p:sldId id="372" r:id="rId14"/>
    <p:sldId id="314" r:id="rId15"/>
    <p:sldId id="394" r:id="rId16"/>
    <p:sldId id="317" r:id="rId17"/>
    <p:sldId id="319" r:id="rId18"/>
    <p:sldId id="320" r:id="rId19"/>
    <p:sldId id="325" r:id="rId20"/>
    <p:sldId id="326" r:id="rId21"/>
    <p:sldId id="328" r:id="rId22"/>
    <p:sldId id="327" r:id="rId23"/>
    <p:sldId id="341" r:id="rId24"/>
    <p:sldId id="330" r:id="rId25"/>
    <p:sldId id="331" r:id="rId26"/>
    <p:sldId id="332" r:id="rId27"/>
    <p:sldId id="333" r:id="rId28"/>
    <p:sldId id="334" r:id="rId29"/>
    <p:sldId id="335" r:id="rId30"/>
    <p:sldId id="389" r:id="rId31"/>
    <p:sldId id="338" r:id="rId32"/>
    <p:sldId id="343" r:id="rId33"/>
    <p:sldId id="392" r:id="rId34"/>
    <p:sldId id="340" r:id="rId35"/>
    <p:sldId id="342" r:id="rId36"/>
    <p:sldId id="375" r:id="rId37"/>
    <p:sldId id="383" r:id="rId38"/>
    <p:sldId id="393" r:id="rId39"/>
    <p:sldId id="387" r:id="rId40"/>
    <p:sldId id="384" r:id="rId41"/>
    <p:sldId id="339" r:id="rId42"/>
    <p:sldId id="380" r:id="rId43"/>
    <p:sldId id="377" r:id="rId44"/>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316" autoAdjust="0"/>
    <p:restoredTop sz="94660"/>
  </p:normalViewPr>
  <p:slideViewPr>
    <p:cSldViewPr>
      <p:cViewPr varScale="1">
        <p:scale>
          <a:sx n="62" d="100"/>
          <a:sy n="62" d="100"/>
        </p:scale>
        <p:origin x="1564"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3170357" cy="479539"/>
          </a:xfrm>
          <a:prstGeom prst="rect">
            <a:avLst/>
          </a:prstGeom>
          <a:noFill/>
          <a:ln w="9525">
            <a:noFill/>
            <a:miter lim="800000"/>
            <a:headEnd/>
            <a:tailEnd/>
          </a:ln>
          <a:effectLst/>
        </p:spPr>
        <p:txBody>
          <a:bodyPr vert="horz" wrap="square" lIns="99066" tIns="49533" rIns="99066" bIns="49533" numCol="1" anchor="t" anchorCtr="0" compatLnSpc="1">
            <a:prstTxWarp prst="textNoShape">
              <a:avLst/>
            </a:prstTxWarp>
          </a:bodyPr>
          <a:lstStyle>
            <a:lvl1pPr eaLnBrk="1" hangingPunct="1">
              <a:defRPr sz="1300">
                <a:latin typeface="Arial" charset="0"/>
              </a:defRPr>
            </a:lvl1pPr>
          </a:lstStyle>
          <a:p>
            <a:pPr>
              <a:defRPr/>
            </a:pPr>
            <a:endParaRPr lang="en-US"/>
          </a:p>
        </p:txBody>
      </p:sp>
      <p:sp>
        <p:nvSpPr>
          <p:cNvPr id="16387" name="Rectangle 3"/>
          <p:cNvSpPr>
            <a:spLocks noGrp="1" noChangeArrowheads="1"/>
          </p:cNvSpPr>
          <p:nvPr>
            <p:ph type="dt" idx="1"/>
          </p:nvPr>
        </p:nvSpPr>
        <p:spPr bwMode="auto">
          <a:xfrm>
            <a:off x="4143209" y="0"/>
            <a:ext cx="3170357" cy="479539"/>
          </a:xfrm>
          <a:prstGeom prst="rect">
            <a:avLst/>
          </a:prstGeom>
          <a:noFill/>
          <a:ln w="9525">
            <a:noFill/>
            <a:miter lim="800000"/>
            <a:headEnd/>
            <a:tailEnd/>
          </a:ln>
          <a:effectLst/>
        </p:spPr>
        <p:txBody>
          <a:bodyPr vert="horz" wrap="square" lIns="99066" tIns="49533" rIns="99066" bIns="49533" numCol="1" anchor="t" anchorCtr="0" compatLnSpc="1">
            <a:prstTxWarp prst="textNoShape">
              <a:avLst/>
            </a:prstTxWarp>
          </a:bodyPr>
          <a:lstStyle>
            <a:lvl1pPr algn="r" eaLnBrk="1" hangingPunct="1">
              <a:defRPr sz="13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8888" y="720725"/>
            <a:ext cx="4797425"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p:cNvSpPr>
            <a:spLocks noGrp="1" noChangeArrowheads="1"/>
          </p:cNvSpPr>
          <p:nvPr>
            <p:ph type="body" sz="quarter" idx="3"/>
          </p:nvPr>
        </p:nvSpPr>
        <p:spPr bwMode="auto">
          <a:xfrm>
            <a:off x="730867" y="4560086"/>
            <a:ext cx="5853468" cy="4320317"/>
          </a:xfrm>
          <a:prstGeom prst="rect">
            <a:avLst/>
          </a:prstGeom>
          <a:noFill/>
          <a:ln w="9525">
            <a:noFill/>
            <a:miter lim="800000"/>
            <a:headEnd/>
            <a:tailEnd/>
          </a:ln>
          <a:effectLst/>
        </p:spPr>
        <p:txBody>
          <a:bodyPr vert="horz" wrap="square" lIns="99066" tIns="49533" rIns="99066" bIns="4953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p:cNvSpPr>
            <a:spLocks noGrp="1" noChangeArrowheads="1"/>
          </p:cNvSpPr>
          <p:nvPr>
            <p:ph type="ftr" sz="quarter" idx="4"/>
          </p:nvPr>
        </p:nvSpPr>
        <p:spPr bwMode="auto">
          <a:xfrm>
            <a:off x="0" y="9120172"/>
            <a:ext cx="3170357" cy="479539"/>
          </a:xfrm>
          <a:prstGeom prst="rect">
            <a:avLst/>
          </a:prstGeom>
          <a:noFill/>
          <a:ln w="9525">
            <a:noFill/>
            <a:miter lim="800000"/>
            <a:headEnd/>
            <a:tailEnd/>
          </a:ln>
          <a:effectLst/>
        </p:spPr>
        <p:txBody>
          <a:bodyPr vert="horz" wrap="square" lIns="99066" tIns="49533" rIns="99066" bIns="49533" numCol="1" anchor="b" anchorCtr="0" compatLnSpc="1">
            <a:prstTxWarp prst="textNoShape">
              <a:avLst/>
            </a:prstTxWarp>
          </a:bodyPr>
          <a:lstStyle>
            <a:lvl1pPr eaLnBrk="1" hangingPunct="1">
              <a:defRPr sz="1300">
                <a:latin typeface="Arial" charset="0"/>
              </a:defRPr>
            </a:lvl1pPr>
          </a:lstStyle>
          <a:p>
            <a:pPr>
              <a:defRPr/>
            </a:pPr>
            <a:endParaRPr lang="en-US"/>
          </a:p>
        </p:txBody>
      </p:sp>
      <p:sp>
        <p:nvSpPr>
          <p:cNvPr id="16391" name="Rectangle 7"/>
          <p:cNvSpPr>
            <a:spLocks noGrp="1" noChangeArrowheads="1"/>
          </p:cNvSpPr>
          <p:nvPr>
            <p:ph type="sldNum" sz="quarter" idx="5"/>
          </p:nvPr>
        </p:nvSpPr>
        <p:spPr bwMode="auto">
          <a:xfrm>
            <a:off x="4143209" y="9120172"/>
            <a:ext cx="3170357" cy="479539"/>
          </a:xfrm>
          <a:prstGeom prst="rect">
            <a:avLst/>
          </a:prstGeom>
          <a:noFill/>
          <a:ln w="9525">
            <a:noFill/>
            <a:miter lim="800000"/>
            <a:headEnd/>
            <a:tailEnd/>
          </a:ln>
          <a:effectLst/>
        </p:spPr>
        <p:txBody>
          <a:bodyPr vert="horz" wrap="square" lIns="99066" tIns="49533" rIns="99066" bIns="49533" numCol="1" anchor="b" anchorCtr="0" compatLnSpc="1">
            <a:prstTxWarp prst="textNoShape">
              <a:avLst/>
            </a:prstTxWarp>
          </a:bodyPr>
          <a:lstStyle>
            <a:lvl1pPr algn="r" eaLnBrk="1" hangingPunct="1">
              <a:defRPr sz="1300"/>
            </a:lvl1pPr>
          </a:lstStyle>
          <a:p>
            <a:pPr>
              <a:defRPr/>
            </a:pPr>
            <a:fld id="{E516B024-23F7-4B48-A929-3D4FA94EB26A}" type="slidenum">
              <a:rPr lang="en-US" altLang="vi-VN"/>
              <a:pPr>
                <a:defRPr/>
              </a:pPr>
              <a:t>‹#›</a:t>
            </a:fld>
            <a:endParaRPr lang="en-US" altLang="vi-VN"/>
          </a:p>
        </p:txBody>
      </p:sp>
    </p:spTree>
    <p:extLst>
      <p:ext uri="{BB962C8B-B14F-4D97-AF65-F5344CB8AC3E}">
        <p14:creationId xmlns:p14="http://schemas.microsoft.com/office/powerpoint/2010/main" val="12822979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ỗ dành sẵn cho Hình ảnh của Bản chiếu 1"/>
          <p:cNvSpPr>
            <a:spLocks noGrp="1" noRot="1" noChangeAspect="1"/>
          </p:cNvSpPr>
          <p:nvPr>
            <p:ph type="sldImg"/>
          </p:nvPr>
        </p:nvSpPr>
        <p:spPr/>
      </p:sp>
      <p:sp>
        <p:nvSpPr>
          <p:cNvPr id="3" name="Chỗ dành sẵn cho Ghi chú 2"/>
          <p:cNvSpPr>
            <a:spLocks noGrp="1"/>
          </p:cNvSpPr>
          <p:nvPr>
            <p:ph type="body" idx="1"/>
          </p:nvPr>
        </p:nvSpPr>
        <p:spPr/>
        <p:txBody>
          <a:bodyPr/>
          <a:lstStyle/>
          <a:p>
            <a:endParaRPr lang="vi-VN" dirty="0"/>
          </a:p>
        </p:txBody>
      </p:sp>
      <p:sp>
        <p:nvSpPr>
          <p:cNvPr id="4" name="Chỗ dành sẵn cho Số hiệu Bản chiếu 3"/>
          <p:cNvSpPr>
            <a:spLocks noGrp="1"/>
          </p:cNvSpPr>
          <p:nvPr>
            <p:ph type="sldNum" sz="quarter" idx="10"/>
          </p:nvPr>
        </p:nvSpPr>
        <p:spPr/>
        <p:txBody>
          <a:bodyPr/>
          <a:lstStyle/>
          <a:p>
            <a:pPr>
              <a:defRPr/>
            </a:pPr>
            <a:fld id="{E516B024-23F7-4B48-A929-3D4FA94EB26A}" type="slidenum">
              <a:rPr lang="en-US" altLang="vi-VN" smtClean="0"/>
              <a:pPr>
                <a:defRPr/>
              </a:pPr>
              <a:t>7</a:t>
            </a:fld>
            <a:endParaRPr lang="en-US" altLang="vi-VN"/>
          </a:p>
        </p:txBody>
      </p:sp>
    </p:spTree>
    <p:extLst>
      <p:ext uri="{BB962C8B-B14F-4D97-AF65-F5344CB8AC3E}">
        <p14:creationId xmlns:p14="http://schemas.microsoft.com/office/powerpoint/2010/main" val="1353658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7" name="Oval 10"/>
            <p:cNvSpPr>
              <a:spLocks noChangeArrowheads="1"/>
            </p:cNvSpPr>
            <p:nvPr/>
          </p:nvSpPr>
          <p:spPr bwMode="auto">
            <a:xfrm>
              <a:off x="4883"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8" name="Oval 11"/>
            <p:cNvSpPr>
              <a:spLocks noChangeArrowheads="1"/>
            </p:cNvSpPr>
            <p:nvPr/>
          </p:nvSpPr>
          <p:spPr bwMode="auto">
            <a:xfrm>
              <a:off x="5062" y="1885"/>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9" name="Oval 12"/>
            <p:cNvSpPr>
              <a:spLocks noChangeArrowheads="1"/>
            </p:cNvSpPr>
            <p:nvPr/>
          </p:nvSpPr>
          <p:spPr bwMode="auto">
            <a:xfrm>
              <a:off x="4704"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 name="Oval 13"/>
            <p:cNvSpPr>
              <a:spLocks noChangeArrowheads="1"/>
            </p:cNvSpPr>
            <p:nvPr/>
          </p:nvSpPr>
          <p:spPr bwMode="auto">
            <a:xfrm>
              <a:off x="4883"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1" name="Oval 14"/>
            <p:cNvSpPr>
              <a:spLocks noChangeArrowheads="1"/>
            </p:cNvSpPr>
            <p:nvPr/>
          </p:nvSpPr>
          <p:spPr bwMode="auto">
            <a:xfrm>
              <a:off x="5062" y="2064"/>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2" name="Oval 15"/>
            <p:cNvSpPr>
              <a:spLocks noChangeArrowheads="1"/>
            </p:cNvSpPr>
            <p:nvPr/>
          </p:nvSpPr>
          <p:spPr bwMode="auto">
            <a:xfrm>
              <a:off x="5241" y="2064"/>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3" name="Oval 16"/>
            <p:cNvSpPr>
              <a:spLocks noChangeArrowheads="1"/>
            </p:cNvSpPr>
            <p:nvPr/>
          </p:nvSpPr>
          <p:spPr bwMode="auto">
            <a:xfrm>
              <a:off x="4704"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4" name="Oval 17"/>
            <p:cNvSpPr>
              <a:spLocks noChangeArrowheads="1"/>
            </p:cNvSpPr>
            <p:nvPr/>
          </p:nvSpPr>
          <p:spPr bwMode="auto">
            <a:xfrm>
              <a:off x="4883" y="2243"/>
              <a:ext cx="127" cy="12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5" name="Oval 18"/>
            <p:cNvSpPr>
              <a:spLocks noChangeArrowheads="1"/>
            </p:cNvSpPr>
            <p:nvPr/>
          </p:nvSpPr>
          <p:spPr bwMode="auto">
            <a:xfrm>
              <a:off x="5062"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6" name="Oval 19"/>
            <p:cNvSpPr>
              <a:spLocks noChangeArrowheads="1"/>
            </p:cNvSpPr>
            <p:nvPr/>
          </p:nvSpPr>
          <p:spPr bwMode="auto">
            <a:xfrm>
              <a:off x="5241" y="2243"/>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7" name="Oval 20"/>
            <p:cNvSpPr>
              <a:spLocks noChangeArrowheads="1"/>
            </p:cNvSpPr>
            <p:nvPr/>
          </p:nvSpPr>
          <p:spPr bwMode="auto">
            <a:xfrm>
              <a:off x="5420" y="2243"/>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8" name="Oval 21"/>
            <p:cNvSpPr>
              <a:spLocks noChangeArrowheads="1"/>
            </p:cNvSpPr>
            <p:nvPr/>
          </p:nvSpPr>
          <p:spPr bwMode="auto">
            <a:xfrm>
              <a:off x="4704" y="2421"/>
              <a:ext cx="127" cy="128"/>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9" name="Oval 22"/>
            <p:cNvSpPr>
              <a:spLocks noChangeArrowheads="1"/>
            </p:cNvSpPr>
            <p:nvPr/>
          </p:nvSpPr>
          <p:spPr bwMode="auto">
            <a:xfrm>
              <a:off x="4883"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0" name="Oval 23"/>
            <p:cNvSpPr>
              <a:spLocks noChangeArrowheads="1"/>
            </p:cNvSpPr>
            <p:nvPr/>
          </p:nvSpPr>
          <p:spPr bwMode="auto">
            <a:xfrm>
              <a:off x="5062" y="2421"/>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1" name="Oval 24"/>
            <p:cNvSpPr>
              <a:spLocks noChangeArrowheads="1"/>
            </p:cNvSpPr>
            <p:nvPr/>
          </p:nvSpPr>
          <p:spPr bwMode="auto">
            <a:xfrm>
              <a:off x="5241" y="2421"/>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2" name="Oval 25"/>
            <p:cNvSpPr>
              <a:spLocks noChangeArrowheads="1"/>
            </p:cNvSpPr>
            <p:nvPr/>
          </p:nvSpPr>
          <p:spPr bwMode="auto">
            <a:xfrm>
              <a:off x="4704"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3" name="Oval 26"/>
            <p:cNvSpPr>
              <a:spLocks noChangeArrowheads="1"/>
            </p:cNvSpPr>
            <p:nvPr/>
          </p:nvSpPr>
          <p:spPr bwMode="auto">
            <a:xfrm>
              <a:off x="4883" y="2600"/>
              <a:ext cx="127" cy="128"/>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4" name="Oval 27"/>
            <p:cNvSpPr>
              <a:spLocks noChangeArrowheads="1"/>
            </p:cNvSpPr>
            <p:nvPr/>
          </p:nvSpPr>
          <p:spPr bwMode="auto">
            <a:xfrm>
              <a:off x="5062"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5" name="Oval 28"/>
            <p:cNvSpPr>
              <a:spLocks noChangeArrowheads="1"/>
            </p:cNvSpPr>
            <p:nvPr/>
          </p:nvSpPr>
          <p:spPr bwMode="auto">
            <a:xfrm>
              <a:off x="5241" y="2600"/>
              <a:ext cx="127" cy="128"/>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6" name="Oval 29"/>
            <p:cNvSpPr>
              <a:spLocks noChangeArrowheads="1"/>
            </p:cNvSpPr>
            <p:nvPr/>
          </p:nvSpPr>
          <p:spPr bwMode="auto">
            <a:xfrm>
              <a:off x="5420" y="2600"/>
              <a:ext cx="127" cy="128"/>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7" name="Oval 30"/>
            <p:cNvSpPr>
              <a:spLocks noChangeArrowheads="1"/>
            </p:cNvSpPr>
            <p:nvPr/>
          </p:nvSpPr>
          <p:spPr bwMode="auto">
            <a:xfrm>
              <a:off x="4704" y="2779"/>
              <a:ext cx="127" cy="12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8" name="Oval 31"/>
            <p:cNvSpPr>
              <a:spLocks noChangeArrowheads="1"/>
            </p:cNvSpPr>
            <p:nvPr/>
          </p:nvSpPr>
          <p:spPr bwMode="auto">
            <a:xfrm>
              <a:off x="4883"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29" name="Oval 32"/>
            <p:cNvSpPr>
              <a:spLocks noChangeArrowheads="1"/>
            </p:cNvSpPr>
            <p:nvPr/>
          </p:nvSpPr>
          <p:spPr bwMode="auto">
            <a:xfrm>
              <a:off x="5062" y="2779"/>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0" name="Oval 33"/>
            <p:cNvSpPr>
              <a:spLocks noChangeArrowheads="1"/>
            </p:cNvSpPr>
            <p:nvPr/>
          </p:nvSpPr>
          <p:spPr bwMode="auto">
            <a:xfrm>
              <a:off x="5241" y="2779"/>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1" name="Oval 34"/>
            <p:cNvSpPr>
              <a:spLocks noChangeArrowheads="1"/>
            </p:cNvSpPr>
            <p:nvPr/>
          </p:nvSpPr>
          <p:spPr bwMode="auto">
            <a:xfrm>
              <a:off x="4704"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2" name="Oval 35"/>
            <p:cNvSpPr>
              <a:spLocks noChangeArrowheads="1"/>
            </p:cNvSpPr>
            <p:nvPr/>
          </p:nvSpPr>
          <p:spPr bwMode="auto">
            <a:xfrm>
              <a:off x="4883" y="2958"/>
              <a:ext cx="127" cy="127"/>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3" name="Oval 36"/>
            <p:cNvSpPr>
              <a:spLocks noChangeArrowheads="1"/>
            </p:cNvSpPr>
            <p:nvPr/>
          </p:nvSpPr>
          <p:spPr bwMode="auto">
            <a:xfrm>
              <a:off x="5062"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4" name="Oval 37"/>
            <p:cNvSpPr>
              <a:spLocks noChangeArrowheads="1"/>
            </p:cNvSpPr>
            <p:nvPr/>
          </p:nvSpPr>
          <p:spPr bwMode="auto">
            <a:xfrm>
              <a:off x="5241" y="2958"/>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5" name="Oval 38"/>
            <p:cNvSpPr>
              <a:spLocks noChangeArrowheads="1"/>
            </p:cNvSpPr>
            <p:nvPr/>
          </p:nvSpPr>
          <p:spPr bwMode="auto">
            <a:xfrm>
              <a:off x="4883"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36" name="Oval 39"/>
            <p:cNvSpPr>
              <a:spLocks noChangeArrowheads="1"/>
            </p:cNvSpPr>
            <p:nvPr/>
          </p:nvSpPr>
          <p:spPr bwMode="auto">
            <a:xfrm>
              <a:off x="5241" y="3137"/>
              <a:ext cx="127" cy="127"/>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9219" name="Rectangle 3"/>
          <p:cNvSpPr>
            <a:spLocks noGrp="1" noChangeArrowheads="1"/>
          </p:cNvSpPr>
          <p:nvPr>
            <p:ph type="ctrTitle"/>
          </p:nvPr>
        </p:nvSpPr>
        <p:spPr>
          <a:xfrm>
            <a:off x="315913" y="466725"/>
            <a:ext cx="6781800" cy="2133600"/>
          </a:xfrm>
        </p:spPr>
        <p:txBody>
          <a:bodyPr/>
          <a:lstStyle>
            <a:lvl1pPr algn="r">
              <a:defRPr sz="4800"/>
            </a:lvl1pPr>
          </a:lstStyle>
          <a:p>
            <a:r>
              <a:rPr lang="en-US" altLang="en-US"/>
              <a:t>Click to edit Master title style</a:t>
            </a:r>
          </a:p>
        </p:txBody>
      </p:sp>
      <p:sp>
        <p:nvSpPr>
          <p:cNvPr id="9220"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r>
              <a:rPr lang="en-US" altLang="en-US"/>
              <a:t>Click to edit Master subtitle style</a:t>
            </a:r>
          </a:p>
        </p:txBody>
      </p:sp>
      <p:sp>
        <p:nvSpPr>
          <p:cNvPr id="38" name="Rectangle 5"/>
          <p:cNvSpPr>
            <a:spLocks noGrp="1" noChangeArrowheads="1"/>
          </p:cNvSpPr>
          <p:nvPr>
            <p:ph type="dt" sz="half" idx="10"/>
          </p:nvPr>
        </p:nvSpPr>
        <p:spPr/>
        <p:txBody>
          <a:bodyPr/>
          <a:lstStyle>
            <a:lvl1pPr>
              <a:defRPr/>
            </a:lvl1pPr>
          </a:lstStyle>
          <a:p>
            <a:pPr>
              <a:defRPr/>
            </a:pPr>
            <a:endParaRPr lang="en-US" altLang="en-US"/>
          </a:p>
        </p:txBody>
      </p:sp>
      <p:sp>
        <p:nvSpPr>
          <p:cNvPr id="39" name="Rectangle 6"/>
          <p:cNvSpPr>
            <a:spLocks noGrp="1" noChangeArrowheads="1"/>
          </p:cNvSpPr>
          <p:nvPr>
            <p:ph type="ftr" sz="quarter" idx="11"/>
          </p:nvPr>
        </p:nvSpPr>
        <p:spPr/>
        <p:txBody>
          <a:bodyPr/>
          <a:lstStyle>
            <a:lvl1pPr>
              <a:defRPr/>
            </a:lvl1pPr>
          </a:lstStyle>
          <a:p>
            <a:pPr>
              <a:defRPr/>
            </a:pPr>
            <a:endParaRPr lang="en-US" altLang="en-US"/>
          </a:p>
        </p:txBody>
      </p:sp>
      <p:sp>
        <p:nvSpPr>
          <p:cNvPr id="40" name="Rectangle 7"/>
          <p:cNvSpPr>
            <a:spLocks noGrp="1" noChangeArrowheads="1"/>
          </p:cNvSpPr>
          <p:nvPr>
            <p:ph type="sldNum" sz="quarter" idx="12"/>
          </p:nvPr>
        </p:nvSpPr>
        <p:spPr/>
        <p:txBody>
          <a:bodyPr/>
          <a:lstStyle>
            <a:lvl1pPr>
              <a:defRPr/>
            </a:lvl1pPr>
          </a:lstStyle>
          <a:p>
            <a:pPr>
              <a:defRPr/>
            </a:pPr>
            <a:fld id="{11FC1AFF-6E55-446B-A6FF-7652F5837C5E}" type="slidenum">
              <a:rPr lang="en-US" altLang="en-US"/>
              <a:pPr>
                <a:defRPr/>
              </a:pPr>
              <a:t>‹#›</a:t>
            </a:fld>
            <a:endParaRPr lang="en-US" altLang="en-US"/>
          </a:p>
        </p:txBody>
      </p:sp>
    </p:spTree>
    <p:extLst>
      <p:ext uri="{BB962C8B-B14F-4D97-AF65-F5344CB8AC3E}">
        <p14:creationId xmlns:p14="http://schemas.microsoft.com/office/powerpoint/2010/main" val="3279254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9518D03D-F40A-4E15-B39F-CDB5A783925F}" type="slidenum">
              <a:rPr lang="en-US" altLang="en-US"/>
              <a:pPr>
                <a:defRPr/>
              </a:pPr>
              <a:t>‹#›</a:t>
            </a:fld>
            <a:endParaRPr lang="en-US" altLang="en-US"/>
          </a:p>
        </p:txBody>
      </p:sp>
    </p:spTree>
    <p:extLst>
      <p:ext uri="{BB962C8B-B14F-4D97-AF65-F5344CB8AC3E}">
        <p14:creationId xmlns:p14="http://schemas.microsoft.com/office/powerpoint/2010/main" val="285124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4DD903A4-68D3-4C31-AE2F-9569D2FDF3F7}" type="slidenum">
              <a:rPr lang="en-US" altLang="en-US"/>
              <a:pPr>
                <a:defRPr/>
              </a:pPr>
              <a:t>‹#›</a:t>
            </a:fld>
            <a:endParaRPr lang="en-US" altLang="en-US"/>
          </a:p>
        </p:txBody>
      </p:sp>
    </p:spTree>
    <p:extLst>
      <p:ext uri="{BB962C8B-B14F-4D97-AF65-F5344CB8AC3E}">
        <p14:creationId xmlns:p14="http://schemas.microsoft.com/office/powerpoint/2010/main" val="1228278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4A1A0312-3390-4F29-8691-7397174EF47A}" type="slidenum">
              <a:rPr lang="en-US" altLang="en-US"/>
              <a:pPr>
                <a:defRPr/>
              </a:pPr>
              <a:t>‹#›</a:t>
            </a:fld>
            <a:endParaRPr lang="en-US" altLang="en-US"/>
          </a:p>
        </p:txBody>
      </p:sp>
    </p:spTree>
    <p:extLst>
      <p:ext uri="{BB962C8B-B14F-4D97-AF65-F5344CB8AC3E}">
        <p14:creationId xmlns:p14="http://schemas.microsoft.com/office/powerpoint/2010/main" val="1182917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p:cNvSpPr>
            <a:spLocks noGrp="1" noChangeArrowheads="1"/>
          </p:cNvSpPr>
          <p:nvPr>
            <p:ph type="sldNum" sz="quarter" idx="12"/>
          </p:nvPr>
        </p:nvSpPr>
        <p:spPr>
          <a:ln/>
        </p:spPr>
        <p:txBody>
          <a:bodyPr/>
          <a:lstStyle>
            <a:lvl1pPr>
              <a:defRPr/>
            </a:lvl1pPr>
          </a:lstStyle>
          <a:p>
            <a:pPr>
              <a:defRPr/>
            </a:pPr>
            <a:fld id="{B4BD431B-5201-4C15-ADC4-0C83E39CD791}" type="slidenum">
              <a:rPr lang="en-US" altLang="en-US"/>
              <a:pPr>
                <a:defRPr/>
              </a:pPr>
              <a:t>‹#›</a:t>
            </a:fld>
            <a:endParaRPr lang="en-US" altLang="en-US"/>
          </a:p>
        </p:txBody>
      </p:sp>
    </p:spTree>
    <p:extLst>
      <p:ext uri="{BB962C8B-B14F-4D97-AF65-F5344CB8AC3E}">
        <p14:creationId xmlns:p14="http://schemas.microsoft.com/office/powerpoint/2010/main" val="170925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p:cNvSpPr>
            <a:spLocks noGrp="1" noChangeArrowheads="1"/>
          </p:cNvSpPr>
          <p:nvPr>
            <p:ph type="sldNum" sz="quarter" idx="12"/>
          </p:nvPr>
        </p:nvSpPr>
        <p:spPr>
          <a:ln/>
        </p:spPr>
        <p:txBody>
          <a:bodyPr/>
          <a:lstStyle>
            <a:lvl1pPr>
              <a:defRPr/>
            </a:lvl1pPr>
          </a:lstStyle>
          <a:p>
            <a:pPr>
              <a:defRPr/>
            </a:pPr>
            <a:fld id="{054AA7DF-DAA6-4431-A85F-0CDB239A0E67}" type="slidenum">
              <a:rPr lang="en-US" altLang="en-US"/>
              <a:pPr>
                <a:defRPr/>
              </a:pPr>
              <a:t>‹#›</a:t>
            </a:fld>
            <a:endParaRPr lang="en-US" altLang="en-US"/>
          </a:p>
        </p:txBody>
      </p:sp>
    </p:spTree>
    <p:extLst>
      <p:ext uri="{BB962C8B-B14F-4D97-AF65-F5344CB8AC3E}">
        <p14:creationId xmlns:p14="http://schemas.microsoft.com/office/powerpoint/2010/main" val="3413509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p:cNvSpPr>
            <a:spLocks noGrp="1" noChangeArrowheads="1"/>
          </p:cNvSpPr>
          <p:nvPr>
            <p:ph type="sldNum" sz="quarter" idx="12"/>
          </p:nvPr>
        </p:nvSpPr>
        <p:spPr>
          <a:ln/>
        </p:spPr>
        <p:txBody>
          <a:bodyPr/>
          <a:lstStyle>
            <a:lvl1pPr>
              <a:defRPr/>
            </a:lvl1pPr>
          </a:lstStyle>
          <a:p>
            <a:pPr>
              <a:defRPr/>
            </a:pPr>
            <a:fld id="{44F0DC3A-097F-4732-A73E-4EFE48ACA586}" type="slidenum">
              <a:rPr lang="en-US" altLang="en-US"/>
              <a:pPr>
                <a:defRPr/>
              </a:pPr>
              <a:t>‹#›</a:t>
            </a:fld>
            <a:endParaRPr lang="en-US" altLang="en-US"/>
          </a:p>
        </p:txBody>
      </p:sp>
    </p:spTree>
    <p:extLst>
      <p:ext uri="{BB962C8B-B14F-4D97-AF65-F5344CB8AC3E}">
        <p14:creationId xmlns:p14="http://schemas.microsoft.com/office/powerpoint/2010/main" val="766208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AE9FFC3C-945D-49A8-81BE-89B626DCC0AD}" type="slidenum">
              <a:rPr lang="en-US" altLang="en-US"/>
              <a:pPr>
                <a:defRPr/>
              </a:pPr>
              <a:t>‹#›</a:t>
            </a:fld>
            <a:endParaRPr lang="en-US" altLang="en-US"/>
          </a:p>
        </p:txBody>
      </p:sp>
    </p:spTree>
    <p:extLst>
      <p:ext uri="{BB962C8B-B14F-4D97-AF65-F5344CB8AC3E}">
        <p14:creationId xmlns:p14="http://schemas.microsoft.com/office/powerpoint/2010/main" val="10775355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89E62C6E-F6A0-4204-BA2B-196EAB5DCBB6}" type="slidenum">
              <a:rPr lang="en-US" altLang="en-US"/>
              <a:pPr>
                <a:defRPr/>
              </a:pPr>
              <a:t>‹#›</a:t>
            </a:fld>
            <a:endParaRPr lang="en-US" altLang="en-US"/>
          </a:p>
        </p:txBody>
      </p:sp>
    </p:spTree>
    <p:extLst>
      <p:ext uri="{BB962C8B-B14F-4D97-AF65-F5344CB8AC3E}">
        <p14:creationId xmlns:p14="http://schemas.microsoft.com/office/powerpoint/2010/main" val="1199445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FD75E225-06EF-413F-89A0-3E583E186214}" type="slidenum">
              <a:rPr lang="en-US" altLang="en-US"/>
              <a:pPr>
                <a:defRPr/>
              </a:pPr>
              <a:t>‹#›</a:t>
            </a:fld>
            <a:endParaRPr lang="en-US" altLang="en-US"/>
          </a:p>
        </p:txBody>
      </p:sp>
    </p:spTree>
    <p:extLst>
      <p:ext uri="{BB962C8B-B14F-4D97-AF65-F5344CB8AC3E}">
        <p14:creationId xmlns:p14="http://schemas.microsoft.com/office/powerpoint/2010/main" val="127376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2238"/>
            <a:ext cx="2057400" cy="600868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22238"/>
            <a:ext cx="6019800" cy="6008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p:cNvSpPr>
            <a:spLocks noGrp="1" noChangeArrowheads="1"/>
          </p:cNvSpPr>
          <p:nvPr>
            <p:ph type="sldNum" sz="quarter" idx="12"/>
          </p:nvPr>
        </p:nvSpPr>
        <p:spPr>
          <a:ln/>
        </p:spPr>
        <p:txBody>
          <a:bodyPr/>
          <a:lstStyle>
            <a:lvl1pPr>
              <a:defRPr/>
            </a:lvl1pPr>
          </a:lstStyle>
          <a:p>
            <a:pPr>
              <a:defRPr/>
            </a:pPr>
            <a:fld id="{16FCAAE3-EC0B-4E75-916A-729AE3F409C0}" type="slidenum">
              <a:rPr lang="en-US" altLang="en-US"/>
              <a:pPr>
                <a:defRPr/>
              </a:pPr>
              <a:t>‹#›</a:t>
            </a:fld>
            <a:endParaRPr lang="en-US" altLang="en-US"/>
          </a:p>
        </p:txBody>
      </p:sp>
    </p:spTree>
    <p:extLst>
      <p:ext uri="{BB962C8B-B14F-4D97-AF65-F5344CB8AC3E}">
        <p14:creationId xmlns:p14="http://schemas.microsoft.com/office/powerpoint/2010/main" val="41417946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719263"/>
            <a:ext cx="4038600" cy="4411662"/>
          </a:xfrm>
        </p:spPr>
        <p:txBody>
          <a:bodyPr/>
          <a:lstStyle/>
          <a:p>
            <a:pPr lvl="0"/>
            <a:endParaRPr lang="en-US" noProof="0"/>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9501F11D-824E-43EC-93BA-8C0B432C9AE1}" type="slidenum">
              <a:rPr lang="en-US" altLang="en-US"/>
              <a:pPr>
                <a:defRPr/>
              </a:pPr>
              <a:t>‹#›</a:t>
            </a:fld>
            <a:endParaRPr lang="en-US" altLang="en-US"/>
          </a:p>
        </p:txBody>
      </p:sp>
    </p:spTree>
    <p:extLst>
      <p:ext uri="{BB962C8B-B14F-4D97-AF65-F5344CB8AC3E}">
        <p14:creationId xmlns:p14="http://schemas.microsoft.com/office/powerpoint/2010/main" val="995961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4038600" cy="44116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9263"/>
            <a:ext cx="4038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4000500"/>
            <a:ext cx="4038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8" name="Rectangle 7"/>
          <p:cNvSpPr>
            <a:spLocks noGrp="1" noChangeArrowheads="1"/>
          </p:cNvSpPr>
          <p:nvPr>
            <p:ph type="sldNum" sz="quarter" idx="12"/>
          </p:nvPr>
        </p:nvSpPr>
        <p:spPr>
          <a:ln/>
        </p:spPr>
        <p:txBody>
          <a:bodyPr/>
          <a:lstStyle>
            <a:lvl1pPr>
              <a:defRPr/>
            </a:lvl1pPr>
          </a:lstStyle>
          <a:p>
            <a:pPr>
              <a:defRPr/>
            </a:pPr>
            <a:fld id="{F20D2C91-6944-4D2A-A087-3B95E85B26FE}" type="slidenum">
              <a:rPr lang="en-US" altLang="en-US"/>
              <a:pPr>
                <a:defRPr/>
              </a:pPr>
              <a:t>‹#›</a:t>
            </a:fld>
            <a:endParaRPr lang="en-US" altLang="en-US"/>
          </a:p>
        </p:txBody>
      </p:sp>
    </p:spTree>
    <p:extLst>
      <p:ext uri="{BB962C8B-B14F-4D97-AF65-F5344CB8AC3E}">
        <p14:creationId xmlns:p14="http://schemas.microsoft.com/office/powerpoint/2010/main" val="569631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a:t>Click to edit Master title style</a:t>
            </a:r>
          </a:p>
        </p:txBody>
      </p:sp>
      <p:sp>
        <p:nvSpPr>
          <p:cNvPr id="3" name="Text Placeholder 2"/>
          <p:cNvSpPr>
            <a:spLocks noGrp="1"/>
          </p:cNvSpPr>
          <p:nvPr>
            <p:ph type="body" sz="half" idx="1"/>
          </p:nvPr>
        </p:nvSpPr>
        <p:spPr>
          <a:xfrm>
            <a:off x="457200" y="1719263"/>
            <a:ext cx="8229600" cy="2128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4000500"/>
            <a:ext cx="8229600" cy="2130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p:cNvSpPr>
            <a:spLocks noGrp="1" noChangeArrowheads="1"/>
          </p:cNvSpPr>
          <p:nvPr>
            <p:ph type="sldNum" sz="quarter" idx="12"/>
          </p:nvPr>
        </p:nvSpPr>
        <p:spPr>
          <a:ln/>
        </p:spPr>
        <p:txBody>
          <a:bodyPr/>
          <a:lstStyle>
            <a:lvl1pPr>
              <a:defRPr/>
            </a:lvl1pPr>
          </a:lstStyle>
          <a:p>
            <a:pPr>
              <a:defRPr/>
            </a:pPr>
            <a:fld id="{2AAABC80-7F0E-4804-941F-F52EEFF8D7B2}" type="slidenum">
              <a:rPr lang="en-US" altLang="en-US"/>
              <a:pPr>
                <a:defRPr/>
              </a:pPr>
              <a:t>‹#›</a:t>
            </a:fld>
            <a:endParaRPr lang="en-US" altLang="en-US"/>
          </a:p>
        </p:txBody>
      </p:sp>
    </p:spTree>
    <p:extLst>
      <p:ext uri="{BB962C8B-B14F-4D97-AF65-F5344CB8AC3E}">
        <p14:creationId xmlns:p14="http://schemas.microsoft.com/office/powerpoint/2010/main" val="1835961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27"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8197" name="Rectangle 5"/>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ltLang="en-US"/>
          </a:p>
        </p:txBody>
      </p:sp>
      <p:sp>
        <p:nvSpPr>
          <p:cNvPr id="8198" name="Rectangle 6"/>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pPr>
              <a:defRPr/>
            </a:pPr>
            <a:endParaRPr lang="en-US" altLang="en-US"/>
          </a:p>
        </p:txBody>
      </p:sp>
      <p:sp>
        <p:nvSpPr>
          <p:cNvPr id="8199" name="Rectangle 7"/>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44297DFD-8E00-479B-A5F7-A0E5D50C08E6}" type="slidenum">
              <a:rPr lang="en-US" altLang="en-US"/>
              <a:pPr>
                <a:defRPr/>
              </a:pPr>
              <a:t>‹#›</a:t>
            </a:fld>
            <a:endParaRPr lang="en-US" altLang="en-US"/>
          </a:p>
        </p:txBody>
      </p:sp>
      <p:grpSp>
        <p:nvGrpSpPr>
          <p:cNvPr id="1032" name="Group 8"/>
          <p:cNvGrpSpPr>
            <a:grpSpLocks/>
          </p:cNvGrpSpPr>
          <p:nvPr/>
        </p:nvGrpSpPr>
        <p:grpSpPr bwMode="auto">
          <a:xfrm>
            <a:off x="8153400" y="152400"/>
            <a:ext cx="792163" cy="1295400"/>
            <a:chOff x="5136" y="960"/>
            <a:chExt cx="528" cy="864"/>
          </a:xfrm>
        </p:grpSpPr>
        <p:sp>
          <p:nvSpPr>
            <p:cNvPr id="1035" name="Oval 9"/>
            <p:cNvSpPr>
              <a:spLocks noChangeArrowheads="1"/>
            </p:cNvSpPr>
            <p:nvPr/>
          </p:nvSpPr>
          <p:spPr bwMode="auto">
            <a:xfrm>
              <a:off x="5136" y="960"/>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36" name="Oval 10"/>
            <p:cNvSpPr>
              <a:spLocks noChangeArrowheads="1"/>
            </p:cNvSpPr>
            <p:nvPr/>
          </p:nvSpPr>
          <p:spPr bwMode="auto">
            <a:xfrm>
              <a:off x="5248" y="960"/>
              <a:ext cx="79"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37" name="Oval 11"/>
            <p:cNvSpPr>
              <a:spLocks noChangeArrowheads="1"/>
            </p:cNvSpPr>
            <p:nvPr/>
          </p:nvSpPr>
          <p:spPr bwMode="auto">
            <a:xfrm>
              <a:off x="5360" y="960"/>
              <a:ext cx="76"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38" name="Oval 12"/>
            <p:cNvSpPr>
              <a:spLocks noChangeArrowheads="1"/>
            </p:cNvSpPr>
            <p:nvPr/>
          </p:nvSpPr>
          <p:spPr bwMode="auto">
            <a:xfrm>
              <a:off x="5136" y="1072"/>
              <a:ext cx="80"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39" name="Oval 13"/>
            <p:cNvSpPr>
              <a:spLocks noChangeArrowheads="1"/>
            </p:cNvSpPr>
            <p:nvPr/>
          </p:nvSpPr>
          <p:spPr bwMode="auto">
            <a:xfrm>
              <a:off x="5248" y="1072"/>
              <a:ext cx="79"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0" name="Oval 14"/>
            <p:cNvSpPr>
              <a:spLocks noChangeArrowheads="1"/>
            </p:cNvSpPr>
            <p:nvPr/>
          </p:nvSpPr>
          <p:spPr bwMode="auto">
            <a:xfrm>
              <a:off x="5360" y="1072"/>
              <a:ext cx="76" cy="77"/>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1" name="Oval 15"/>
            <p:cNvSpPr>
              <a:spLocks noChangeArrowheads="1"/>
            </p:cNvSpPr>
            <p:nvPr/>
          </p:nvSpPr>
          <p:spPr bwMode="auto">
            <a:xfrm>
              <a:off x="5472" y="1072"/>
              <a:ext cx="73" cy="77"/>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2" name="Oval 16"/>
            <p:cNvSpPr>
              <a:spLocks noChangeArrowheads="1"/>
            </p:cNvSpPr>
            <p:nvPr/>
          </p:nvSpPr>
          <p:spPr bwMode="auto">
            <a:xfrm>
              <a:off x="5136" y="1184"/>
              <a:ext cx="80"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3" name="Oval 17"/>
            <p:cNvSpPr>
              <a:spLocks noChangeArrowheads="1"/>
            </p:cNvSpPr>
            <p:nvPr/>
          </p:nvSpPr>
          <p:spPr bwMode="auto">
            <a:xfrm>
              <a:off x="5248" y="1184"/>
              <a:ext cx="79" cy="73"/>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4" name="Oval 18"/>
            <p:cNvSpPr>
              <a:spLocks noChangeArrowheads="1"/>
            </p:cNvSpPr>
            <p:nvPr/>
          </p:nvSpPr>
          <p:spPr bwMode="auto">
            <a:xfrm>
              <a:off x="5360" y="1184"/>
              <a:ext cx="76"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5" name="Oval 19"/>
            <p:cNvSpPr>
              <a:spLocks noChangeArrowheads="1"/>
            </p:cNvSpPr>
            <p:nvPr/>
          </p:nvSpPr>
          <p:spPr bwMode="auto">
            <a:xfrm>
              <a:off x="5472" y="1184"/>
              <a:ext cx="73" cy="7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6" name="Oval 20"/>
            <p:cNvSpPr>
              <a:spLocks noChangeArrowheads="1"/>
            </p:cNvSpPr>
            <p:nvPr/>
          </p:nvSpPr>
          <p:spPr bwMode="auto">
            <a:xfrm>
              <a:off x="5584" y="1184"/>
              <a:ext cx="80" cy="7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7" name="Oval 21"/>
            <p:cNvSpPr>
              <a:spLocks noChangeArrowheads="1"/>
            </p:cNvSpPr>
            <p:nvPr/>
          </p:nvSpPr>
          <p:spPr bwMode="auto">
            <a:xfrm>
              <a:off x="5136" y="1296"/>
              <a:ext cx="80" cy="80"/>
            </a:xfrm>
            <a:prstGeom prst="ellipse">
              <a:avLst/>
            </a:pr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8" name="Oval 22"/>
            <p:cNvSpPr>
              <a:spLocks noChangeArrowheads="1"/>
            </p:cNvSpPr>
            <p:nvPr/>
          </p:nvSpPr>
          <p:spPr bwMode="auto">
            <a:xfrm>
              <a:off x="5248" y="1296"/>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49" name="Oval 23"/>
            <p:cNvSpPr>
              <a:spLocks noChangeArrowheads="1"/>
            </p:cNvSpPr>
            <p:nvPr/>
          </p:nvSpPr>
          <p:spPr bwMode="auto">
            <a:xfrm>
              <a:off x="5360" y="1296"/>
              <a:ext cx="76"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0" name="Oval 24"/>
            <p:cNvSpPr>
              <a:spLocks noChangeArrowheads="1"/>
            </p:cNvSpPr>
            <p:nvPr/>
          </p:nvSpPr>
          <p:spPr bwMode="auto">
            <a:xfrm>
              <a:off x="5472" y="1296"/>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1" name="Oval 25"/>
            <p:cNvSpPr>
              <a:spLocks noChangeArrowheads="1"/>
            </p:cNvSpPr>
            <p:nvPr/>
          </p:nvSpPr>
          <p:spPr bwMode="auto">
            <a:xfrm>
              <a:off x="5136" y="1408"/>
              <a:ext cx="80"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2" name="Oval 26"/>
            <p:cNvSpPr>
              <a:spLocks noChangeArrowheads="1"/>
            </p:cNvSpPr>
            <p:nvPr/>
          </p:nvSpPr>
          <p:spPr bwMode="auto">
            <a:xfrm>
              <a:off x="5248" y="1408"/>
              <a:ext cx="79" cy="8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3" name="Oval 27"/>
            <p:cNvSpPr>
              <a:spLocks noChangeArrowheads="1"/>
            </p:cNvSpPr>
            <p:nvPr/>
          </p:nvSpPr>
          <p:spPr bwMode="auto">
            <a:xfrm>
              <a:off x="5360" y="1408"/>
              <a:ext cx="76"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4" name="Oval 28"/>
            <p:cNvSpPr>
              <a:spLocks noChangeArrowheads="1"/>
            </p:cNvSpPr>
            <p:nvPr/>
          </p:nvSpPr>
          <p:spPr bwMode="auto">
            <a:xfrm>
              <a:off x="5472" y="1408"/>
              <a:ext cx="73" cy="8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5" name="Oval 29"/>
            <p:cNvSpPr>
              <a:spLocks noChangeArrowheads="1"/>
            </p:cNvSpPr>
            <p:nvPr/>
          </p:nvSpPr>
          <p:spPr bwMode="auto">
            <a:xfrm>
              <a:off x="5584" y="1408"/>
              <a:ext cx="80"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6" name="Oval 30"/>
            <p:cNvSpPr>
              <a:spLocks noChangeArrowheads="1"/>
            </p:cNvSpPr>
            <p:nvPr/>
          </p:nvSpPr>
          <p:spPr bwMode="auto">
            <a:xfrm>
              <a:off x="5136" y="1520"/>
              <a:ext cx="80" cy="79"/>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7" name="Oval 31"/>
            <p:cNvSpPr>
              <a:spLocks noChangeArrowheads="1"/>
            </p:cNvSpPr>
            <p:nvPr/>
          </p:nvSpPr>
          <p:spPr bwMode="auto">
            <a:xfrm>
              <a:off x="5248" y="1520"/>
              <a:ext cx="79"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8" name="Oval 32"/>
            <p:cNvSpPr>
              <a:spLocks noChangeArrowheads="1"/>
            </p:cNvSpPr>
            <p:nvPr/>
          </p:nvSpPr>
          <p:spPr bwMode="auto">
            <a:xfrm>
              <a:off x="5360" y="1520"/>
              <a:ext cx="76" cy="79"/>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59" name="Oval 33"/>
            <p:cNvSpPr>
              <a:spLocks noChangeArrowheads="1"/>
            </p:cNvSpPr>
            <p:nvPr/>
          </p:nvSpPr>
          <p:spPr bwMode="auto">
            <a:xfrm>
              <a:off x="5472" y="1520"/>
              <a:ext cx="73" cy="79"/>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60" name="Oval 34"/>
            <p:cNvSpPr>
              <a:spLocks noChangeArrowheads="1"/>
            </p:cNvSpPr>
            <p:nvPr/>
          </p:nvSpPr>
          <p:spPr bwMode="auto">
            <a:xfrm>
              <a:off x="5136" y="1632"/>
              <a:ext cx="80"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61" name="Oval 35"/>
            <p:cNvSpPr>
              <a:spLocks noChangeArrowheads="1"/>
            </p:cNvSpPr>
            <p:nvPr/>
          </p:nvSpPr>
          <p:spPr bwMode="auto">
            <a:xfrm>
              <a:off x="5248" y="1632"/>
              <a:ext cx="79" cy="75"/>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62" name="Oval 36"/>
            <p:cNvSpPr>
              <a:spLocks noChangeArrowheads="1"/>
            </p:cNvSpPr>
            <p:nvPr/>
          </p:nvSpPr>
          <p:spPr bwMode="auto">
            <a:xfrm>
              <a:off x="5360" y="1632"/>
              <a:ext cx="76"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63" name="Oval 37"/>
            <p:cNvSpPr>
              <a:spLocks noChangeArrowheads="1"/>
            </p:cNvSpPr>
            <p:nvPr/>
          </p:nvSpPr>
          <p:spPr bwMode="auto">
            <a:xfrm>
              <a:off x="5472" y="1632"/>
              <a:ext cx="73" cy="75"/>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64" name="Oval 38"/>
            <p:cNvSpPr>
              <a:spLocks noChangeArrowheads="1"/>
            </p:cNvSpPr>
            <p:nvPr/>
          </p:nvSpPr>
          <p:spPr bwMode="auto">
            <a:xfrm>
              <a:off x="5248" y="1744"/>
              <a:ext cx="79"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sp>
          <p:nvSpPr>
            <p:cNvPr id="1065" name="Oval 39"/>
            <p:cNvSpPr>
              <a:spLocks noChangeArrowheads="1"/>
            </p:cNvSpPr>
            <p:nvPr/>
          </p:nvSpPr>
          <p:spPr bwMode="auto">
            <a:xfrm>
              <a:off x="5472" y="1744"/>
              <a:ext cx="73" cy="8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vi-VN" altLang="vi-VN"/>
            </a:p>
          </p:txBody>
        </p:sp>
      </p:grpSp>
      <p:sp>
        <p:nvSpPr>
          <p:cNvPr id="1033" name="Line 40"/>
          <p:cNvSpPr>
            <a:spLocks noChangeShapeType="1"/>
          </p:cNvSpPr>
          <p:nvPr userDrawn="1"/>
        </p:nvSpPr>
        <p:spPr bwMode="auto">
          <a:xfrm>
            <a:off x="457200" y="6172200"/>
            <a:ext cx="822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 name="Text Box 41"/>
          <p:cNvSpPr txBox="1">
            <a:spLocks noChangeArrowheads="1"/>
          </p:cNvSpPr>
          <p:nvPr userDrawn="1"/>
        </p:nvSpPr>
        <p:spPr bwMode="auto">
          <a:xfrm>
            <a:off x="365125" y="6172200"/>
            <a:ext cx="3087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altLang="vi-VN" sz="1400"/>
              <a:t>Chương 2. Các bài toán về đường đi</a:t>
            </a:r>
          </a:p>
        </p:txBody>
      </p:sp>
    </p:spTree>
  </p:cSld>
  <p:clrMap bg1="lt1" tx1="dk1" bg2="lt2" tx2="dk2" accent1="accent1" accent2="accent2" accent3="accent3" accent4="accent4" accent5="accent5" accent6="accent6" hlink="hlink" folHlink="folHlink"/>
  <p:sldLayoutIdLst>
    <p:sldLayoutId id="2147483941"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 id="2147483938" r:id="rId12"/>
    <p:sldLayoutId id="2147483939" r:id="rId13"/>
    <p:sldLayoutId id="2147483940" r:id="rId14"/>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images.google.com/imgres?imgurl=http://www.mathcs.emory.edu/~rg/Euler.jpg&amp;imgrefurl=http://www.mathcs.emory.edu/~rg/m531.html&amp;h=413&amp;w=267&amp;sz=150&amp;hl=en&amp;start=36&amp;tbnid=N_HxgaAtJo5D0M:&amp;tbnh=125&amp;tbnw=81&amp;prev=/images?q%3Deuler%2Bgraph%26start%3D20%26ndsp%3D20%26svnum%3D10%26hl%3Den%26lr%3D%26sa%3D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images.google.com/imgres?imgurl=http://www.mathcs.emory.edu/~rg/Euler.jpg&amp;imgrefurl=http://www.mathcs.emory.edu/~rg/m531.html&amp;h=413&amp;w=267&amp;sz=150&amp;hl=en&amp;start=36&amp;tbnid=N_HxgaAtJo5D0M:&amp;tbnh=125&amp;tbnw=81&amp;prev=/images?q%3Deuler%2Bgraph%26start%3D20%26ndsp%3D20%26svnum%3D10%26hl%3Den%26lr%3D%26sa%3D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hyperlink" Target="http://www.infovis.net/imagenes/T1_N137_A4_Konigsberg_en.gif" TargetMode="Externa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hyperlink" Target="http://www.infovis.net/imagenes/T1_N137_A4_Konigsberg_en.gif"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w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w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png"/><Relationship Id="rId18" Type="http://schemas.openxmlformats.org/officeDocument/2006/relationships/image" Target="../media/image62.png"/><Relationship Id="rId26" Type="http://schemas.openxmlformats.org/officeDocument/2006/relationships/image" Target="../media/image70.png"/><Relationship Id="rId3" Type="http://schemas.openxmlformats.org/officeDocument/2006/relationships/image" Target="../media/image47.png"/><Relationship Id="rId21" Type="http://schemas.openxmlformats.org/officeDocument/2006/relationships/image" Target="../media/image65.png"/><Relationship Id="rId7" Type="http://schemas.openxmlformats.org/officeDocument/2006/relationships/image" Target="../media/image51.png"/><Relationship Id="rId12" Type="http://schemas.openxmlformats.org/officeDocument/2006/relationships/image" Target="../media/image56.png"/><Relationship Id="rId17" Type="http://schemas.openxmlformats.org/officeDocument/2006/relationships/image" Target="../media/image61.png"/><Relationship Id="rId25" Type="http://schemas.openxmlformats.org/officeDocument/2006/relationships/image" Target="../media/image69.png"/><Relationship Id="rId2" Type="http://schemas.openxmlformats.org/officeDocument/2006/relationships/image" Target="../media/image46.wmf"/><Relationship Id="rId16" Type="http://schemas.openxmlformats.org/officeDocument/2006/relationships/image" Target="../media/image60.png"/><Relationship Id="rId20" Type="http://schemas.openxmlformats.org/officeDocument/2006/relationships/image" Target="../media/image64.png"/><Relationship Id="rId29"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png"/><Relationship Id="rId24" Type="http://schemas.openxmlformats.org/officeDocument/2006/relationships/image" Target="../media/image68.png"/><Relationship Id="rId32" Type="http://schemas.openxmlformats.org/officeDocument/2006/relationships/image" Target="../media/image76.png"/><Relationship Id="rId5" Type="http://schemas.openxmlformats.org/officeDocument/2006/relationships/image" Target="../media/image49.png"/><Relationship Id="rId15" Type="http://schemas.openxmlformats.org/officeDocument/2006/relationships/image" Target="../media/image59.png"/><Relationship Id="rId23" Type="http://schemas.openxmlformats.org/officeDocument/2006/relationships/image" Target="../media/image67.png"/><Relationship Id="rId28" Type="http://schemas.openxmlformats.org/officeDocument/2006/relationships/image" Target="../media/image72.png"/><Relationship Id="rId10" Type="http://schemas.openxmlformats.org/officeDocument/2006/relationships/image" Target="../media/image54.png"/><Relationship Id="rId19" Type="http://schemas.openxmlformats.org/officeDocument/2006/relationships/image" Target="../media/image63.png"/><Relationship Id="rId31" Type="http://schemas.openxmlformats.org/officeDocument/2006/relationships/image" Target="../media/image75.png"/><Relationship Id="rId4" Type="http://schemas.openxmlformats.org/officeDocument/2006/relationships/image" Target="../media/image48.png"/><Relationship Id="rId9" Type="http://schemas.openxmlformats.org/officeDocument/2006/relationships/image" Target="../media/image53.png"/><Relationship Id="rId14" Type="http://schemas.openxmlformats.org/officeDocument/2006/relationships/image" Target="../media/image58.png"/><Relationship Id="rId22" Type="http://schemas.openxmlformats.org/officeDocument/2006/relationships/image" Target="../media/image66.png"/><Relationship Id="rId27" Type="http://schemas.openxmlformats.org/officeDocument/2006/relationships/image" Target="../media/image71.png"/><Relationship Id="rId30" Type="http://schemas.openxmlformats.org/officeDocument/2006/relationships/image" Target="../media/image74.png"/></Relationships>
</file>

<file path=ppt/slides/_rels/slide38.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47.png"/><Relationship Id="rId7" Type="http://schemas.openxmlformats.org/officeDocument/2006/relationships/image" Target="../media/image80.png"/><Relationship Id="rId2" Type="http://schemas.openxmlformats.org/officeDocument/2006/relationships/image" Target="../media/image46.wmf"/><Relationship Id="rId1" Type="http://schemas.openxmlformats.org/officeDocument/2006/relationships/slideLayout" Target="../slideLayouts/slideLayout2.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2.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15913" y="457200"/>
            <a:ext cx="6923087" cy="2143125"/>
          </a:xfrm>
        </p:spPr>
        <p:txBody>
          <a:bodyPr/>
          <a:lstStyle/>
          <a:p>
            <a:pPr marL="342900" indent="-342900" algn="ctr" eaLnBrk="1" hangingPunct="1"/>
            <a:br>
              <a:rPr lang="en-US" altLang="vi-VN" sz="3600"/>
            </a:br>
            <a:r>
              <a:rPr lang="en-US" altLang="vi-VN" sz="3200"/>
              <a:t>CHƯƠNG 5: CÁC KHÁI NIỆM CƠ BẢN CỦA LÝ THUYẾT ĐỒ THỊ</a:t>
            </a:r>
            <a:br>
              <a:rPr lang="en-US" altLang="vi-VN" sz="3200"/>
            </a:br>
            <a:endParaRPr lang="en-US" altLang="vi-VN" sz="3200"/>
          </a:p>
        </p:txBody>
      </p:sp>
      <p:sp>
        <p:nvSpPr>
          <p:cNvPr id="4099" name="Rectangle 3"/>
          <p:cNvSpPr>
            <a:spLocks noGrp="1" noChangeArrowheads="1"/>
          </p:cNvSpPr>
          <p:nvPr>
            <p:ph type="subTitle" idx="1"/>
          </p:nvPr>
        </p:nvSpPr>
        <p:spPr>
          <a:xfrm>
            <a:off x="533400" y="3049588"/>
            <a:ext cx="6564313" cy="2741612"/>
          </a:xfrm>
        </p:spPr>
        <p:txBody>
          <a:bodyPr/>
          <a:lstStyle/>
          <a:p>
            <a:pPr algn="l" eaLnBrk="1" hangingPunct="1"/>
            <a:r>
              <a:rPr lang="en-US" altLang="vi-VN" sz="2400"/>
              <a:t>PHẦN 2: </a:t>
            </a:r>
          </a:p>
          <a:p>
            <a:pPr algn="l" eaLnBrk="1" hangingPunct="1">
              <a:buFontTx/>
              <a:buChar char="-"/>
            </a:pPr>
            <a:r>
              <a:rPr lang="en-US" altLang="vi-VN" sz="2400"/>
              <a:t> Chu trình và đường đi Euler</a:t>
            </a:r>
          </a:p>
          <a:p>
            <a:pPr algn="l" eaLnBrk="1" hangingPunct="1">
              <a:buFontTx/>
              <a:buChar char="-"/>
            </a:pPr>
            <a:r>
              <a:rPr lang="en-US" altLang="vi-VN" sz="2400"/>
              <a:t> Chu trình và đường đi Hamilton</a:t>
            </a:r>
          </a:p>
          <a:p>
            <a:pPr algn="l" eaLnBrk="1" hangingPunct="1">
              <a:buFontTx/>
              <a:buChar char="-"/>
            </a:pPr>
            <a:r>
              <a:rPr lang="en-US" altLang="vi-VN" sz="2400"/>
              <a:t> Thuật toán Dijkstra</a:t>
            </a:r>
          </a:p>
          <a:p>
            <a:pPr algn="l" eaLnBrk="1" hangingPunct="1">
              <a:buFontTx/>
              <a:buChar char="-"/>
            </a:pPr>
            <a:endParaRPr lang="en-US" altLang="vi-VN" sz="2400"/>
          </a:p>
          <a:p>
            <a:pPr algn="l" eaLnBrk="1" hangingPunct="1"/>
            <a:endParaRPr lang="en-US" altLang="vi-VN" sz="2400"/>
          </a:p>
        </p:txBody>
      </p:sp>
      <p:sp>
        <p:nvSpPr>
          <p:cNvPr id="4100"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5A1F3E3-161B-4EE1-9EB9-AF1EFE34C93B}" type="slidenum">
              <a:rPr lang="en-US" altLang="en-US" sz="1000" smtClean="0"/>
              <a:pPr>
                <a:spcBef>
                  <a:spcPct val="0"/>
                </a:spcBef>
                <a:buClrTx/>
                <a:buSzTx/>
                <a:buFontTx/>
                <a:buNone/>
              </a:pPr>
              <a:t>1</a:t>
            </a:fld>
            <a:endParaRPr lang="en-US" altLang="en-US" sz="10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3C295D2-04F8-4C86-9BE6-8E034DBED4EA}" type="slidenum">
              <a:rPr lang="en-US" altLang="en-US" sz="1000" smtClean="0"/>
              <a:pPr>
                <a:spcBef>
                  <a:spcPct val="0"/>
                </a:spcBef>
                <a:buClrTx/>
                <a:buSzTx/>
                <a:buFontTx/>
                <a:buNone/>
              </a:pPr>
              <a:t>2</a:t>
            </a:fld>
            <a:endParaRPr lang="en-US" altLang="en-US" sz="1000"/>
          </a:p>
        </p:txBody>
      </p:sp>
      <p:sp>
        <p:nvSpPr>
          <p:cNvPr id="123906" name="Rectangle 2"/>
          <p:cNvSpPr>
            <a:spLocks noGrp="1" noChangeArrowheads="1"/>
          </p:cNvSpPr>
          <p:nvPr>
            <p:ph type="title"/>
          </p:nvPr>
        </p:nvSpPr>
        <p:spPr/>
        <p:txBody>
          <a:bodyPr/>
          <a:lstStyle/>
          <a:p>
            <a:pPr eaLnBrk="1" hangingPunct="1"/>
            <a:r>
              <a:rPr lang="en-US" altLang="vi-VN"/>
              <a:t>Chu trình và đường đi Euler</a:t>
            </a:r>
          </a:p>
        </p:txBody>
      </p:sp>
      <p:sp>
        <p:nvSpPr>
          <p:cNvPr id="123907" name="Rectangle 3"/>
          <p:cNvSpPr>
            <a:spLocks noGrp="1" noChangeArrowheads="1"/>
          </p:cNvSpPr>
          <p:nvPr>
            <p:ph type="body" sz="half" idx="1"/>
          </p:nvPr>
        </p:nvSpPr>
        <p:spPr/>
        <p:txBody>
          <a:bodyPr/>
          <a:lstStyle/>
          <a:p>
            <a:pPr eaLnBrk="1" hangingPunct="1"/>
            <a:r>
              <a:rPr lang="en-US" altLang="vi-VN" sz="2600"/>
              <a:t>Bài toán</a:t>
            </a:r>
          </a:p>
          <a:p>
            <a:pPr lvl="1" algn="just" eaLnBrk="1" hangingPunct="1"/>
            <a:r>
              <a:rPr lang="en-US" altLang="vi-VN" sz="2200"/>
              <a:t>Có thể xuất phát tại một điểm nào đó trong thành phố, đi qua tất cả 7 cây cầu, mỗi cây một lần, rồi trở về điểm xuất phát được không?</a:t>
            </a:r>
          </a:p>
          <a:p>
            <a:pPr lvl="1" algn="just" eaLnBrk="1" hangingPunct="1"/>
            <a:r>
              <a:rPr lang="en-US" altLang="vi-VN" sz="2200"/>
              <a:t>Leonhard Euler đã tìm ra lời giải cho bài toán vào năm 1736</a:t>
            </a:r>
          </a:p>
        </p:txBody>
      </p:sp>
      <p:pic>
        <p:nvPicPr>
          <p:cNvPr id="123923" name="Picture 19" descr="Konigsberg_colou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648200" y="2309813"/>
            <a:ext cx="4038600" cy="3230562"/>
          </a:xfrm>
          <a:noFill/>
        </p:spPr>
      </p:pic>
      <p:sp>
        <p:nvSpPr>
          <p:cNvPr id="5126"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grpId="0" nodeType="clickEffect">
                                  <p:stCondLst>
                                    <p:cond delay="0"/>
                                  </p:stCondLst>
                                  <p:childTnLst>
                                    <p:set>
                                      <p:cBhvr>
                                        <p:cTn id="6" dur="1" fill="hold">
                                          <p:stCondLst>
                                            <p:cond delay="0"/>
                                          </p:stCondLst>
                                        </p:cTn>
                                        <p:tgtEl>
                                          <p:spTgt spid="123906"/>
                                        </p:tgtEl>
                                        <p:attrNameLst>
                                          <p:attrName>style.visibility</p:attrName>
                                        </p:attrNameLst>
                                      </p:cBhvr>
                                      <p:to>
                                        <p:strVal val="visible"/>
                                      </p:to>
                                    </p:set>
                                    <p:anim from="(-#ppt_w/2)" to="(#ppt_x)" calcmode="lin" valueType="num">
                                      <p:cBhvr>
                                        <p:cTn id="7" dur="600" fill="hold">
                                          <p:stCondLst>
                                            <p:cond delay="0"/>
                                          </p:stCondLst>
                                        </p:cTn>
                                        <p:tgtEl>
                                          <p:spTgt spid="123906"/>
                                        </p:tgtEl>
                                        <p:attrNameLst>
                                          <p:attrName>ppt_x</p:attrName>
                                        </p:attrNameLst>
                                      </p:cBhvr>
                                    </p:anim>
                                    <p:anim from="0" to="-1.0" calcmode="lin" valueType="num">
                                      <p:cBhvr>
                                        <p:cTn id="8" dur="200" decel="50000" autoRev="1" fill="hold">
                                          <p:stCondLst>
                                            <p:cond delay="600"/>
                                          </p:stCondLst>
                                        </p:cTn>
                                        <p:tgtEl>
                                          <p:spTgt spid="123906"/>
                                        </p:tgtEl>
                                        <p:attrNameLst>
                                          <p:attrName>xshear</p:attrName>
                                        </p:attrNameLst>
                                      </p:cBhvr>
                                    </p:anim>
                                    <p:animScale>
                                      <p:cBhvr>
                                        <p:cTn id="9" dur="200" decel="100000" autoRev="1" fill="hold">
                                          <p:stCondLst>
                                            <p:cond delay="600"/>
                                          </p:stCondLst>
                                        </p:cTn>
                                        <p:tgtEl>
                                          <p:spTgt spid="123906"/>
                                        </p:tgtEl>
                                      </p:cBhvr>
                                      <p:from x="100000" y="100000"/>
                                      <p:to x="80000" y="100000"/>
                                    </p:animScale>
                                    <p:anim by="(#ppt_h/3+#ppt_w*0.1)" calcmode="lin" valueType="num">
                                      <p:cBhvr additive="sum">
                                        <p:cTn id="10" dur="200" decel="100000" autoRev="1" fill="hold">
                                          <p:stCondLst>
                                            <p:cond delay="600"/>
                                          </p:stCondLst>
                                        </p:cTn>
                                        <p:tgtEl>
                                          <p:spTgt spid="123906"/>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50" presetClass="entr" presetSubtype="0" decel="100000" fill="hold" grpId="0" nodeType="clickEffect">
                                  <p:stCondLst>
                                    <p:cond delay="0"/>
                                  </p:stCondLst>
                                  <p:childTnLst>
                                    <p:set>
                                      <p:cBhvr>
                                        <p:cTn id="14" dur="1" fill="hold">
                                          <p:stCondLst>
                                            <p:cond delay="0"/>
                                          </p:stCondLst>
                                        </p:cTn>
                                        <p:tgtEl>
                                          <p:spTgt spid="123907">
                                            <p:txEl>
                                              <p:pRg st="0" end="0"/>
                                            </p:txEl>
                                          </p:spTgt>
                                        </p:tgtEl>
                                        <p:attrNameLst>
                                          <p:attrName>style.visibility</p:attrName>
                                        </p:attrNameLst>
                                      </p:cBhvr>
                                      <p:to>
                                        <p:strVal val="visible"/>
                                      </p:to>
                                    </p:set>
                                    <p:anim calcmode="lin" valueType="num">
                                      <p:cBhvr>
                                        <p:cTn id="15" dur="1000" fill="hold"/>
                                        <p:tgtEl>
                                          <p:spTgt spid="123907">
                                            <p:txEl>
                                              <p:pRg st="0" end="0"/>
                                            </p:txEl>
                                          </p:spTgt>
                                        </p:tgtEl>
                                        <p:attrNameLst>
                                          <p:attrName>ppt_w</p:attrName>
                                        </p:attrNameLst>
                                      </p:cBhvr>
                                      <p:tavLst>
                                        <p:tav tm="0">
                                          <p:val>
                                            <p:strVal val="#ppt_w+.3"/>
                                          </p:val>
                                        </p:tav>
                                        <p:tav tm="100000">
                                          <p:val>
                                            <p:strVal val="#ppt_w"/>
                                          </p:val>
                                        </p:tav>
                                      </p:tavLst>
                                    </p:anim>
                                    <p:anim calcmode="lin" valueType="num">
                                      <p:cBhvr>
                                        <p:cTn id="16" dur="1000" fill="hold"/>
                                        <p:tgtEl>
                                          <p:spTgt spid="123907">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123907">
                                            <p:txEl>
                                              <p:pRg st="0" end="0"/>
                                            </p:txEl>
                                          </p:spTgt>
                                        </p:tgtEl>
                                      </p:cBhvr>
                                    </p:animEffect>
                                  </p:childTnLst>
                                </p:cTn>
                              </p:par>
                            </p:childTnLst>
                          </p:cTn>
                        </p:par>
                        <p:par>
                          <p:cTn id="18" fill="hold" nodeType="afterGroup">
                            <p:stCondLst>
                              <p:cond delay="1000"/>
                            </p:stCondLst>
                            <p:childTnLst>
                              <p:par>
                                <p:cTn id="19" presetID="21" presetClass="entr" presetSubtype="4" fill="hold" nodeType="afterEffect">
                                  <p:stCondLst>
                                    <p:cond delay="0"/>
                                  </p:stCondLst>
                                  <p:childTnLst>
                                    <p:set>
                                      <p:cBhvr>
                                        <p:cTn id="20" dur="1" fill="hold">
                                          <p:stCondLst>
                                            <p:cond delay="0"/>
                                          </p:stCondLst>
                                        </p:cTn>
                                        <p:tgtEl>
                                          <p:spTgt spid="123923"/>
                                        </p:tgtEl>
                                        <p:attrNameLst>
                                          <p:attrName>style.visibility</p:attrName>
                                        </p:attrNameLst>
                                      </p:cBhvr>
                                      <p:to>
                                        <p:strVal val="visible"/>
                                      </p:to>
                                    </p:set>
                                    <p:animEffect transition="in" filter="wheel(4)">
                                      <p:cBhvr>
                                        <p:cTn id="21" dur="2000"/>
                                        <p:tgtEl>
                                          <p:spTgt spid="123923"/>
                                        </p:tgtEl>
                                      </p:cBhvr>
                                    </p:animEffect>
                                  </p:childTnLst>
                                </p:cTn>
                              </p:par>
                              <p:par>
                                <p:cTn id="22" presetID="50" presetClass="entr" presetSubtype="0" decel="100000" fill="hold" grpId="0" nodeType="withEffect">
                                  <p:stCondLst>
                                    <p:cond delay="0"/>
                                  </p:stCondLst>
                                  <p:childTnLst>
                                    <p:set>
                                      <p:cBhvr>
                                        <p:cTn id="23" dur="1" fill="hold">
                                          <p:stCondLst>
                                            <p:cond delay="0"/>
                                          </p:stCondLst>
                                        </p:cTn>
                                        <p:tgtEl>
                                          <p:spTgt spid="123907">
                                            <p:txEl>
                                              <p:pRg st="1" end="1"/>
                                            </p:txEl>
                                          </p:spTgt>
                                        </p:tgtEl>
                                        <p:attrNameLst>
                                          <p:attrName>style.visibility</p:attrName>
                                        </p:attrNameLst>
                                      </p:cBhvr>
                                      <p:to>
                                        <p:strVal val="visible"/>
                                      </p:to>
                                    </p:set>
                                    <p:anim calcmode="lin" valueType="num">
                                      <p:cBhvr>
                                        <p:cTn id="24" dur="1000" fill="hold"/>
                                        <p:tgtEl>
                                          <p:spTgt spid="123907">
                                            <p:txEl>
                                              <p:pRg st="1" end="1"/>
                                            </p:txEl>
                                          </p:spTgt>
                                        </p:tgtEl>
                                        <p:attrNameLst>
                                          <p:attrName>ppt_w</p:attrName>
                                        </p:attrNameLst>
                                      </p:cBhvr>
                                      <p:tavLst>
                                        <p:tav tm="0">
                                          <p:val>
                                            <p:strVal val="#ppt_w+.3"/>
                                          </p:val>
                                        </p:tav>
                                        <p:tav tm="100000">
                                          <p:val>
                                            <p:strVal val="#ppt_w"/>
                                          </p:val>
                                        </p:tav>
                                      </p:tavLst>
                                    </p:anim>
                                    <p:anim calcmode="lin" valueType="num">
                                      <p:cBhvr>
                                        <p:cTn id="25" dur="1000" fill="hold"/>
                                        <p:tgtEl>
                                          <p:spTgt spid="123907">
                                            <p:txEl>
                                              <p:pRg st="1" end="1"/>
                                            </p:txEl>
                                          </p:spTgt>
                                        </p:tgtEl>
                                        <p:attrNameLst>
                                          <p:attrName>ppt_h</p:attrName>
                                        </p:attrNameLst>
                                      </p:cBhvr>
                                      <p:tavLst>
                                        <p:tav tm="0">
                                          <p:val>
                                            <p:strVal val="#ppt_h"/>
                                          </p:val>
                                        </p:tav>
                                        <p:tav tm="100000">
                                          <p:val>
                                            <p:strVal val="#ppt_h"/>
                                          </p:val>
                                        </p:tav>
                                      </p:tavLst>
                                    </p:anim>
                                    <p:animEffect transition="in" filter="fade">
                                      <p:cBhvr>
                                        <p:cTn id="26" dur="1000"/>
                                        <p:tgtEl>
                                          <p:spTgt spid="123907">
                                            <p:txEl>
                                              <p:pRg st="1" end="1"/>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0" presetClass="entr" presetSubtype="0" decel="100000" fill="hold" grpId="0" nodeType="clickEffect">
                                  <p:stCondLst>
                                    <p:cond delay="0"/>
                                  </p:stCondLst>
                                  <p:childTnLst>
                                    <p:set>
                                      <p:cBhvr>
                                        <p:cTn id="30" dur="1" fill="hold">
                                          <p:stCondLst>
                                            <p:cond delay="0"/>
                                          </p:stCondLst>
                                        </p:cTn>
                                        <p:tgtEl>
                                          <p:spTgt spid="123907">
                                            <p:txEl>
                                              <p:pRg st="2" end="2"/>
                                            </p:txEl>
                                          </p:spTgt>
                                        </p:tgtEl>
                                        <p:attrNameLst>
                                          <p:attrName>style.visibility</p:attrName>
                                        </p:attrNameLst>
                                      </p:cBhvr>
                                      <p:to>
                                        <p:strVal val="visible"/>
                                      </p:to>
                                    </p:set>
                                    <p:anim calcmode="lin" valueType="num">
                                      <p:cBhvr>
                                        <p:cTn id="31" dur="1000" fill="hold"/>
                                        <p:tgtEl>
                                          <p:spTgt spid="123907">
                                            <p:txEl>
                                              <p:pRg st="2" end="2"/>
                                            </p:txEl>
                                          </p:spTgt>
                                        </p:tgtEl>
                                        <p:attrNameLst>
                                          <p:attrName>ppt_w</p:attrName>
                                        </p:attrNameLst>
                                      </p:cBhvr>
                                      <p:tavLst>
                                        <p:tav tm="0">
                                          <p:val>
                                            <p:strVal val="#ppt_w+.3"/>
                                          </p:val>
                                        </p:tav>
                                        <p:tav tm="100000">
                                          <p:val>
                                            <p:strVal val="#ppt_w"/>
                                          </p:val>
                                        </p:tav>
                                      </p:tavLst>
                                    </p:anim>
                                    <p:anim calcmode="lin" valueType="num">
                                      <p:cBhvr>
                                        <p:cTn id="32" dur="1000" fill="hold"/>
                                        <p:tgtEl>
                                          <p:spTgt spid="123907">
                                            <p:txEl>
                                              <p:pRg st="2" end="2"/>
                                            </p:txEl>
                                          </p:spTgt>
                                        </p:tgtEl>
                                        <p:attrNameLst>
                                          <p:attrName>ppt_h</p:attrName>
                                        </p:attrNameLst>
                                      </p:cBhvr>
                                      <p:tavLst>
                                        <p:tav tm="0">
                                          <p:val>
                                            <p:strVal val="#ppt_h"/>
                                          </p:val>
                                        </p:tav>
                                        <p:tav tm="100000">
                                          <p:val>
                                            <p:strVal val="#ppt_h"/>
                                          </p:val>
                                        </p:tav>
                                      </p:tavLst>
                                    </p:anim>
                                    <p:animEffect transition="in" filter="fade">
                                      <p:cBhvr>
                                        <p:cTn id="33" dur="1000"/>
                                        <p:tgtEl>
                                          <p:spTgt spid="1239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p:bldP spid="123907"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8E00E86-78D6-4010-8F22-3335A9CC96E7}" type="slidenum">
              <a:rPr lang="en-US" altLang="en-US" sz="1000" smtClean="0"/>
              <a:pPr>
                <a:spcBef>
                  <a:spcPct val="0"/>
                </a:spcBef>
                <a:buClrTx/>
                <a:buSzTx/>
                <a:buFontTx/>
                <a:buNone/>
              </a:pPr>
              <a:t>3</a:t>
            </a:fld>
            <a:endParaRPr lang="en-US" altLang="en-US" sz="1000"/>
          </a:p>
        </p:txBody>
      </p:sp>
      <p:sp>
        <p:nvSpPr>
          <p:cNvPr id="6147" name="Rectangle 2"/>
          <p:cNvSpPr>
            <a:spLocks noGrp="1" noChangeArrowheads="1"/>
          </p:cNvSpPr>
          <p:nvPr>
            <p:ph type="title"/>
          </p:nvPr>
        </p:nvSpPr>
        <p:spPr/>
        <p:txBody>
          <a:bodyPr/>
          <a:lstStyle/>
          <a:p>
            <a:pPr algn="ctr" eaLnBrk="1" hangingPunct="1"/>
            <a:r>
              <a:rPr lang="en-US" altLang="vi-VN"/>
              <a:t>Leonhard Euler</a:t>
            </a:r>
            <a:br>
              <a:rPr lang="en-US" altLang="vi-VN"/>
            </a:br>
            <a:r>
              <a:rPr lang="en-US" altLang="vi-VN"/>
              <a:t>1707 - 1783</a:t>
            </a:r>
          </a:p>
        </p:txBody>
      </p:sp>
      <p:sp>
        <p:nvSpPr>
          <p:cNvPr id="6148" name="Rectangle 16"/>
          <p:cNvSpPr>
            <a:spLocks noGrp="1" noChangeArrowheads="1"/>
          </p:cNvSpPr>
          <p:nvPr>
            <p:ph type="body" idx="1"/>
          </p:nvPr>
        </p:nvSpPr>
        <p:spPr/>
        <p:txBody>
          <a:bodyPr/>
          <a:lstStyle/>
          <a:p>
            <a:pPr algn="just" eaLnBrk="1" hangingPunct="1">
              <a:lnSpc>
                <a:spcPct val="90000"/>
              </a:lnSpc>
            </a:pPr>
            <a:r>
              <a:rPr lang="en-US" altLang="vi-VN"/>
              <a:t>Leonhard Euler (15/04/1707 – 18/9/1783) là một nhà toán học và nhà vật lý học Thụy Sĩ. Ông (cùng với Archimedes và Newton) được xem là một trong những nhà toán học lừng lẫy nhất. Ông là người đầu tiên sử dụng từ "hàm số" (được Gottfried Leibniz định nghĩa trong năm 1694) để miêu tả một biểu thức có chứa các đối số, như y = F(x). Ông cũng được xem là người đầu tiên dùng vi tích phân trong môn vật lý.</a:t>
            </a:r>
          </a:p>
        </p:txBody>
      </p:sp>
      <p:pic>
        <p:nvPicPr>
          <p:cNvPr id="6149" name="Picture 13" descr="Euler">
            <a:hlinkClick r:id="rId2"/>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1143000" y="152400"/>
            <a:ext cx="938213" cy="1447800"/>
          </a:xfrm>
        </p:spPr>
      </p:pic>
      <p:sp>
        <p:nvSpPr>
          <p:cNvPr id="6150"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AAE9D7-C331-4C4C-8531-2C1C698FC0ED}" type="slidenum">
              <a:rPr lang="en-US" altLang="en-US" sz="1000" smtClean="0"/>
              <a:pPr>
                <a:spcBef>
                  <a:spcPct val="0"/>
                </a:spcBef>
                <a:buClrTx/>
                <a:buSzTx/>
                <a:buFontTx/>
                <a:buNone/>
              </a:pPr>
              <a:t>4</a:t>
            </a:fld>
            <a:endParaRPr lang="en-US" altLang="en-US" sz="1000"/>
          </a:p>
        </p:txBody>
      </p:sp>
      <p:sp>
        <p:nvSpPr>
          <p:cNvPr id="7171" name="Rectangle 2"/>
          <p:cNvSpPr>
            <a:spLocks noGrp="1" noChangeArrowheads="1"/>
          </p:cNvSpPr>
          <p:nvPr>
            <p:ph type="title"/>
          </p:nvPr>
        </p:nvSpPr>
        <p:spPr/>
        <p:txBody>
          <a:bodyPr/>
          <a:lstStyle/>
          <a:p>
            <a:pPr algn="ctr" eaLnBrk="1" hangingPunct="1"/>
            <a:r>
              <a:rPr lang="en-US" altLang="vi-VN"/>
              <a:t>Leonhard Euler</a:t>
            </a:r>
            <a:br>
              <a:rPr lang="en-US" altLang="vi-VN"/>
            </a:br>
            <a:r>
              <a:rPr lang="en-US" altLang="vi-VN"/>
              <a:t>1707 - 1783</a:t>
            </a:r>
          </a:p>
        </p:txBody>
      </p:sp>
      <p:sp>
        <p:nvSpPr>
          <p:cNvPr id="7172" name="Rectangle 3"/>
          <p:cNvSpPr>
            <a:spLocks noGrp="1" noChangeArrowheads="1"/>
          </p:cNvSpPr>
          <p:nvPr>
            <p:ph type="body" idx="1"/>
          </p:nvPr>
        </p:nvSpPr>
        <p:spPr/>
        <p:txBody>
          <a:bodyPr/>
          <a:lstStyle/>
          <a:p>
            <a:pPr algn="just" eaLnBrk="1" hangingPunct="1">
              <a:lnSpc>
                <a:spcPct val="80000"/>
              </a:lnSpc>
            </a:pPr>
            <a:r>
              <a:rPr lang="en-US" altLang="vi-VN" sz="2600"/>
              <a:t>Ông sinh và lớn lên tại Basel, và được xem là thần đồng toán học từ nhỏ. Ông làm giáo sư toán học tại Sankt-Peterburg, sau đó tại Berlin, rồi trở lại Sankt-Peterburg. Ông là nhà toán học viết nhiều nhất: tất cả các tài liệu ông viết chứa đầy 75 tập. Ông là nhà toán học quan trọng nhất trong thế kỷ 18 và đã suy ra nhiều kết quả cho môn vi tích phân mới được thành lập. Ông bị mù hoàn toàn trong 17 năm cuối cuộc đời, nhưng khoảng thời gian đó là lúc ông cho ra hơn nửa số bài ông viết.</a:t>
            </a:r>
          </a:p>
          <a:p>
            <a:pPr algn="just" eaLnBrk="1" hangingPunct="1">
              <a:lnSpc>
                <a:spcPct val="80000"/>
              </a:lnSpc>
            </a:pPr>
            <a:r>
              <a:rPr lang="en-US" altLang="vi-VN" sz="2600"/>
              <a:t>Tên của ông đã được đặt cho một miệng núi lửa trên Mặt Trăng và cho tiểu hành tinh 2002.</a:t>
            </a:r>
          </a:p>
          <a:p>
            <a:pPr eaLnBrk="1" hangingPunct="1">
              <a:lnSpc>
                <a:spcPct val="80000"/>
              </a:lnSpc>
            </a:pPr>
            <a:endParaRPr lang="en-US" altLang="vi-VN" sz="2600"/>
          </a:p>
        </p:txBody>
      </p:sp>
      <p:pic>
        <p:nvPicPr>
          <p:cNvPr id="7173" name="Picture 4" descr="Euler">
            <a:hlinkClick r:id="rId2"/>
          </p:cNvPr>
          <p:cNvPicPr>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a:stretch>
            <a:fillRect/>
          </a:stretch>
        </p:blipFill>
        <p:spPr>
          <a:xfrm>
            <a:off x="1143000" y="152400"/>
            <a:ext cx="938213" cy="1447800"/>
          </a:xfrm>
        </p:spPr>
      </p:pic>
      <p:sp>
        <p:nvSpPr>
          <p:cNvPr id="7174"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DCBCDFE-AFE0-448B-B364-E32BC00E5893}" type="slidenum">
              <a:rPr lang="en-US" altLang="en-US" sz="1000" smtClean="0"/>
              <a:pPr>
                <a:spcBef>
                  <a:spcPct val="0"/>
                </a:spcBef>
                <a:buClrTx/>
                <a:buSzTx/>
                <a:buFontTx/>
                <a:buNone/>
              </a:pPr>
              <a:t>5</a:t>
            </a:fld>
            <a:endParaRPr lang="en-US" altLang="en-US" sz="1000"/>
          </a:p>
        </p:txBody>
      </p:sp>
      <p:sp>
        <p:nvSpPr>
          <p:cNvPr id="8195" name="Rectangle 2"/>
          <p:cNvSpPr>
            <a:spLocks noGrp="1" noChangeArrowheads="1"/>
          </p:cNvSpPr>
          <p:nvPr>
            <p:ph type="title"/>
          </p:nvPr>
        </p:nvSpPr>
        <p:spPr/>
        <p:txBody>
          <a:bodyPr/>
          <a:lstStyle/>
          <a:p>
            <a:pPr eaLnBrk="1" hangingPunct="1"/>
            <a:r>
              <a:rPr lang="en-US" altLang="vi-VN"/>
              <a:t>Chu trình và đường đi Euler</a:t>
            </a:r>
          </a:p>
        </p:txBody>
      </p:sp>
      <p:sp>
        <p:nvSpPr>
          <p:cNvPr id="128003" name="Rectangle 3"/>
          <p:cNvSpPr>
            <a:spLocks noGrp="1" noChangeArrowheads="1"/>
          </p:cNvSpPr>
          <p:nvPr>
            <p:ph type="body" sz="half" idx="1"/>
          </p:nvPr>
        </p:nvSpPr>
        <p:spPr/>
        <p:txBody>
          <a:bodyPr/>
          <a:lstStyle/>
          <a:p>
            <a:pPr eaLnBrk="1" hangingPunct="1"/>
            <a:r>
              <a:rPr lang="en-US" altLang="vi-VN" sz="2600"/>
              <a:t>Bài toán</a:t>
            </a:r>
          </a:p>
          <a:p>
            <a:pPr lvl="1" algn="just" eaLnBrk="1" hangingPunct="1"/>
            <a:r>
              <a:rPr lang="en-US" altLang="vi-VN" sz="2200"/>
              <a:t>Mô hình hóa bài toán</a:t>
            </a:r>
          </a:p>
          <a:p>
            <a:pPr lvl="2" algn="just" eaLnBrk="1" hangingPunct="1"/>
            <a:r>
              <a:rPr lang="en-US" altLang="vi-VN" sz="2100"/>
              <a:t>Xây dựng đồ thị G</a:t>
            </a:r>
          </a:p>
          <a:p>
            <a:pPr lvl="3" algn="just" eaLnBrk="1" hangingPunct="1"/>
            <a:r>
              <a:rPr lang="en-US" altLang="vi-VN" sz="1800"/>
              <a:t>Đỉnh: Các vùng đất trong sơ đồ</a:t>
            </a:r>
          </a:p>
          <a:p>
            <a:pPr lvl="3" algn="just" eaLnBrk="1" hangingPunct="1"/>
            <a:r>
              <a:rPr lang="en-US" altLang="vi-VN" sz="1800"/>
              <a:t>Cạnh: các cây cầu nối giữa hai vùng đất</a:t>
            </a:r>
          </a:p>
          <a:p>
            <a:pPr lvl="2" algn="just" eaLnBrk="1" hangingPunct="1"/>
            <a:r>
              <a:rPr lang="en-US" altLang="vi-VN" sz="2100"/>
              <a:t>Yêu cầu</a:t>
            </a:r>
          </a:p>
          <a:p>
            <a:pPr lvl="3" algn="just" eaLnBrk="1" hangingPunct="1"/>
            <a:r>
              <a:rPr lang="en-US" altLang="vi-VN" sz="1800"/>
              <a:t>Tồn tại hay không một chu trình đơn trong đa đồ thị G = (V, E) có chứa tất cả các cạnh của đồ thị?</a:t>
            </a:r>
          </a:p>
        </p:txBody>
      </p:sp>
      <p:pic>
        <p:nvPicPr>
          <p:cNvPr id="8197" name="Picture 11" descr="Konigsberg_en.gif (13320 bytes)">
            <a:hlinkClick r:id="rId2"/>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476875" y="1892300"/>
            <a:ext cx="2381250" cy="1781175"/>
          </a:xfrm>
        </p:spPr>
      </p:pic>
      <p:sp>
        <p:nvSpPr>
          <p:cNvPr id="8199"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grpSp>
        <p:nvGrpSpPr>
          <p:cNvPr id="7" name="Nhóm 6"/>
          <p:cNvGrpSpPr/>
          <p:nvPr/>
        </p:nvGrpSpPr>
        <p:grpSpPr>
          <a:xfrm>
            <a:off x="5246688" y="4000500"/>
            <a:ext cx="2840037" cy="2130425"/>
            <a:chOff x="5246688" y="4000500"/>
            <a:chExt cx="2840037" cy="2130425"/>
          </a:xfrm>
        </p:grpSpPr>
        <p:grpSp>
          <p:nvGrpSpPr>
            <p:cNvPr id="4" name="Nhóm 3"/>
            <p:cNvGrpSpPr/>
            <p:nvPr/>
          </p:nvGrpSpPr>
          <p:grpSpPr>
            <a:xfrm>
              <a:off x="5246688" y="4000500"/>
              <a:ext cx="2840037" cy="2130425"/>
              <a:chOff x="5246688" y="4000500"/>
              <a:chExt cx="2840037" cy="2130425"/>
            </a:xfrm>
          </p:grpSpPr>
          <p:pic>
            <p:nvPicPr>
              <p:cNvPr id="8198" name="Picture 18" descr="T1_N137_A6_KonigsGraph"/>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246688" y="4000500"/>
                <a:ext cx="2840037" cy="2130425"/>
              </a:xfrm>
              <a:noFill/>
            </p:spPr>
          </p:pic>
          <p:pic>
            <p:nvPicPr>
              <p:cNvPr id="2" name="Ảnh 1"/>
              <p:cNvPicPr>
                <a:picLocks noChangeAspect="1"/>
              </p:cNvPicPr>
              <p:nvPr/>
            </p:nvPicPr>
            <p:blipFill>
              <a:blip r:embed="rId5"/>
              <a:stretch>
                <a:fillRect/>
              </a:stretch>
            </p:blipFill>
            <p:spPr>
              <a:xfrm>
                <a:off x="5766148" y="5741661"/>
                <a:ext cx="238125" cy="238125"/>
              </a:xfrm>
              <a:prstGeom prst="rect">
                <a:avLst/>
              </a:prstGeom>
            </p:spPr>
          </p:pic>
          <p:pic>
            <p:nvPicPr>
              <p:cNvPr id="3" name="Ảnh 2"/>
              <p:cNvPicPr>
                <a:picLocks noChangeAspect="1"/>
              </p:cNvPicPr>
              <p:nvPr/>
            </p:nvPicPr>
            <p:blipFill>
              <a:blip r:embed="rId6"/>
              <a:stretch>
                <a:fillRect/>
              </a:stretch>
            </p:blipFill>
            <p:spPr>
              <a:xfrm>
                <a:off x="7344297" y="4960937"/>
                <a:ext cx="238125" cy="209550"/>
              </a:xfrm>
              <a:prstGeom prst="rect">
                <a:avLst/>
              </a:prstGeom>
            </p:spPr>
          </p:pic>
        </p:grpSp>
        <p:pic>
          <p:nvPicPr>
            <p:cNvPr id="6" name="Ảnh 5"/>
            <p:cNvPicPr>
              <a:picLocks noChangeAspect="1"/>
            </p:cNvPicPr>
            <p:nvPr/>
          </p:nvPicPr>
          <p:blipFill>
            <a:blip r:embed="rId7"/>
            <a:stretch>
              <a:fillRect/>
            </a:stretch>
          </p:blipFill>
          <p:spPr>
            <a:xfrm>
              <a:off x="6078753" y="4823384"/>
              <a:ext cx="146685" cy="136208"/>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4" fill="hold" grpId="0" nodeType="withEffect">
                                  <p:stCondLst>
                                    <p:cond delay="0"/>
                                  </p:stCondLst>
                                  <p:childTnLst>
                                    <p:set>
                                      <p:cBhvr>
                                        <p:cTn id="6" dur="1" fill="hold">
                                          <p:stCondLst>
                                            <p:cond delay="0"/>
                                          </p:stCondLst>
                                        </p:cTn>
                                        <p:tgtEl>
                                          <p:spTgt spid="128003">
                                            <p:txEl>
                                              <p:pRg st="1" end="1"/>
                                            </p:txEl>
                                          </p:spTgt>
                                        </p:tgtEl>
                                        <p:attrNameLst>
                                          <p:attrName>style.visibility</p:attrName>
                                        </p:attrNameLst>
                                      </p:cBhvr>
                                      <p:to>
                                        <p:strVal val="visible"/>
                                      </p:to>
                                    </p:set>
                                    <p:animEffect transition="in" filter="slide(fromBottom)">
                                      <p:cBhvr>
                                        <p:cTn id="7" dur="500"/>
                                        <p:tgtEl>
                                          <p:spTgt spid="1280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8003">
                                            <p:txEl>
                                              <p:pRg st="2" end="2"/>
                                            </p:txEl>
                                          </p:spTgt>
                                        </p:tgtEl>
                                        <p:attrNameLst>
                                          <p:attrName>style.visibility</p:attrName>
                                        </p:attrNameLst>
                                      </p:cBhvr>
                                      <p:to>
                                        <p:strVal val="visible"/>
                                      </p:to>
                                    </p:set>
                                    <p:animEffect transition="in" filter="slide(fromBottom)">
                                      <p:cBhvr>
                                        <p:cTn id="12" dur="500"/>
                                        <p:tgtEl>
                                          <p:spTgt spid="128003">
                                            <p:txEl>
                                              <p:pRg st="2" end="2"/>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28003">
                                            <p:txEl>
                                              <p:pRg st="3" end="3"/>
                                            </p:txEl>
                                          </p:spTgt>
                                        </p:tgtEl>
                                        <p:attrNameLst>
                                          <p:attrName>style.visibility</p:attrName>
                                        </p:attrNameLst>
                                      </p:cBhvr>
                                      <p:to>
                                        <p:strVal val="visible"/>
                                      </p:to>
                                    </p:set>
                                    <p:animEffect transition="in" filter="slide(fromBottom)">
                                      <p:cBhvr>
                                        <p:cTn id="15" dur="500"/>
                                        <p:tgtEl>
                                          <p:spTgt spid="128003">
                                            <p:txEl>
                                              <p:pRg st="3" end="3"/>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128003">
                                            <p:txEl>
                                              <p:pRg st="4" end="4"/>
                                            </p:txEl>
                                          </p:spTgt>
                                        </p:tgtEl>
                                        <p:attrNameLst>
                                          <p:attrName>style.visibility</p:attrName>
                                        </p:attrNameLst>
                                      </p:cBhvr>
                                      <p:to>
                                        <p:strVal val="visible"/>
                                      </p:to>
                                    </p:set>
                                    <p:animEffect transition="in" filter="slide(fromBottom)">
                                      <p:cBhvr>
                                        <p:cTn id="18" dur="500"/>
                                        <p:tgtEl>
                                          <p:spTgt spid="128003">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28003">
                                            <p:txEl>
                                              <p:pRg st="5" end="5"/>
                                            </p:txEl>
                                          </p:spTgt>
                                        </p:tgtEl>
                                        <p:attrNameLst>
                                          <p:attrName>style.visibility</p:attrName>
                                        </p:attrNameLst>
                                      </p:cBhvr>
                                      <p:to>
                                        <p:strVal val="visible"/>
                                      </p:to>
                                    </p:set>
                                    <p:animEffect transition="in" filter="slide(fromBottom)">
                                      <p:cBhvr>
                                        <p:cTn id="23" dur="500"/>
                                        <p:tgtEl>
                                          <p:spTgt spid="128003">
                                            <p:txEl>
                                              <p:pRg st="5" end="5"/>
                                            </p:txEl>
                                          </p:spTgt>
                                        </p:tgtEl>
                                      </p:cBhvr>
                                    </p:animEffect>
                                  </p:childTnLst>
                                </p:cTn>
                              </p:par>
                              <p:par>
                                <p:cTn id="24" presetID="12" presetClass="entr" presetSubtype="4" fill="hold" grpId="0" nodeType="withEffect">
                                  <p:stCondLst>
                                    <p:cond delay="0"/>
                                  </p:stCondLst>
                                  <p:childTnLst>
                                    <p:set>
                                      <p:cBhvr>
                                        <p:cTn id="25" dur="1" fill="hold">
                                          <p:stCondLst>
                                            <p:cond delay="0"/>
                                          </p:stCondLst>
                                        </p:cTn>
                                        <p:tgtEl>
                                          <p:spTgt spid="128003">
                                            <p:txEl>
                                              <p:pRg st="6" end="6"/>
                                            </p:txEl>
                                          </p:spTgt>
                                        </p:tgtEl>
                                        <p:attrNameLst>
                                          <p:attrName>style.visibility</p:attrName>
                                        </p:attrNameLst>
                                      </p:cBhvr>
                                      <p:to>
                                        <p:strVal val="visible"/>
                                      </p:to>
                                    </p:set>
                                    <p:animEffect transition="in" filter="slide(fromBottom)">
                                      <p:cBhvr>
                                        <p:cTn id="26" dur="500"/>
                                        <p:tgtEl>
                                          <p:spTgt spid="12800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9080F6B-5B01-423A-95E5-AD3F13AEC4C3}" type="slidenum">
              <a:rPr lang="en-US" altLang="en-US" sz="1000" smtClean="0"/>
              <a:pPr>
                <a:spcBef>
                  <a:spcPct val="0"/>
                </a:spcBef>
                <a:buClrTx/>
                <a:buSzTx/>
                <a:buFontTx/>
                <a:buNone/>
              </a:pPr>
              <a:t>6</a:t>
            </a:fld>
            <a:endParaRPr lang="en-US" altLang="en-US" sz="1000"/>
          </a:p>
        </p:txBody>
      </p:sp>
      <p:sp>
        <p:nvSpPr>
          <p:cNvPr id="9219" name="Rectangle 2"/>
          <p:cNvSpPr>
            <a:spLocks noGrp="1" noChangeArrowheads="1"/>
          </p:cNvSpPr>
          <p:nvPr>
            <p:ph type="title"/>
          </p:nvPr>
        </p:nvSpPr>
        <p:spPr/>
        <p:txBody>
          <a:bodyPr/>
          <a:lstStyle/>
          <a:p>
            <a:pPr eaLnBrk="1" hangingPunct="1"/>
            <a:r>
              <a:rPr lang="en-US" altLang="vi-VN"/>
              <a:t>Chu trình và đường đi Euler</a:t>
            </a:r>
          </a:p>
        </p:txBody>
      </p:sp>
      <p:sp>
        <p:nvSpPr>
          <p:cNvPr id="130051" name="Rectangle 3"/>
          <p:cNvSpPr>
            <a:spLocks noGrp="1" noChangeArrowheads="1"/>
          </p:cNvSpPr>
          <p:nvPr>
            <p:ph type="body" sz="half" idx="1"/>
          </p:nvPr>
        </p:nvSpPr>
        <p:spPr>
          <a:xfrm>
            <a:off x="457200" y="1719263"/>
            <a:ext cx="7467600" cy="4411662"/>
          </a:xfrm>
        </p:spPr>
        <p:txBody>
          <a:bodyPr/>
          <a:lstStyle/>
          <a:p>
            <a:pPr eaLnBrk="1" hangingPunct="1"/>
            <a:r>
              <a:rPr lang="en-US" altLang="vi-VN" sz="2600"/>
              <a:t>Định nghĩa</a:t>
            </a:r>
          </a:p>
          <a:p>
            <a:pPr lvl="1" eaLnBrk="1" hangingPunct="1">
              <a:buFont typeface="Wingdings" panose="05000000000000000000" pitchFamily="2" charset="2"/>
              <a:buNone/>
            </a:pPr>
            <a:r>
              <a:rPr lang="en-US" altLang="vi-VN" sz="2200"/>
              <a:t>Cho đồ thị G=(V,E) liên thông</a:t>
            </a:r>
          </a:p>
          <a:p>
            <a:pPr lvl="2" algn="just" eaLnBrk="1" hangingPunct="1"/>
            <a:r>
              <a:rPr lang="en-US" altLang="vi-VN" sz="2100"/>
              <a:t>Chu trình Euler</a:t>
            </a:r>
          </a:p>
          <a:p>
            <a:pPr lvl="3" algn="just" eaLnBrk="1" hangingPunct="1"/>
            <a:r>
              <a:rPr lang="en-US" altLang="vi-VN" sz="1800"/>
              <a:t>Chu trình đơn chứa tất cả các cạnh của đồ thị G.</a:t>
            </a:r>
          </a:p>
          <a:p>
            <a:pPr lvl="2" algn="just" eaLnBrk="1" hangingPunct="1">
              <a:lnSpc>
                <a:spcPct val="150000"/>
              </a:lnSpc>
            </a:pPr>
            <a:r>
              <a:rPr lang="en-US" altLang="vi-VN" sz="2100"/>
              <a:t>Đồ thị Euler</a:t>
            </a:r>
          </a:p>
          <a:p>
            <a:pPr lvl="3" algn="just" eaLnBrk="1" hangingPunct="1"/>
            <a:r>
              <a:rPr lang="en-US" altLang="vi-VN" sz="1800"/>
              <a:t>Đồ thị có chứa một chu trình Euler </a:t>
            </a:r>
          </a:p>
          <a:p>
            <a:pPr lvl="2" algn="just" eaLnBrk="1" hangingPunct="1">
              <a:lnSpc>
                <a:spcPct val="150000"/>
              </a:lnSpc>
            </a:pPr>
            <a:r>
              <a:rPr lang="en-US" altLang="vi-VN" sz="2100"/>
              <a:t>Đường đi Euler</a:t>
            </a:r>
          </a:p>
          <a:p>
            <a:pPr lvl="3" algn="just" eaLnBrk="1" hangingPunct="1"/>
            <a:r>
              <a:rPr lang="en-US" altLang="vi-VN" sz="1800"/>
              <a:t>Đường đi đơn chứa tất cả các cạnh của đồ thị G</a:t>
            </a:r>
          </a:p>
        </p:txBody>
      </p:sp>
      <p:sp>
        <p:nvSpPr>
          <p:cNvPr id="9221"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0" presetClass="entr" presetSubtype="0" fill="hold" grpId="0" nodeType="with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animEffect transition="in" filter="fade">
                                      <p:cBhvr>
                                        <p:cTn id="7" dur="800" decel="100000"/>
                                        <p:tgtEl>
                                          <p:spTgt spid="130051">
                                            <p:txEl>
                                              <p:pRg st="0" end="0"/>
                                            </p:txEl>
                                          </p:spTgt>
                                        </p:tgtEl>
                                      </p:cBhvr>
                                    </p:animEffect>
                                    <p:anim calcmode="lin" valueType="num">
                                      <p:cBhvr>
                                        <p:cTn id="8" dur="800" decel="100000" fill="hold"/>
                                        <p:tgtEl>
                                          <p:spTgt spid="130051">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130051">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30051">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30051">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30051">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30051">
                                            <p:txEl>
                                              <p:pRg st="1" end="1"/>
                                            </p:txEl>
                                          </p:spTgt>
                                        </p:tgtEl>
                                        <p:attrNameLst>
                                          <p:attrName>style.visibility</p:attrName>
                                        </p:attrNameLst>
                                      </p:cBhvr>
                                      <p:to>
                                        <p:strVal val="visible"/>
                                      </p:to>
                                    </p:set>
                                    <p:animEffect transition="in" filter="fade">
                                      <p:cBhvr>
                                        <p:cTn id="17" dur="800" decel="100000"/>
                                        <p:tgtEl>
                                          <p:spTgt spid="130051">
                                            <p:txEl>
                                              <p:pRg st="1" end="1"/>
                                            </p:txEl>
                                          </p:spTgt>
                                        </p:tgtEl>
                                      </p:cBhvr>
                                    </p:animEffect>
                                    <p:anim calcmode="lin" valueType="num">
                                      <p:cBhvr>
                                        <p:cTn id="18" dur="800" decel="100000" fill="hold"/>
                                        <p:tgtEl>
                                          <p:spTgt spid="130051">
                                            <p:txEl>
                                              <p:pRg st="1" end="1"/>
                                            </p:txEl>
                                          </p:spTgt>
                                        </p:tgtEl>
                                        <p:attrNameLst>
                                          <p:attrName>style.rotation</p:attrName>
                                        </p:attrNameLst>
                                      </p:cBhvr>
                                      <p:tavLst>
                                        <p:tav tm="0">
                                          <p:val>
                                            <p:fltVal val="-90"/>
                                          </p:val>
                                        </p:tav>
                                        <p:tav tm="100000">
                                          <p:val>
                                            <p:fltVal val="0"/>
                                          </p:val>
                                        </p:tav>
                                      </p:tavLst>
                                    </p:anim>
                                    <p:anim calcmode="lin" valueType="num">
                                      <p:cBhvr>
                                        <p:cTn id="19" dur="800" decel="100000" fill="hold"/>
                                        <p:tgtEl>
                                          <p:spTgt spid="130051">
                                            <p:txEl>
                                              <p:pRg st="1" end="1"/>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30051">
                                            <p:txEl>
                                              <p:pRg st="1" end="1"/>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30051">
                                            <p:txEl>
                                              <p:pRg st="1" end="1"/>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30051">
                                            <p:txEl>
                                              <p:pRg st="1" end="1"/>
                                            </p:txEl>
                                          </p:spTgt>
                                        </p:tgtEl>
                                        <p:attrNameLst>
                                          <p:attrName>ppt_y</p:attrName>
                                        </p:attrNameLst>
                                      </p:cBhvr>
                                      <p:tavLst>
                                        <p:tav tm="0">
                                          <p:val>
                                            <p:strVal val="#ppt_y+0.1"/>
                                          </p:val>
                                        </p:tav>
                                        <p:tav tm="100000">
                                          <p:val>
                                            <p:strVal val="#ppt_y"/>
                                          </p:val>
                                        </p:tav>
                                      </p:tavLst>
                                    </p:anim>
                                  </p:childTnLst>
                                </p:cTn>
                              </p:par>
                              <p:par>
                                <p:cTn id="23" presetID="30" presetClass="entr" presetSubtype="0" fill="hold" grpId="0" nodeType="withEffect">
                                  <p:stCondLst>
                                    <p:cond delay="0"/>
                                  </p:stCondLst>
                                  <p:childTnLst>
                                    <p:set>
                                      <p:cBhvr>
                                        <p:cTn id="24" dur="1" fill="hold">
                                          <p:stCondLst>
                                            <p:cond delay="0"/>
                                          </p:stCondLst>
                                        </p:cTn>
                                        <p:tgtEl>
                                          <p:spTgt spid="130051">
                                            <p:txEl>
                                              <p:pRg st="2" end="2"/>
                                            </p:txEl>
                                          </p:spTgt>
                                        </p:tgtEl>
                                        <p:attrNameLst>
                                          <p:attrName>style.visibility</p:attrName>
                                        </p:attrNameLst>
                                      </p:cBhvr>
                                      <p:to>
                                        <p:strVal val="visible"/>
                                      </p:to>
                                    </p:set>
                                    <p:animEffect transition="in" filter="fade">
                                      <p:cBhvr>
                                        <p:cTn id="25" dur="800" decel="100000"/>
                                        <p:tgtEl>
                                          <p:spTgt spid="130051">
                                            <p:txEl>
                                              <p:pRg st="2" end="2"/>
                                            </p:txEl>
                                          </p:spTgt>
                                        </p:tgtEl>
                                      </p:cBhvr>
                                    </p:animEffect>
                                    <p:anim calcmode="lin" valueType="num">
                                      <p:cBhvr>
                                        <p:cTn id="26" dur="800" decel="100000" fill="hold"/>
                                        <p:tgtEl>
                                          <p:spTgt spid="130051">
                                            <p:txEl>
                                              <p:pRg st="2" end="2"/>
                                            </p:txEl>
                                          </p:spTgt>
                                        </p:tgtEl>
                                        <p:attrNameLst>
                                          <p:attrName>style.rotation</p:attrName>
                                        </p:attrNameLst>
                                      </p:cBhvr>
                                      <p:tavLst>
                                        <p:tav tm="0">
                                          <p:val>
                                            <p:fltVal val="-90"/>
                                          </p:val>
                                        </p:tav>
                                        <p:tav tm="100000">
                                          <p:val>
                                            <p:fltVal val="0"/>
                                          </p:val>
                                        </p:tav>
                                      </p:tavLst>
                                    </p:anim>
                                    <p:anim calcmode="lin" valueType="num">
                                      <p:cBhvr>
                                        <p:cTn id="27" dur="800" decel="100000" fill="hold"/>
                                        <p:tgtEl>
                                          <p:spTgt spid="130051">
                                            <p:txEl>
                                              <p:pRg st="2" end="2"/>
                                            </p:txEl>
                                          </p:spTgt>
                                        </p:tgtEl>
                                        <p:attrNameLst>
                                          <p:attrName>ppt_x</p:attrName>
                                        </p:attrNameLst>
                                      </p:cBhvr>
                                      <p:tavLst>
                                        <p:tav tm="0">
                                          <p:val>
                                            <p:strVal val="#ppt_x+0.4"/>
                                          </p:val>
                                        </p:tav>
                                        <p:tav tm="100000">
                                          <p:val>
                                            <p:strVal val="#ppt_x-0.05"/>
                                          </p:val>
                                        </p:tav>
                                      </p:tavLst>
                                    </p:anim>
                                    <p:anim calcmode="lin" valueType="num">
                                      <p:cBhvr>
                                        <p:cTn id="28" dur="800" decel="100000" fill="hold"/>
                                        <p:tgtEl>
                                          <p:spTgt spid="130051">
                                            <p:txEl>
                                              <p:pRg st="2" end="2"/>
                                            </p:txEl>
                                          </p:spTgt>
                                        </p:tgtEl>
                                        <p:attrNameLst>
                                          <p:attrName>ppt_y</p:attrName>
                                        </p:attrNameLst>
                                      </p:cBhvr>
                                      <p:tavLst>
                                        <p:tav tm="0">
                                          <p:val>
                                            <p:strVal val="#ppt_y-0.4"/>
                                          </p:val>
                                        </p:tav>
                                        <p:tav tm="100000">
                                          <p:val>
                                            <p:strVal val="#ppt_y+0.1"/>
                                          </p:val>
                                        </p:tav>
                                      </p:tavLst>
                                    </p:anim>
                                    <p:anim calcmode="lin" valueType="num">
                                      <p:cBhvr>
                                        <p:cTn id="29" dur="200" accel="100000" fill="hold">
                                          <p:stCondLst>
                                            <p:cond delay="800"/>
                                          </p:stCondLst>
                                        </p:cTn>
                                        <p:tgtEl>
                                          <p:spTgt spid="130051">
                                            <p:txEl>
                                              <p:pRg st="2" end="2"/>
                                            </p:txEl>
                                          </p:spTgt>
                                        </p:tgtEl>
                                        <p:attrNameLst>
                                          <p:attrName>ppt_x</p:attrName>
                                        </p:attrNameLst>
                                      </p:cBhvr>
                                      <p:tavLst>
                                        <p:tav tm="0">
                                          <p:val>
                                            <p:strVal val="#ppt_x-0.05"/>
                                          </p:val>
                                        </p:tav>
                                        <p:tav tm="100000">
                                          <p:val>
                                            <p:strVal val="#ppt_x"/>
                                          </p:val>
                                        </p:tav>
                                      </p:tavLst>
                                    </p:anim>
                                    <p:anim calcmode="lin" valueType="num">
                                      <p:cBhvr>
                                        <p:cTn id="30" dur="200" accel="100000" fill="hold">
                                          <p:stCondLst>
                                            <p:cond delay="800"/>
                                          </p:stCondLst>
                                        </p:cTn>
                                        <p:tgtEl>
                                          <p:spTgt spid="130051">
                                            <p:txEl>
                                              <p:pRg st="2" end="2"/>
                                            </p:txEl>
                                          </p:spTgt>
                                        </p:tgtEl>
                                        <p:attrNameLst>
                                          <p:attrName>ppt_y</p:attrName>
                                        </p:attrNameLst>
                                      </p:cBhvr>
                                      <p:tavLst>
                                        <p:tav tm="0">
                                          <p:val>
                                            <p:strVal val="#ppt_y+0.1"/>
                                          </p:val>
                                        </p:tav>
                                        <p:tav tm="100000">
                                          <p:val>
                                            <p:strVal val="#ppt_y"/>
                                          </p:val>
                                        </p:tav>
                                      </p:tavLst>
                                    </p:anim>
                                  </p:childTnLst>
                                </p:cTn>
                              </p:par>
                              <p:par>
                                <p:cTn id="31" presetID="30" presetClass="entr" presetSubtype="0" fill="hold" grpId="0" nodeType="withEffect">
                                  <p:stCondLst>
                                    <p:cond delay="0"/>
                                  </p:stCondLst>
                                  <p:childTnLst>
                                    <p:set>
                                      <p:cBhvr>
                                        <p:cTn id="32" dur="1" fill="hold">
                                          <p:stCondLst>
                                            <p:cond delay="0"/>
                                          </p:stCondLst>
                                        </p:cTn>
                                        <p:tgtEl>
                                          <p:spTgt spid="130051">
                                            <p:txEl>
                                              <p:pRg st="3" end="3"/>
                                            </p:txEl>
                                          </p:spTgt>
                                        </p:tgtEl>
                                        <p:attrNameLst>
                                          <p:attrName>style.visibility</p:attrName>
                                        </p:attrNameLst>
                                      </p:cBhvr>
                                      <p:to>
                                        <p:strVal val="visible"/>
                                      </p:to>
                                    </p:set>
                                    <p:animEffect transition="in" filter="fade">
                                      <p:cBhvr>
                                        <p:cTn id="33" dur="800" decel="100000"/>
                                        <p:tgtEl>
                                          <p:spTgt spid="130051">
                                            <p:txEl>
                                              <p:pRg st="3" end="3"/>
                                            </p:txEl>
                                          </p:spTgt>
                                        </p:tgtEl>
                                      </p:cBhvr>
                                    </p:animEffect>
                                    <p:anim calcmode="lin" valueType="num">
                                      <p:cBhvr>
                                        <p:cTn id="34" dur="800" decel="100000" fill="hold"/>
                                        <p:tgtEl>
                                          <p:spTgt spid="130051">
                                            <p:txEl>
                                              <p:pRg st="3" end="3"/>
                                            </p:txEl>
                                          </p:spTgt>
                                        </p:tgtEl>
                                        <p:attrNameLst>
                                          <p:attrName>style.rotation</p:attrName>
                                        </p:attrNameLst>
                                      </p:cBhvr>
                                      <p:tavLst>
                                        <p:tav tm="0">
                                          <p:val>
                                            <p:fltVal val="-90"/>
                                          </p:val>
                                        </p:tav>
                                        <p:tav tm="100000">
                                          <p:val>
                                            <p:fltVal val="0"/>
                                          </p:val>
                                        </p:tav>
                                      </p:tavLst>
                                    </p:anim>
                                    <p:anim calcmode="lin" valueType="num">
                                      <p:cBhvr>
                                        <p:cTn id="35" dur="800" decel="100000" fill="hold"/>
                                        <p:tgtEl>
                                          <p:spTgt spid="130051">
                                            <p:txEl>
                                              <p:pRg st="3" end="3"/>
                                            </p:txEl>
                                          </p:spTgt>
                                        </p:tgtEl>
                                        <p:attrNameLst>
                                          <p:attrName>ppt_x</p:attrName>
                                        </p:attrNameLst>
                                      </p:cBhvr>
                                      <p:tavLst>
                                        <p:tav tm="0">
                                          <p:val>
                                            <p:strVal val="#ppt_x+0.4"/>
                                          </p:val>
                                        </p:tav>
                                        <p:tav tm="100000">
                                          <p:val>
                                            <p:strVal val="#ppt_x-0.05"/>
                                          </p:val>
                                        </p:tav>
                                      </p:tavLst>
                                    </p:anim>
                                    <p:anim calcmode="lin" valueType="num">
                                      <p:cBhvr>
                                        <p:cTn id="36" dur="800" decel="100000" fill="hold"/>
                                        <p:tgtEl>
                                          <p:spTgt spid="130051">
                                            <p:txEl>
                                              <p:pRg st="3" end="3"/>
                                            </p:txEl>
                                          </p:spTgt>
                                        </p:tgtEl>
                                        <p:attrNameLst>
                                          <p:attrName>ppt_y</p:attrName>
                                        </p:attrNameLst>
                                      </p:cBhvr>
                                      <p:tavLst>
                                        <p:tav tm="0">
                                          <p:val>
                                            <p:strVal val="#ppt_y-0.4"/>
                                          </p:val>
                                        </p:tav>
                                        <p:tav tm="100000">
                                          <p:val>
                                            <p:strVal val="#ppt_y+0.1"/>
                                          </p:val>
                                        </p:tav>
                                      </p:tavLst>
                                    </p:anim>
                                    <p:anim calcmode="lin" valueType="num">
                                      <p:cBhvr>
                                        <p:cTn id="37" dur="200" accel="100000" fill="hold">
                                          <p:stCondLst>
                                            <p:cond delay="800"/>
                                          </p:stCondLst>
                                        </p:cTn>
                                        <p:tgtEl>
                                          <p:spTgt spid="130051">
                                            <p:txEl>
                                              <p:pRg st="3" end="3"/>
                                            </p:txEl>
                                          </p:spTgt>
                                        </p:tgtEl>
                                        <p:attrNameLst>
                                          <p:attrName>ppt_x</p:attrName>
                                        </p:attrNameLst>
                                      </p:cBhvr>
                                      <p:tavLst>
                                        <p:tav tm="0">
                                          <p:val>
                                            <p:strVal val="#ppt_x-0.05"/>
                                          </p:val>
                                        </p:tav>
                                        <p:tav tm="100000">
                                          <p:val>
                                            <p:strVal val="#ppt_x"/>
                                          </p:val>
                                        </p:tav>
                                      </p:tavLst>
                                    </p:anim>
                                    <p:anim calcmode="lin" valueType="num">
                                      <p:cBhvr>
                                        <p:cTn id="38" dur="200" accel="100000" fill="hold">
                                          <p:stCondLst>
                                            <p:cond delay="800"/>
                                          </p:stCondLst>
                                        </p:cTn>
                                        <p:tgtEl>
                                          <p:spTgt spid="130051">
                                            <p:txEl>
                                              <p:pRg st="3" end="3"/>
                                            </p:txEl>
                                          </p:spTgt>
                                        </p:tgtEl>
                                        <p:attrNameLst>
                                          <p:attrName>ppt_y</p:attrName>
                                        </p:attrNameLst>
                                      </p:cBhvr>
                                      <p:tavLst>
                                        <p:tav tm="0">
                                          <p:val>
                                            <p:strVal val="#ppt_y+0.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30" presetClass="entr" presetSubtype="0" fill="hold" grpId="0" nodeType="clickEffect">
                                  <p:stCondLst>
                                    <p:cond delay="0"/>
                                  </p:stCondLst>
                                  <p:childTnLst>
                                    <p:set>
                                      <p:cBhvr>
                                        <p:cTn id="42" dur="1" fill="hold">
                                          <p:stCondLst>
                                            <p:cond delay="0"/>
                                          </p:stCondLst>
                                        </p:cTn>
                                        <p:tgtEl>
                                          <p:spTgt spid="130051">
                                            <p:txEl>
                                              <p:pRg st="4" end="4"/>
                                            </p:txEl>
                                          </p:spTgt>
                                        </p:tgtEl>
                                        <p:attrNameLst>
                                          <p:attrName>style.visibility</p:attrName>
                                        </p:attrNameLst>
                                      </p:cBhvr>
                                      <p:to>
                                        <p:strVal val="visible"/>
                                      </p:to>
                                    </p:set>
                                    <p:animEffect transition="in" filter="fade">
                                      <p:cBhvr>
                                        <p:cTn id="43" dur="800" decel="100000"/>
                                        <p:tgtEl>
                                          <p:spTgt spid="130051">
                                            <p:txEl>
                                              <p:pRg st="4" end="4"/>
                                            </p:txEl>
                                          </p:spTgt>
                                        </p:tgtEl>
                                      </p:cBhvr>
                                    </p:animEffect>
                                    <p:anim calcmode="lin" valueType="num">
                                      <p:cBhvr>
                                        <p:cTn id="44" dur="800" decel="100000" fill="hold"/>
                                        <p:tgtEl>
                                          <p:spTgt spid="130051">
                                            <p:txEl>
                                              <p:pRg st="4" end="4"/>
                                            </p:txEl>
                                          </p:spTgt>
                                        </p:tgtEl>
                                        <p:attrNameLst>
                                          <p:attrName>style.rotation</p:attrName>
                                        </p:attrNameLst>
                                      </p:cBhvr>
                                      <p:tavLst>
                                        <p:tav tm="0">
                                          <p:val>
                                            <p:fltVal val="-90"/>
                                          </p:val>
                                        </p:tav>
                                        <p:tav tm="100000">
                                          <p:val>
                                            <p:fltVal val="0"/>
                                          </p:val>
                                        </p:tav>
                                      </p:tavLst>
                                    </p:anim>
                                    <p:anim calcmode="lin" valueType="num">
                                      <p:cBhvr>
                                        <p:cTn id="45" dur="800" decel="100000" fill="hold"/>
                                        <p:tgtEl>
                                          <p:spTgt spid="130051">
                                            <p:txEl>
                                              <p:pRg st="4" end="4"/>
                                            </p:txEl>
                                          </p:spTgt>
                                        </p:tgtEl>
                                        <p:attrNameLst>
                                          <p:attrName>ppt_x</p:attrName>
                                        </p:attrNameLst>
                                      </p:cBhvr>
                                      <p:tavLst>
                                        <p:tav tm="0">
                                          <p:val>
                                            <p:strVal val="#ppt_x+0.4"/>
                                          </p:val>
                                        </p:tav>
                                        <p:tav tm="100000">
                                          <p:val>
                                            <p:strVal val="#ppt_x-0.05"/>
                                          </p:val>
                                        </p:tav>
                                      </p:tavLst>
                                    </p:anim>
                                    <p:anim calcmode="lin" valueType="num">
                                      <p:cBhvr>
                                        <p:cTn id="46" dur="800" decel="100000" fill="hold"/>
                                        <p:tgtEl>
                                          <p:spTgt spid="130051">
                                            <p:txEl>
                                              <p:pRg st="4" end="4"/>
                                            </p:txEl>
                                          </p:spTgt>
                                        </p:tgtEl>
                                        <p:attrNameLst>
                                          <p:attrName>ppt_y</p:attrName>
                                        </p:attrNameLst>
                                      </p:cBhvr>
                                      <p:tavLst>
                                        <p:tav tm="0">
                                          <p:val>
                                            <p:strVal val="#ppt_y-0.4"/>
                                          </p:val>
                                        </p:tav>
                                        <p:tav tm="100000">
                                          <p:val>
                                            <p:strVal val="#ppt_y+0.1"/>
                                          </p:val>
                                        </p:tav>
                                      </p:tavLst>
                                    </p:anim>
                                    <p:anim calcmode="lin" valueType="num">
                                      <p:cBhvr>
                                        <p:cTn id="47" dur="200" accel="100000" fill="hold">
                                          <p:stCondLst>
                                            <p:cond delay="800"/>
                                          </p:stCondLst>
                                        </p:cTn>
                                        <p:tgtEl>
                                          <p:spTgt spid="130051">
                                            <p:txEl>
                                              <p:pRg st="4" end="4"/>
                                            </p:txEl>
                                          </p:spTgt>
                                        </p:tgtEl>
                                        <p:attrNameLst>
                                          <p:attrName>ppt_x</p:attrName>
                                        </p:attrNameLst>
                                      </p:cBhvr>
                                      <p:tavLst>
                                        <p:tav tm="0">
                                          <p:val>
                                            <p:strVal val="#ppt_x-0.05"/>
                                          </p:val>
                                        </p:tav>
                                        <p:tav tm="100000">
                                          <p:val>
                                            <p:strVal val="#ppt_x"/>
                                          </p:val>
                                        </p:tav>
                                      </p:tavLst>
                                    </p:anim>
                                    <p:anim calcmode="lin" valueType="num">
                                      <p:cBhvr>
                                        <p:cTn id="48" dur="200" accel="100000" fill="hold">
                                          <p:stCondLst>
                                            <p:cond delay="800"/>
                                          </p:stCondLst>
                                        </p:cTn>
                                        <p:tgtEl>
                                          <p:spTgt spid="130051">
                                            <p:txEl>
                                              <p:pRg st="4" end="4"/>
                                            </p:txEl>
                                          </p:spTgt>
                                        </p:tgtEl>
                                        <p:attrNameLst>
                                          <p:attrName>ppt_y</p:attrName>
                                        </p:attrNameLst>
                                      </p:cBhvr>
                                      <p:tavLst>
                                        <p:tav tm="0">
                                          <p:val>
                                            <p:strVal val="#ppt_y+0.1"/>
                                          </p:val>
                                        </p:tav>
                                        <p:tav tm="100000">
                                          <p:val>
                                            <p:strVal val="#ppt_y"/>
                                          </p:val>
                                        </p:tav>
                                      </p:tavLst>
                                    </p:anim>
                                  </p:childTnLst>
                                </p:cTn>
                              </p:par>
                              <p:par>
                                <p:cTn id="49" presetID="30" presetClass="entr" presetSubtype="0" fill="hold" grpId="0" nodeType="withEffect">
                                  <p:stCondLst>
                                    <p:cond delay="0"/>
                                  </p:stCondLst>
                                  <p:childTnLst>
                                    <p:set>
                                      <p:cBhvr>
                                        <p:cTn id="50" dur="1" fill="hold">
                                          <p:stCondLst>
                                            <p:cond delay="0"/>
                                          </p:stCondLst>
                                        </p:cTn>
                                        <p:tgtEl>
                                          <p:spTgt spid="130051">
                                            <p:txEl>
                                              <p:pRg st="5" end="5"/>
                                            </p:txEl>
                                          </p:spTgt>
                                        </p:tgtEl>
                                        <p:attrNameLst>
                                          <p:attrName>style.visibility</p:attrName>
                                        </p:attrNameLst>
                                      </p:cBhvr>
                                      <p:to>
                                        <p:strVal val="visible"/>
                                      </p:to>
                                    </p:set>
                                    <p:animEffect transition="in" filter="fade">
                                      <p:cBhvr>
                                        <p:cTn id="51" dur="800" decel="100000"/>
                                        <p:tgtEl>
                                          <p:spTgt spid="130051">
                                            <p:txEl>
                                              <p:pRg st="5" end="5"/>
                                            </p:txEl>
                                          </p:spTgt>
                                        </p:tgtEl>
                                      </p:cBhvr>
                                    </p:animEffect>
                                    <p:anim calcmode="lin" valueType="num">
                                      <p:cBhvr>
                                        <p:cTn id="52" dur="800" decel="100000" fill="hold"/>
                                        <p:tgtEl>
                                          <p:spTgt spid="130051">
                                            <p:txEl>
                                              <p:pRg st="5" end="5"/>
                                            </p:txEl>
                                          </p:spTgt>
                                        </p:tgtEl>
                                        <p:attrNameLst>
                                          <p:attrName>style.rotation</p:attrName>
                                        </p:attrNameLst>
                                      </p:cBhvr>
                                      <p:tavLst>
                                        <p:tav tm="0">
                                          <p:val>
                                            <p:fltVal val="-90"/>
                                          </p:val>
                                        </p:tav>
                                        <p:tav tm="100000">
                                          <p:val>
                                            <p:fltVal val="0"/>
                                          </p:val>
                                        </p:tav>
                                      </p:tavLst>
                                    </p:anim>
                                    <p:anim calcmode="lin" valueType="num">
                                      <p:cBhvr>
                                        <p:cTn id="53" dur="800" decel="100000" fill="hold"/>
                                        <p:tgtEl>
                                          <p:spTgt spid="130051">
                                            <p:txEl>
                                              <p:pRg st="5" end="5"/>
                                            </p:txEl>
                                          </p:spTgt>
                                        </p:tgtEl>
                                        <p:attrNameLst>
                                          <p:attrName>ppt_x</p:attrName>
                                        </p:attrNameLst>
                                      </p:cBhvr>
                                      <p:tavLst>
                                        <p:tav tm="0">
                                          <p:val>
                                            <p:strVal val="#ppt_x+0.4"/>
                                          </p:val>
                                        </p:tav>
                                        <p:tav tm="100000">
                                          <p:val>
                                            <p:strVal val="#ppt_x-0.05"/>
                                          </p:val>
                                        </p:tav>
                                      </p:tavLst>
                                    </p:anim>
                                    <p:anim calcmode="lin" valueType="num">
                                      <p:cBhvr>
                                        <p:cTn id="54" dur="800" decel="100000" fill="hold"/>
                                        <p:tgtEl>
                                          <p:spTgt spid="130051">
                                            <p:txEl>
                                              <p:pRg st="5" end="5"/>
                                            </p:txEl>
                                          </p:spTgt>
                                        </p:tgtEl>
                                        <p:attrNameLst>
                                          <p:attrName>ppt_y</p:attrName>
                                        </p:attrNameLst>
                                      </p:cBhvr>
                                      <p:tavLst>
                                        <p:tav tm="0">
                                          <p:val>
                                            <p:strVal val="#ppt_y-0.4"/>
                                          </p:val>
                                        </p:tav>
                                        <p:tav tm="100000">
                                          <p:val>
                                            <p:strVal val="#ppt_y+0.1"/>
                                          </p:val>
                                        </p:tav>
                                      </p:tavLst>
                                    </p:anim>
                                    <p:anim calcmode="lin" valueType="num">
                                      <p:cBhvr>
                                        <p:cTn id="55" dur="200" accel="100000" fill="hold">
                                          <p:stCondLst>
                                            <p:cond delay="800"/>
                                          </p:stCondLst>
                                        </p:cTn>
                                        <p:tgtEl>
                                          <p:spTgt spid="130051">
                                            <p:txEl>
                                              <p:pRg st="5" end="5"/>
                                            </p:txEl>
                                          </p:spTgt>
                                        </p:tgtEl>
                                        <p:attrNameLst>
                                          <p:attrName>ppt_x</p:attrName>
                                        </p:attrNameLst>
                                      </p:cBhvr>
                                      <p:tavLst>
                                        <p:tav tm="0">
                                          <p:val>
                                            <p:strVal val="#ppt_x-0.05"/>
                                          </p:val>
                                        </p:tav>
                                        <p:tav tm="100000">
                                          <p:val>
                                            <p:strVal val="#ppt_x"/>
                                          </p:val>
                                        </p:tav>
                                      </p:tavLst>
                                    </p:anim>
                                    <p:anim calcmode="lin" valueType="num">
                                      <p:cBhvr>
                                        <p:cTn id="56" dur="200" accel="100000" fill="hold">
                                          <p:stCondLst>
                                            <p:cond delay="800"/>
                                          </p:stCondLst>
                                        </p:cTn>
                                        <p:tgtEl>
                                          <p:spTgt spid="130051">
                                            <p:txEl>
                                              <p:pRg st="5" end="5"/>
                                            </p:txEl>
                                          </p:spTgt>
                                        </p:tgtEl>
                                        <p:attrNameLst>
                                          <p:attrName>ppt_y</p:attrName>
                                        </p:attrNameLst>
                                      </p:cBhvr>
                                      <p:tavLst>
                                        <p:tav tm="0">
                                          <p:val>
                                            <p:strVal val="#ppt_y+0.1"/>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30" presetClass="entr" presetSubtype="0" fill="hold" grpId="0" nodeType="clickEffect">
                                  <p:stCondLst>
                                    <p:cond delay="0"/>
                                  </p:stCondLst>
                                  <p:childTnLst>
                                    <p:set>
                                      <p:cBhvr>
                                        <p:cTn id="60" dur="1" fill="hold">
                                          <p:stCondLst>
                                            <p:cond delay="0"/>
                                          </p:stCondLst>
                                        </p:cTn>
                                        <p:tgtEl>
                                          <p:spTgt spid="130051">
                                            <p:txEl>
                                              <p:pRg st="6" end="6"/>
                                            </p:txEl>
                                          </p:spTgt>
                                        </p:tgtEl>
                                        <p:attrNameLst>
                                          <p:attrName>style.visibility</p:attrName>
                                        </p:attrNameLst>
                                      </p:cBhvr>
                                      <p:to>
                                        <p:strVal val="visible"/>
                                      </p:to>
                                    </p:set>
                                    <p:animEffect transition="in" filter="fade">
                                      <p:cBhvr>
                                        <p:cTn id="61" dur="800" decel="100000"/>
                                        <p:tgtEl>
                                          <p:spTgt spid="130051">
                                            <p:txEl>
                                              <p:pRg st="6" end="6"/>
                                            </p:txEl>
                                          </p:spTgt>
                                        </p:tgtEl>
                                      </p:cBhvr>
                                    </p:animEffect>
                                    <p:anim calcmode="lin" valueType="num">
                                      <p:cBhvr>
                                        <p:cTn id="62" dur="800" decel="100000" fill="hold"/>
                                        <p:tgtEl>
                                          <p:spTgt spid="130051">
                                            <p:txEl>
                                              <p:pRg st="6" end="6"/>
                                            </p:txEl>
                                          </p:spTgt>
                                        </p:tgtEl>
                                        <p:attrNameLst>
                                          <p:attrName>style.rotation</p:attrName>
                                        </p:attrNameLst>
                                      </p:cBhvr>
                                      <p:tavLst>
                                        <p:tav tm="0">
                                          <p:val>
                                            <p:fltVal val="-90"/>
                                          </p:val>
                                        </p:tav>
                                        <p:tav tm="100000">
                                          <p:val>
                                            <p:fltVal val="0"/>
                                          </p:val>
                                        </p:tav>
                                      </p:tavLst>
                                    </p:anim>
                                    <p:anim calcmode="lin" valueType="num">
                                      <p:cBhvr>
                                        <p:cTn id="63" dur="800" decel="100000" fill="hold"/>
                                        <p:tgtEl>
                                          <p:spTgt spid="130051">
                                            <p:txEl>
                                              <p:pRg st="6" end="6"/>
                                            </p:txEl>
                                          </p:spTgt>
                                        </p:tgtEl>
                                        <p:attrNameLst>
                                          <p:attrName>ppt_x</p:attrName>
                                        </p:attrNameLst>
                                      </p:cBhvr>
                                      <p:tavLst>
                                        <p:tav tm="0">
                                          <p:val>
                                            <p:strVal val="#ppt_x+0.4"/>
                                          </p:val>
                                        </p:tav>
                                        <p:tav tm="100000">
                                          <p:val>
                                            <p:strVal val="#ppt_x-0.05"/>
                                          </p:val>
                                        </p:tav>
                                      </p:tavLst>
                                    </p:anim>
                                    <p:anim calcmode="lin" valueType="num">
                                      <p:cBhvr>
                                        <p:cTn id="64" dur="800" decel="100000" fill="hold"/>
                                        <p:tgtEl>
                                          <p:spTgt spid="130051">
                                            <p:txEl>
                                              <p:pRg st="6" end="6"/>
                                            </p:txEl>
                                          </p:spTgt>
                                        </p:tgtEl>
                                        <p:attrNameLst>
                                          <p:attrName>ppt_y</p:attrName>
                                        </p:attrNameLst>
                                      </p:cBhvr>
                                      <p:tavLst>
                                        <p:tav tm="0">
                                          <p:val>
                                            <p:strVal val="#ppt_y-0.4"/>
                                          </p:val>
                                        </p:tav>
                                        <p:tav tm="100000">
                                          <p:val>
                                            <p:strVal val="#ppt_y+0.1"/>
                                          </p:val>
                                        </p:tav>
                                      </p:tavLst>
                                    </p:anim>
                                    <p:anim calcmode="lin" valueType="num">
                                      <p:cBhvr>
                                        <p:cTn id="65" dur="200" accel="100000" fill="hold">
                                          <p:stCondLst>
                                            <p:cond delay="800"/>
                                          </p:stCondLst>
                                        </p:cTn>
                                        <p:tgtEl>
                                          <p:spTgt spid="130051">
                                            <p:txEl>
                                              <p:pRg st="6" end="6"/>
                                            </p:txEl>
                                          </p:spTgt>
                                        </p:tgtEl>
                                        <p:attrNameLst>
                                          <p:attrName>ppt_x</p:attrName>
                                        </p:attrNameLst>
                                      </p:cBhvr>
                                      <p:tavLst>
                                        <p:tav tm="0">
                                          <p:val>
                                            <p:strVal val="#ppt_x-0.05"/>
                                          </p:val>
                                        </p:tav>
                                        <p:tav tm="100000">
                                          <p:val>
                                            <p:strVal val="#ppt_x"/>
                                          </p:val>
                                        </p:tav>
                                      </p:tavLst>
                                    </p:anim>
                                    <p:anim calcmode="lin" valueType="num">
                                      <p:cBhvr>
                                        <p:cTn id="66" dur="200" accel="100000" fill="hold">
                                          <p:stCondLst>
                                            <p:cond delay="800"/>
                                          </p:stCondLst>
                                        </p:cTn>
                                        <p:tgtEl>
                                          <p:spTgt spid="130051">
                                            <p:txEl>
                                              <p:pRg st="6" end="6"/>
                                            </p:txEl>
                                          </p:spTgt>
                                        </p:tgtEl>
                                        <p:attrNameLst>
                                          <p:attrName>ppt_y</p:attrName>
                                        </p:attrNameLst>
                                      </p:cBhvr>
                                      <p:tavLst>
                                        <p:tav tm="0">
                                          <p:val>
                                            <p:strVal val="#ppt_y+0.1"/>
                                          </p:val>
                                        </p:tav>
                                        <p:tav tm="100000">
                                          <p:val>
                                            <p:strVal val="#ppt_y"/>
                                          </p:val>
                                        </p:tav>
                                      </p:tavLst>
                                    </p:anim>
                                  </p:childTnLst>
                                </p:cTn>
                              </p:par>
                              <p:par>
                                <p:cTn id="67" presetID="30" presetClass="entr" presetSubtype="0" fill="hold" grpId="0" nodeType="withEffect">
                                  <p:stCondLst>
                                    <p:cond delay="0"/>
                                  </p:stCondLst>
                                  <p:childTnLst>
                                    <p:set>
                                      <p:cBhvr>
                                        <p:cTn id="68" dur="1" fill="hold">
                                          <p:stCondLst>
                                            <p:cond delay="0"/>
                                          </p:stCondLst>
                                        </p:cTn>
                                        <p:tgtEl>
                                          <p:spTgt spid="130051">
                                            <p:txEl>
                                              <p:pRg st="7" end="7"/>
                                            </p:txEl>
                                          </p:spTgt>
                                        </p:tgtEl>
                                        <p:attrNameLst>
                                          <p:attrName>style.visibility</p:attrName>
                                        </p:attrNameLst>
                                      </p:cBhvr>
                                      <p:to>
                                        <p:strVal val="visible"/>
                                      </p:to>
                                    </p:set>
                                    <p:animEffect transition="in" filter="fade">
                                      <p:cBhvr>
                                        <p:cTn id="69" dur="800" decel="100000"/>
                                        <p:tgtEl>
                                          <p:spTgt spid="130051">
                                            <p:txEl>
                                              <p:pRg st="7" end="7"/>
                                            </p:txEl>
                                          </p:spTgt>
                                        </p:tgtEl>
                                      </p:cBhvr>
                                    </p:animEffect>
                                    <p:anim calcmode="lin" valueType="num">
                                      <p:cBhvr>
                                        <p:cTn id="70" dur="800" decel="100000" fill="hold"/>
                                        <p:tgtEl>
                                          <p:spTgt spid="130051">
                                            <p:txEl>
                                              <p:pRg st="7" end="7"/>
                                            </p:txEl>
                                          </p:spTgt>
                                        </p:tgtEl>
                                        <p:attrNameLst>
                                          <p:attrName>style.rotation</p:attrName>
                                        </p:attrNameLst>
                                      </p:cBhvr>
                                      <p:tavLst>
                                        <p:tav tm="0">
                                          <p:val>
                                            <p:fltVal val="-90"/>
                                          </p:val>
                                        </p:tav>
                                        <p:tav tm="100000">
                                          <p:val>
                                            <p:fltVal val="0"/>
                                          </p:val>
                                        </p:tav>
                                      </p:tavLst>
                                    </p:anim>
                                    <p:anim calcmode="lin" valueType="num">
                                      <p:cBhvr>
                                        <p:cTn id="71" dur="800" decel="100000" fill="hold"/>
                                        <p:tgtEl>
                                          <p:spTgt spid="130051">
                                            <p:txEl>
                                              <p:pRg st="7" end="7"/>
                                            </p:txEl>
                                          </p:spTgt>
                                        </p:tgtEl>
                                        <p:attrNameLst>
                                          <p:attrName>ppt_x</p:attrName>
                                        </p:attrNameLst>
                                      </p:cBhvr>
                                      <p:tavLst>
                                        <p:tav tm="0">
                                          <p:val>
                                            <p:strVal val="#ppt_x+0.4"/>
                                          </p:val>
                                        </p:tav>
                                        <p:tav tm="100000">
                                          <p:val>
                                            <p:strVal val="#ppt_x-0.05"/>
                                          </p:val>
                                        </p:tav>
                                      </p:tavLst>
                                    </p:anim>
                                    <p:anim calcmode="lin" valueType="num">
                                      <p:cBhvr>
                                        <p:cTn id="72" dur="800" decel="100000" fill="hold"/>
                                        <p:tgtEl>
                                          <p:spTgt spid="130051">
                                            <p:txEl>
                                              <p:pRg st="7" end="7"/>
                                            </p:txEl>
                                          </p:spTgt>
                                        </p:tgtEl>
                                        <p:attrNameLst>
                                          <p:attrName>ppt_y</p:attrName>
                                        </p:attrNameLst>
                                      </p:cBhvr>
                                      <p:tavLst>
                                        <p:tav tm="0">
                                          <p:val>
                                            <p:strVal val="#ppt_y-0.4"/>
                                          </p:val>
                                        </p:tav>
                                        <p:tav tm="100000">
                                          <p:val>
                                            <p:strVal val="#ppt_y+0.1"/>
                                          </p:val>
                                        </p:tav>
                                      </p:tavLst>
                                    </p:anim>
                                    <p:anim calcmode="lin" valueType="num">
                                      <p:cBhvr>
                                        <p:cTn id="73" dur="200" accel="100000" fill="hold">
                                          <p:stCondLst>
                                            <p:cond delay="800"/>
                                          </p:stCondLst>
                                        </p:cTn>
                                        <p:tgtEl>
                                          <p:spTgt spid="130051">
                                            <p:txEl>
                                              <p:pRg st="7" end="7"/>
                                            </p:txEl>
                                          </p:spTgt>
                                        </p:tgtEl>
                                        <p:attrNameLst>
                                          <p:attrName>ppt_x</p:attrName>
                                        </p:attrNameLst>
                                      </p:cBhvr>
                                      <p:tavLst>
                                        <p:tav tm="0">
                                          <p:val>
                                            <p:strVal val="#ppt_x-0.05"/>
                                          </p:val>
                                        </p:tav>
                                        <p:tav tm="100000">
                                          <p:val>
                                            <p:strVal val="#ppt_x"/>
                                          </p:val>
                                        </p:tav>
                                      </p:tavLst>
                                    </p:anim>
                                    <p:anim calcmode="lin" valueType="num">
                                      <p:cBhvr>
                                        <p:cTn id="74" dur="200" accel="100000" fill="hold">
                                          <p:stCondLst>
                                            <p:cond delay="800"/>
                                          </p:stCondLst>
                                        </p:cTn>
                                        <p:tgtEl>
                                          <p:spTgt spid="130051">
                                            <p:txEl>
                                              <p:pRg st="7" end="7"/>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36F18EC-E926-44AB-9131-6EA3B795839A}" type="slidenum">
              <a:rPr lang="en-US" altLang="en-US" sz="1000" smtClean="0"/>
              <a:pPr>
                <a:spcBef>
                  <a:spcPct val="0"/>
                </a:spcBef>
                <a:buClrTx/>
                <a:buSzTx/>
                <a:buFontTx/>
                <a:buNone/>
              </a:pPr>
              <a:t>7</a:t>
            </a:fld>
            <a:endParaRPr lang="en-US" altLang="en-US" sz="1000"/>
          </a:p>
        </p:txBody>
      </p:sp>
      <p:sp>
        <p:nvSpPr>
          <p:cNvPr id="10243" name="Rectangle 2"/>
          <p:cNvSpPr>
            <a:spLocks noGrp="1" noChangeArrowheads="1"/>
          </p:cNvSpPr>
          <p:nvPr>
            <p:ph type="title"/>
          </p:nvPr>
        </p:nvSpPr>
        <p:spPr/>
        <p:txBody>
          <a:bodyPr/>
          <a:lstStyle/>
          <a:p>
            <a:pPr eaLnBrk="1" hangingPunct="1"/>
            <a:r>
              <a:rPr lang="en-US" altLang="vi-VN"/>
              <a:t>Chu trình và đường đi Euler</a:t>
            </a:r>
          </a:p>
        </p:txBody>
      </p:sp>
      <p:sp>
        <p:nvSpPr>
          <p:cNvPr id="134147" name="Rectangle 3"/>
          <p:cNvSpPr>
            <a:spLocks noGrp="1" noChangeArrowheads="1"/>
          </p:cNvSpPr>
          <p:nvPr>
            <p:ph type="body" sz="half" idx="1"/>
          </p:nvPr>
        </p:nvSpPr>
        <p:spPr>
          <a:xfrm>
            <a:off x="457200" y="1295400"/>
            <a:ext cx="8229600" cy="2128838"/>
          </a:xfrm>
        </p:spPr>
        <p:txBody>
          <a:bodyPr/>
          <a:lstStyle/>
          <a:p>
            <a:pPr eaLnBrk="1" hangingPunct="1"/>
            <a:r>
              <a:rPr lang="en-US" altLang="vi-VN" sz="2600"/>
              <a:t>Định nghĩa</a:t>
            </a:r>
          </a:p>
          <a:p>
            <a:pPr lvl="1" eaLnBrk="1" hangingPunct="1"/>
            <a:r>
              <a:rPr lang="en-US" altLang="vi-VN" sz="2200"/>
              <a:t>Ví dụ: </a:t>
            </a:r>
            <a:r>
              <a:rPr lang="en-US" altLang="vi-VN" sz="2200" i="1"/>
              <a:t>Chỉ ra đường đi và chu trình Euler (nếu có) trong các đồ thị sau đây?</a:t>
            </a:r>
          </a:p>
          <a:p>
            <a:pPr lvl="1" eaLnBrk="1" hangingPunct="1"/>
            <a:endParaRPr lang="en-US" altLang="vi-VN" sz="2200" i="1"/>
          </a:p>
        </p:txBody>
      </p:sp>
      <p:pic>
        <p:nvPicPr>
          <p:cNvPr id="134157" name="Picture 13"/>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000558" y="2434869"/>
            <a:ext cx="5611091" cy="1871807"/>
          </a:xfrm>
        </p:spPr>
      </p:pic>
      <p:sp>
        <p:nvSpPr>
          <p:cNvPr id="10246"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grpSp>
        <p:nvGrpSpPr>
          <p:cNvPr id="25" name="Nhóm 24"/>
          <p:cNvGrpSpPr/>
          <p:nvPr/>
        </p:nvGrpSpPr>
        <p:grpSpPr>
          <a:xfrm>
            <a:off x="1772139" y="4335607"/>
            <a:ext cx="5500198" cy="1822993"/>
            <a:chOff x="1772139" y="4335607"/>
            <a:chExt cx="5500198" cy="1822993"/>
          </a:xfrm>
        </p:grpSpPr>
        <p:pic>
          <p:nvPicPr>
            <p:cNvPr id="22" name="Ảnh 21"/>
            <p:cNvPicPr>
              <a:picLocks noChangeAspect="1"/>
            </p:cNvPicPr>
            <p:nvPr/>
          </p:nvPicPr>
          <p:blipFill>
            <a:blip r:embed="rId4"/>
            <a:stretch>
              <a:fillRect/>
            </a:stretch>
          </p:blipFill>
          <p:spPr>
            <a:xfrm>
              <a:off x="1772139" y="4335607"/>
              <a:ext cx="1438275" cy="1743075"/>
            </a:xfrm>
            <a:prstGeom prst="rect">
              <a:avLst/>
            </a:prstGeom>
          </p:spPr>
        </p:pic>
        <p:pic>
          <p:nvPicPr>
            <p:cNvPr id="23" name="Ảnh 22"/>
            <p:cNvPicPr>
              <a:picLocks noChangeAspect="1"/>
            </p:cNvPicPr>
            <p:nvPr/>
          </p:nvPicPr>
          <p:blipFill>
            <a:blip r:embed="rId5"/>
            <a:stretch>
              <a:fillRect/>
            </a:stretch>
          </p:blipFill>
          <p:spPr>
            <a:xfrm>
              <a:off x="5834062" y="4396475"/>
              <a:ext cx="1438275" cy="1762125"/>
            </a:xfrm>
            <a:prstGeom prst="rect">
              <a:avLst/>
            </a:prstGeom>
          </p:spPr>
        </p:pic>
        <p:pic>
          <p:nvPicPr>
            <p:cNvPr id="24" name="Ảnh 23"/>
            <p:cNvPicPr>
              <a:picLocks noChangeAspect="1"/>
            </p:cNvPicPr>
            <p:nvPr/>
          </p:nvPicPr>
          <p:blipFill>
            <a:blip r:embed="rId6"/>
            <a:stretch>
              <a:fillRect/>
            </a:stretch>
          </p:blipFill>
          <p:spPr>
            <a:xfrm>
              <a:off x="3657600" y="4358466"/>
              <a:ext cx="1885950" cy="169735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7" presetClass="entr" presetSubtype="0" fill="hold" grpId="0" nodeType="withEffect">
                                  <p:stCondLst>
                                    <p:cond delay="0"/>
                                  </p:stCondLst>
                                  <p:iterate type="lt">
                                    <p:tmPct val="50000"/>
                                  </p:iterate>
                                  <p:childTnLst>
                                    <p:set>
                                      <p:cBhvr>
                                        <p:cTn id="6" dur="1" fill="hold">
                                          <p:stCondLst>
                                            <p:cond delay="0"/>
                                          </p:stCondLst>
                                        </p:cTn>
                                        <p:tgtEl>
                                          <p:spTgt spid="134147">
                                            <p:txEl>
                                              <p:pRg st="1" end="1"/>
                                            </p:txEl>
                                          </p:spTgt>
                                        </p:tgtEl>
                                        <p:attrNameLst>
                                          <p:attrName>style.visibility</p:attrName>
                                        </p:attrNameLst>
                                      </p:cBhvr>
                                      <p:to>
                                        <p:strVal val="visible"/>
                                      </p:to>
                                    </p:set>
                                    <p:anim calcmode="discrete" valueType="clr">
                                      <p:cBhvr override="childStyle">
                                        <p:cTn id="7" dur="80"/>
                                        <p:tgtEl>
                                          <p:spTgt spid="134147">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34147">
                                            <p:txEl>
                                              <p:pRg st="1" end="1"/>
                                            </p:txEl>
                                          </p:spTgt>
                                        </p:tgtEl>
                                        <p:attrNameLst>
                                          <p:attrName>fillcolor</p:attrName>
                                        </p:attrNameLst>
                                      </p:cBhvr>
                                      <p:tavLst>
                                        <p:tav tm="0">
                                          <p:val>
                                            <p:clrVal>
                                              <a:schemeClr val="accent2"/>
                                            </p:clrVal>
                                          </p:val>
                                        </p:tav>
                                        <p:tav tm="50000">
                                          <p:val>
                                            <p:clrVal>
                                              <a:schemeClr val="hlink"/>
                                            </p:clrVal>
                                          </p:val>
                                        </p:tav>
                                      </p:tavLst>
                                    </p:anim>
                                    <p:set>
                                      <p:cBhvr>
                                        <p:cTn id="9" dur="80"/>
                                        <p:tgtEl>
                                          <p:spTgt spid="134147">
                                            <p:txEl>
                                              <p:pRg st="1" end="1"/>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4157"/>
                                        </p:tgtEl>
                                        <p:attrNameLst>
                                          <p:attrName>style.visibility</p:attrName>
                                        </p:attrNameLst>
                                      </p:cBhvr>
                                      <p:to>
                                        <p:strVal val="visible"/>
                                      </p:to>
                                    </p:set>
                                    <p:animEffect transition="in" filter="fade">
                                      <p:cBhvr>
                                        <p:cTn id="14" dur="1000"/>
                                        <p:tgtEl>
                                          <p:spTgt spid="134157"/>
                                        </p:tgtEl>
                                      </p:cBhvr>
                                    </p:animEffect>
                                    <p:anim calcmode="lin" valueType="num">
                                      <p:cBhvr>
                                        <p:cTn id="15" dur="1000" fill="hold"/>
                                        <p:tgtEl>
                                          <p:spTgt spid="134157"/>
                                        </p:tgtEl>
                                        <p:attrNameLst>
                                          <p:attrName>ppt_x</p:attrName>
                                        </p:attrNameLst>
                                      </p:cBhvr>
                                      <p:tavLst>
                                        <p:tav tm="0">
                                          <p:val>
                                            <p:strVal val="#ppt_x"/>
                                          </p:val>
                                        </p:tav>
                                        <p:tav tm="100000">
                                          <p:val>
                                            <p:strVal val="#ppt_x"/>
                                          </p:val>
                                        </p:tav>
                                      </p:tavLst>
                                    </p:anim>
                                    <p:anim calcmode="lin" valueType="num">
                                      <p:cBhvr>
                                        <p:cTn id="16" dur="1000" fill="hold"/>
                                        <p:tgtEl>
                                          <p:spTgt spid="13415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1000"/>
                                        <p:tgtEl>
                                          <p:spTgt spid="25"/>
                                        </p:tgtEl>
                                      </p:cBhvr>
                                    </p:animEffect>
                                    <p:anim calcmode="lin" valueType="num">
                                      <p:cBhvr>
                                        <p:cTn id="22" dur="1000" fill="hold"/>
                                        <p:tgtEl>
                                          <p:spTgt spid="25"/>
                                        </p:tgtEl>
                                        <p:attrNameLst>
                                          <p:attrName>ppt_x</p:attrName>
                                        </p:attrNameLst>
                                      </p:cBhvr>
                                      <p:tavLst>
                                        <p:tav tm="0">
                                          <p:val>
                                            <p:strVal val="#ppt_x"/>
                                          </p:val>
                                        </p:tav>
                                        <p:tav tm="100000">
                                          <p:val>
                                            <p:strVal val="#ppt_x"/>
                                          </p:val>
                                        </p:tav>
                                      </p:tavLst>
                                    </p:anim>
                                    <p:anim calcmode="lin" valueType="num">
                                      <p:cBhvr>
                                        <p:cTn id="23"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4F5F0A4-E43F-455D-9ABA-AEC699EF66A5}" type="slidenum">
              <a:rPr lang="en-US" altLang="en-US" sz="1000" smtClean="0"/>
              <a:pPr>
                <a:spcBef>
                  <a:spcPct val="0"/>
                </a:spcBef>
                <a:buClrTx/>
                <a:buSzTx/>
                <a:buFontTx/>
                <a:buNone/>
              </a:pPr>
              <a:t>8</a:t>
            </a:fld>
            <a:endParaRPr lang="en-US" altLang="en-US" sz="1000"/>
          </a:p>
        </p:txBody>
      </p:sp>
      <p:sp>
        <p:nvSpPr>
          <p:cNvPr id="11267" name="Rectangle 2"/>
          <p:cNvSpPr>
            <a:spLocks noGrp="1" noChangeArrowheads="1"/>
          </p:cNvSpPr>
          <p:nvPr>
            <p:ph type="title"/>
          </p:nvPr>
        </p:nvSpPr>
        <p:spPr/>
        <p:txBody>
          <a:bodyPr/>
          <a:lstStyle/>
          <a:p>
            <a:pPr eaLnBrk="1" hangingPunct="1"/>
            <a:r>
              <a:rPr lang="en-US" altLang="vi-VN"/>
              <a:t>Chu trình và đường đi Euler</a:t>
            </a:r>
          </a:p>
        </p:txBody>
      </p:sp>
      <p:sp>
        <p:nvSpPr>
          <p:cNvPr id="135171" name="Rectangle 3"/>
          <p:cNvSpPr>
            <a:spLocks noGrp="1" noChangeArrowheads="1"/>
          </p:cNvSpPr>
          <p:nvPr>
            <p:ph type="body" idx="1"/>
          </p:nvPr>
        </p:nvSpPr>
        <p:spPr/>
        <p:txBody>
          <a:bodyPr/>
          <a:lstStyle/>
          <a:p>
            <a:pPr eaLnBrk="1" hangingPunct="1"/>
            <a:r>
              <a:rPr lang="en-US" altLang="vi-VN" dirty="0" err="1"/>
              <a:t>Trong</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vô</a:t>
            </a:r>
            <a:r>
              <a:rPr lang="en-US" altLang="vi-VN" dirty="0"/>
              <a:t> </a:t>
            </a:r>
            <a:r>
              <a:rPr lang="en-US" altLang="vi-VN" dirty="0" err="1"/>
              <a:t>hướng</a:t>
            </a:r>
            <a:endParaRPr lang="en-US" altLang="vi-VN" dirty="0"/>
          </a:p>
          <a:p>
            <a:pPr lvl="1" eaLnBrk="1" hangingPunct="1"/>
            <a:r>
              <a:rPr lang="en-US" altLang="vi-VN" dirty="0" err="1"/>
              <a:t>Định</a:t>
            </a:r>
            <a:r>
              <a:rPr lang="en-US" altLang="vi-VN" dirty="0"/>
              <a:t> </a:t>
            </a:r>
            <a:r>
              <a:rPr lang="en-US" altLang="vi-VN" dirty="0" err="1"/>
              <a:t>lý</a:t>
            </a:r>
            <a:r>
              <a:rPr lang="en-US" altLang="vi-VN" dirty="0"/>
              <a:t> </a:t>
            </a:r>
            <a:r>
              <a:rPr lang="en-US" altLang="vi-VN" dirty="0" err="1"/>
              <a:t>về</a:t>
            </a:r>
            <a:r>
              <a:rPr lang="en-US" altLang="vi-VN" dirty="0"/>
              <a:t> </a:t>
            </a:r>
            <a:r>
              <a:rPr lang="en-US" altLang="vi-VN" dirty="0" err="1"/>
              <a:t>chu</a:t>
            </a:r>
            <a:r>
              <a:rPr lang="en-US" altLang="vi-VN" dirty="0"/>
              <a:t> </a:t>
            </a:r>
            <a:r>
              <a:rPr lang="en-US" altLang="vi-VN" dirty="0" err="1"/>
              <a:t>trình</a:t>
            </a:r>
            <a:r>
              <a:rPr lang="en-US" altLang="vi-VN" dirty="0"/>
              <a:t> Euler</a:t>
            </a:r>
          </a:p>
          <a:p>
            <a:pPr lvl="2" eaLnBrk="1" hangingPunct="1"/>
            <a:r>
              <a:rPr lang="en-US" altLang="vi-VN" i="1" dirty="0" err="1"/>
              <a:t>Một</a:t>
            </a:r>
            <a:r>
              <a:rPr lang="en-US" altLang="vi-VN" i="1" dirty="0"/>
              <a:t> </a:t>
            </a:r>
            <a:r>
              <a:rPr lang="en-US" altLang="vi-VN" i="1" dirty="0" err="1"/>
              <a:t>đồ</a:t>
            </a:r>
            <a:r>
              <a:rPr lang="en-US" altLang="vi-VN" i="1" dirty="0"/>
              <a:t> </a:t>
            </a:r>
            <a:r>
              <a:rPr lang="en-US" altLang="vi-VN" i="1" dirty="0" err="1"/>
              <a:t>thị</a:t>
            </a:r>
            <a:r>
              <a:rPr lang="en-US" altLang="vi-VN" i="1" dirty="0"/>
              <a:t> </a:t>
            </a:r>
            <a:r>
              <a:rPr lang="en-US" altLang="vi-VN" i="1" dirty="0" err="1"/>
              <a:t>liên</a:t>
            </a:r>
            <a:r>
              <a:rPr lang="en-US" altLang="vi-VN" i="1" dirty="0"/>
              <a:t> </a:t>
            </a:r>
            <a:r>
              <a:rPr lang="en-US" altLang="vi-VN" i="1" dirty="0" err="1"/>
              <a:t>thông</a:t>
            </a:r>
            <a:r>
              <a:rPr lang="en-US" altLang="vi-VN" i="1" dirty="0"/>
              <a:t> G=(V, E) </a:t>
            </a:r>
            <a:r>
              <a:rPr lang="en-US" altLang="vi-VN" i="1" dirty="0" err="1"/>
              <a:t>có</a:t>
            </a:r>
            <a:r>
              <a:rPr lang="en-US" altLang="vi-VN" i="1" dirty="0"/>
              <a:t> </a:t>
            </a:r>
            <a:r>
              <a:rPr lang="en-US" altLang="vi-VN" i="1" dirty="0" err="1"/>
              <a:t>chu</a:t>
            </a:r>
            <a:r>
              <a:rPr lang="en-US" altLang="vi-VN" i="1" dirty="0"/>
              <a:t> </a:t>
            </a:r>
            <a:r>
              <a:rPr lang="en-US" altLang="vi-VN" i="1" dirty="0" err="1"/>
              <a:t>trình</a:t>
            </a:r>
            <a:r>
              <a:rPr lang="en-US" altLang="vi-VN" i="1" dirty="0"/>
              <a:t> Euler </a:t>
            </a:r>
            <a:r>
              <a:rPr lang="en-US" altLang="vi-VN" i="1" dirty="0" err="1"/>
              <a:t>khi</a:t>
            </a:r>
            <a:r>
              <a:rPr lang="en-US" altLang="vi-VN" i="1" dirty="0"/>
              <a:t> </a:t>
            </a:r>
            <a:r>
              <a:rPr lang="en-US" altLang="vi-VN" i="1" dirty="0" err="1"/>
              <a:t>và</a:t>
            </a:r>
            <a:r>
              <a:rPr lang="en-US" altLang="vi-VN" i="1" dirty="0"/>
              <a:t> </a:t>
            </a:r>
            <a:r>
              <a:rPr lang="en-US" altLang="vi-VN" i="1" dirty="0" err="1"/>
              <a:t>chỉ</a:t>
            </a:r>
            <a:r>
              <a:rPr lang="en-US" altLang="vi-VN" i="1" dirty="0"/>
              <a:t> </a:t>
            </a:r>
            <a:r>
              <a:rPr lang="en-US" altLang="vi-VN" i="1" dirty="0" err="1"/>
              <a:t>khi</a:t>
            </a:r>
            <a:r>
              <a:rPr lang="en-US" altLang="vi-VN" i="1" dirty="0"/>
              <a:t> </a:t>
            </a:r>
            <a:r>
              <a:rPr lang="en-US" altLang="vi-VN" i="1" dirty="0" err="1"/>
              <a:t>mỗi</a:t>
            </a:r>
            <a:r>
              <a:rPr lang="en-US" altLang="vi-VN" i="1" dirty="0"/>
              <a:t> </a:t>
            </a:r>
            <a:r>
              <a:rPr lang="en-US" altLang="vi-VN" i="1" dirty="0" err="1"/>
              <a:t>đỉnh</a:t>
            </a:r>
            <a:r>
              <a:rPr lang="en-US" altLang="vi-VN" i="1" dirty="0"/>
              <a:t> </a:t>
            </a:r>
            <a:r>
              <a:rPr lang="en-US" altLang="vi-VN" i="1" dirty="0" err="1"/>
              <a:t>của</a:t>
            </a:r>
            <a:r>
              <a:rPr lang="en-US" altLang="vi-VN" i="1" dirty="0"/>
              <a:t> </a:t>
            </a:r>
            <a:r>
              <a:rPr lang="en-US" altLang="vi-VN" i="1" dirty="0" err="1"/>
              <a:t>nó</a:t>
            </a:r>
            <a:r>
              <a:rPr lang="en-US" altLang="vi-VN" i="1" dirty="0"/>
              <a:t> </a:t>
            </a:r>
            <a:r>
              <a:rPr lang="en-US" altLang="vi-VN" i="1" dirty="0" err="1"/>
              <a:t>đều</a:t>
            </a:r>
            <a:r>
              <a:rPr lang="en-US" altLang="vi-VN" i="1" dirty="0"/>
              <a:t> </a:t>
            </a:r>
            <a:r>
              <a:rPr lang="en-US" altLang="vi-VN" i="1" dirty="0" err="1"/>
              <a:t>có</a:t>
            </a:r>
            <a:r>
              <a:rPr lang="en-US" altLang="vi-VN" i="1" dirty="0"/>
              <a:t> </a:t>
            </a:r>
            <a:r>
              <a:rPr lang="en-US" altLang="vi-VN" i="1" dirty="0" err="1"/>
              <a:t>bậc</a:t>
            </a:r>
            <a:r>
              <a:rPr lang="en-US" altLang="vi-VN" i="1" dirty="0"/>
              <a:t> </a:t>
            </a:r>
            <a:r>
              <a:rPr lang="en-US" altLang="vi-VN" i="1" dirty="0" err="1"/>
              <a:t>chẵn</a:t>
            </a:r>
            <a:r>
              <a:rPr lang="en-US" altLang="vi-VN" i="1" dirty="0"/>
              <a:t>.</a:t>
            </a:r>
          </a:p>
          <a:p>
            <a:pPr lvl="1" eaLnBrk="1" hangingPunct="1"/>
            <a:r>
              <a:rPr lang="en-US" altLang="vi-VN" dirty="0" err="1"/>
              <a:t>Áp</a:t>
            </a:r>
            <a:r>
              <a:rPr lang="en-US" altLang="vi-VN" dirty="0"/>
              <a:t> </a:t>
            </a:r>
            <a:r>
              <a:rPr lang="en-US" altLang="vi-VN" dirty="0" err="1"/>
              <a:t>dụng</a:t>
            </a:r>
            <a:r>
              <a:rPr lang="en-US" altLang="vi-VN" dirty="0"/>
              <a:t> </a:t>
            </a:r>
            <a:r>
              <a:rPr lang="en-US" altLang="vi-VN" dirty="0" err="1"/>
              <a:t>định</a:t>
            </a:r>
            <a:r>
              <a:rPr lang="en-US" altLang="vi-VN" dirty="0"/>
              <a:t> </a:t>
            </a:r>
            <a:r>
              <a:rPr lang="en-US" altLang="vi-VN" dirty="0" err="1"/>
              <a:t>lý</a:t>
            </a:r>
            <a:r>
              <a:rPr lang="en-US" altLang="vi-VN" dirty="0"/>
              <a:t> </a:t>
            </a:r>
            <a:r>
              <a:rPr lang="en-US" altLang="vi-VN" dirty="0" err="1"/>
              <a:t>trên</a:t>
            </a:r>
            <a:r>
              <a:rPr lang="en-US" altLang="vi-VN" dirty="0"/>
              <a:t> </a:t>
            </a:r>
            <a:r>
              <a:rPr lang="en-US" altLang="vi-VN" dirty="0" err="1"/>
              <a:t>tìm</a:t>
            </a:r>
            <a:r>
              <a:rPr lang="en-US" altLang="vi-VN" dirty="0"/>
              <a:t> </a:t>
            </a:r>
            <a:r>
              <a:rPr lang="en-US" altLang="vi-VN" dirty="0" err="1"/>
              <a:t>lời</a:t>
            </a:r>
            <a:r>
              <a:rPr lang="en-US" altLang="vi-VN" dirty="0"/>
              <a:t> </a:t>
            </a:r>
            <a:r>
              <a:rPr lang="en-US" altLang="vi-VN" dirty="0" err="1"/>
              <a:t>giải</a:t>
            </a:r>
            <a:r>
              <a:rPr lang="en-US" altLang="vi-VN" dirty="0"/>
              <a:t> </a:t>
            </a:r>
            <a:r>
              <a:rPr lang="en-US" altLang="vi-VN" dirty="0" err="1"/>
              <a:t>cho</a:t>
            </a:r>
            <a:r>
              <a:rPr lang="en-US" altLang="vi-VN" dirty="0"/>
              <a:t> </a:t>
            </a:r>
            <a:r>
              <a:rPr lang="en-US" altLang="vi-VN" dirty="0" err="1"/>
              <a:t>bài</a:t>
            </a:r>
            <a:r>
              <a:rPr lang="en-US" altLang="vi-VN" dirty="0"/>
              <a:t> </a:t>
            </a:r>
            <a:r>
              <a:rPr lang="en-US" altLang="vi-VN" dirty="0" err="1"/>
              <a:t>toán</a:t>
            </a:r>
            <a:r>
              <a:rPr lang="en-US" altLang="vi-VN" dirty="0"/>
              <a:t> </a:t>
            </a:r>
            <a:r>
              <a:rPr lang="en-US" altLang="vi-VN" dirty="0" err="1"/>
              <a:t>mở</a:t>
            </a:r>
            <a:r>
              <a:rPr lang="en-US" altLang="vi-VN" dirty="0"/>
              <a:t> </a:t>
            </a:r>
            <a:r>
              <a:rPr lang="en-US" altLang="vi-VN" dirty="0" err="1"/>
              <a:t>đầu</a:t>
            </a:r>
            <a:r>
              <a:rPr lang="en-US" altLang="vi-VN" dirty="0"/>
              <a:t>?</a:t>
            </a:r>
          </a:p>
        </p:txBody>
      </p:sp>
      <p:sp>
        <p:nvSpPr>
          <p:cNvPr id="11269"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grpSp>
        <p:nvGrpSpPr>
          <p:cNvPr id="15" name="Group 14">
            <a:extLst>
              <a:ext uri="{FF2B5EF4-FFF2-40B4-BE49-F238E27FC236}">
                <a16:creationId xmlns:a16="http://schemas.microsoft.com/office/drawing/2014/main" id="{C088F43D-013D-C04E-DFF9-FA970AE5B10A}"/>
              </a:ext>
            </a:extLst>
          </p:cNvPr>
          <p:cNvGrpSpPr/>
          <p:nvPr/>
        </p:nvGrpSpPr>
        <p:grpSpPr>
          <a:xfrm>
            <a:off x="2194924" y="4000500"/>
            <a:ext cx="5891801" cy="2130425"/>
            <a:chOff x="2194924" y="4000500"/>
            <a:chExt cx="5891801" cy="2130425"/>
          </a:xfrm>
        </p:grpSpPr>
        <p:pic>
          <p:nvPicPr>
            <p:cNvPr id="11270" name="Picture 11" descr="Konigsberg_en.gif (13320 bytes)">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4924" y="4134644"/>
              <a:ext cx="2381250" cy="178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Nhóm 6">
              <a:extLst>
                <a:ext uri="{FF2B5EF4-FFF2-40B4-BE49-F238E27FC236}">
                  <a16:creationId xmlns:a16="http://schemas.microsoft.com/office/drawing/2014/main" id="{C715E252-2A51-9113-F502-B7AD0B9E2C7D}"/>
                </a:ext>
              </a:extLst>
            </p:cNvPr>
            <p:cNvGrpSpPr/>
            <p:nvPr/>
          </p:nvGrpSpPr>
          <p:grpSpPr>
            <a:xfrm>
              <a:off x="5246688" y="4000500"/>
              <a:ext cx="2840037" cy="2130425"/>
              <a:chOff x="5246688" y="4000500"/>
              <a:chExt cx="2840037" cy="2130425"/>
            </a:xfrm>
          </p:grpSpPr>
          <p:grpSp>
            <p:nvGrpSpPr>
              <p:cNvPr id="4" name="Nhóm 3">
                <a:extLst>
                  <a:ext uri="{FF2B5EF4-FFF2-40B4-BE49-F238E27FC236}">
                    <a16:creationId xmlns:a16="http://schemas.microsoft.com/office/drawing/2014/main" id="{A35D068B-52A7-8730-40FD-9E0283CCCD36}"/>
                  </a:ext>
                </a:extLst>
              </p:cNvPr>
              <p:cNvGrpSpPr/>
              <p:nvPr/>
            </p:nvGrpSpPr>
            <p:grpSpPr>
              <a:xfrm>
                <a:off x="5246688" y="4000500"/>
                <a:ext cx="2840037" cy="2130425"/>
                <a:chOff x="5246688" y="4000500"/>
                <a:chExt cx="2840037" cy="2130425"/>
              </a:xfrm>
            </p:grpSpPr>
            <p:pic>
              <p:nvPicPr>
                <p:cNvPr id="6" name="Picture 18" descr="T1_N137_A6_KonigsGraph">
                  <a:extLst>
                    <a:ext uri="{FF2B5EF4-FFF2-40B4-BE49-F238E27FC236}">
                      <a16:creationId xmlns:a16="http://schemas.microsoft.com/office/drawing/2014/main" id="{E68DE940-6C79-565A-4E8B-7EC4692968E2}"/>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5246688" y="4000500"/>
                  <a:ext cx="2840037" cy="2130425"/>
                </a:xfrm>
                <a:noFill/>
              </p:spPr>
            </p:pic>
            <p:pic>
              <p:nvPicPr>
                <p:cNvPr id="7" name="Ảnh 1">
                  <a:extLst>
                    <a:ext uri="{FF2B5EF4-FFF2-40B4-BE49-F238E27FC236}">
                      <a16:creationId xmlns:a16="http://schemas.microsoft.com/office/drawing/2014/main" id="{80095B4F-0AE0-7B30-C7C3-02B587D51EFD}"/>
                    </a:ext>
                  </a:extLst>
                </p:cNvPr>
                <p:cNvPicPr>
                  <a:picLocks noChangeAspect="1"/>
                </p:cNvPicPr>
                <p:nvPr/>
              </p:nvPicPr>
              <p:blipFill>
                <a:blip r:embed="rId5"/>
                <a:stretch>
                  <a:fillRect/>
                </a:stretch>
              </p:blipFill>
              <p:spPr>
                <a:xfrm>
                  <a:off x="5766148" y="5741661"/>
                  <a:ext cx="238125" cy="238125"/>
                </a:xfrm>
                <a:prstGeom prst="rect">
                  <a:avLst/>
                </a:prstGeom>
              </p:spPr>
            </p:pic>
            <p:pic>
              <p:nvPicPr>
                <p:cNvPr id="14" name="Ảnh 2">
                  <a:extLst>
                    <a:ext uri="{FF2B5EF4-FFF2-40B4-BE49-F238E27FC236}">
                      <a16:creationId xmlns:a16="http://schemas.microsoft.com/office/drawing/2014/main" id="{22187404-A4D5-D640-153F-17D64AAD27E6}"/>
                    </a:ext>
                  </a:extLst>
                </p:cNvPr>
                <p:cNvPicPr>
                  <a:picLocks noChangeAspect="1"/>
                </p:cNvPicPr>
                <p:nvPr/>
              </p:nvPicPr>
              <p:blipFill>
                <a:blip r:embed="rId6"/>
                <a:stretch>
                  <a:fillRect/>
                </a:stretch>
              </p:blipFill>
              <p:spPr>
                <a:xfrm>
                  <a:off x="7344297" y="4960937"/>
                  <a:ext cx="238125" cy="209550"/>
                </a:xfrm>
                <a:prstGeom prst="rect">
                  <a:avLst/>
                </a:prstGeom>
              </p:spPr>
            </p:pic>
          </p:grpSp>
          <p:pic>
            <p:nvPicPr>
              <p:cNvPr id="5" name="Ảnh 5">
                <a:extLst>
                  <a:ext uri="{FF2B5EF4-FFF2-40B4-BE49-F238E27FC236}">
                    <a16:creationId xmlns:a16="http://schemas.microsoft.com/office/drawing/2014/main" id="{ED575086-6A16-8271-7431-A2425331DE19}"/>
                  </a:ext>
                </a:extLst>
              </p:cNvPr>
              <p:cNvPicPr>
                <a:picLocks noChangeAspect="1"/>
              </p:cNvPicPr>
              <p:nvPr/>
            </p:nvPicPr>
            <p:blipFill>
              <a:blip r:embed="rId7"/>
              <a:stretch>
                <a:fillRect/>
              </a:stretch>
            </p:blipFill>
            <p:spPr>
              <a:xfrm>
                <a:off x="6078753" y="4823384"/>
                <a:ext cx="146685" cy="136208"/>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fade">
                                      <p:cBhvr>
                                        <p:cTn id="7" dur="1000"/>
                                        <p:tgtEl>
                                          <p:spTgt spid="135171">
                                            <p:txEl>
                                              <p:pRg st="0" end="0"/>
                                            </p:txEl>
                                          </p:spTgt>
                                        </p:tgtEl>
                                      </p:cBhvr>
                                    </p:animEffect>
                                    <p:anim calcmode="lin" valueType="num">
                                      <p:cBhvr>
                                        <p:cTn id="8" dur="1000" fill="hold"/>
                                        <p:tgtEl>
                                          <p:spTgt spid="1351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517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5171">
                                            <p:txEl>
                                              <p:pRg st="1" end="1"/>
                                            </p:txEl>
                                          </p:spTgt>
                                        </p:tgtEl>
                                        <p:attrNameLst>
                                          <p:attrName>style.visibility</p:attrName>
                                        </p:attrNameLst>
                                      </p:cBhvr>
                                      <p:to>
                                        <p:strVal val="visible"/>
                                      </p:to>
                                    </p:set>
                                    <p:animEffect transition="in" filter="fade">
                                      <p:cBhvr>
                                        <p:cTn id="12" dur="1000"/>
                                        <p:tgtEl>
                                          <p:spTgt spid="135171">
                                            <p:txEl>
                                              <p:pRg st="1" end="1"/>
                                            </p:txEl>
                                          </p:spTgt>
                                        </p:tgtEl>
                                      </p:cBhvr>
                                    </p:animEffect>
                                    <p:anim calcmode="lin" valueType="num">
                                      <p:cBhvr>
                                        <p:cTn id="13" dur="1000" fill="hold"/>
                                        <p:tgtEl>
                                          <p:spTgt spid="1351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517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5171">
                                            <p:txEl>
                                              <p:pRg st="2" end="2"/>
                                            </p:txEl>
                                          </p:spTgt>
                                        </p:tgtEl>
                                        <p:attrNameLst>
                                          <p:attrName>style.visibility</p:attrName>
                                        </p:attrNameLst>
                                      </p:cBhvr>
                                      <p:to>
                                        <p:strVal val="visible"/>
                                      </p:to>
                                    </p:set>
                                    <p:animEffect transition="in" filter="fade">
                                      <p:cBhvr>
                                        <p:cTn id="17" dur="1000"/>
                                        <p:tgtEl>
                                          <p:spTgt spid="135171">
                                            <p:txEl>
                                              <p:pRg st="2" end="2"/>
                                            </p:txEl>
                                          </p:spTgt>
                                        </p:tgtEl>
                                      </p:cBhvr>
                                    </p:animEffect>
                                    <p:anim calcmode="lin" valueType="num">
                                      <p:cBhvr>
                                        <p:cTn id="18" dur="1000" fill="hold"/>
                                        <p:tgtEl>
                                          <p:spTgt spid="13517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3517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35171">
                                            <p:txEl>
                                              <p:pRg st="3" end="3"/>
                                            </p:txEl>
                                          </p:spTgt>
                                        </p:tgtEl>
                                        <p:attrNameLst>
                                          <p:attrName>style.visibility</p:attrName>
                                        </p:attrNameLst>
                                      </p:cBhvr>
                                      <p:to>
                                        <p:strVal val="visible"/>
                                      </p:to>
                                    </p:set>
                                    <p:animEffect transition="in" filter="fade">
                                      <p:cBhvr>
                                        <p:cTn id="24" dur="1000"/>
                                        <p:tgtEl>
                                          <p:spTgt spid="135171">
                                            <p:txEl>
                                              <p:pRg st="3" end="3"/>
                                            </p:txEl>
                                          </p:spTgt>
                                        </p:tgtEl>
                                      </p:cBhvr>
                                    </p:animEffect>
                                    <p:anim calcmode="lin" valueType="num">
                                      <p:cBhvr>
                                        <p:cTn id="25" dur="1000" fill="hold"/>
                                        <p:tgtEl>
                                          <p:spTgt spid="135171">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351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1000"/>
                                        <p:tgtEl>
                                          <p:spTgt spid="15"/>
                                        </p:tgtEl>
                                      </p:cBhvr>
                                    </p:animEffect>
                                    <p:anim calcmode="lin" valueType="num">
                                      <p:cBhvr>
                                        <p:cTn id="32" dur="1000" fill="hold"/>
                                        <p:tgtEl>
                                          <p:spTgt spid="15"/>
                                        </p:tgtEl>
                                        <p:attrNameLst>
                                          <p:attrName>ppt_x</p:attrName>
                                        </p:attrNameLst>
                                      </p:cBhvr>
                                      <p:tavLst>
                                        <p:tav tm="0">
                                          <p:val>
                                            <p:strVal val="#ppt_x"/>
                                          </p:val>
                                        </p:tav>
                                        <p:tav tm="100000">
                                          <p:val>
                                            <p:strVal val="#ppt_x"/>
                                          </p:val>
                                        </p:tav>
                                      </p:tavLst>
                                    </p:anim>
                                    <p:anim calcmode="lin" valueType="num">
                                      <p:cBhvr>
                                        <p:cTn id="3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1C21F48-B4B4-4AF2-BC34-A9EAFC477CDD}" type="slidenum">
              <a:rPr lang="en-US" altLang="en-US" sz="1000" smtClean="0"/>
              <a:pPr>
                <a:spcBef>
                  <a:spcPct val="0"/>
                </a:spcBef>
                <a:buClrTx/>
                <a:buSzTx/>
                <a:buFontTx/>
                <a:buNone/>
              </a:pPr>
              <a:t>9</a:t>
            </a:fld>
            <a:endParaRPr lang="en-US" altLang="en-US" sz="1000"/>
          </a:p>
        </p:txBody>
      </p:sp>
      <p:sp>
        <p:nvSpPr>
          <p:cNvPr id="12291" name="Rectangle 2"/>
          <p:cNvSpPr>
            <a:spLocks noGrp="1" noChangeArrowheads="1"/>
          </p:cNvSpPr>
          <p:nvPr>
            <p:ph type="title"/>
          </p:nvPr>
        </p:nvSpPr>
        <p:spPr>
          <a:xfrm>
            <a:off x="457200" y="122238"/>
            <a:ext cx="7543800" cy="868362"/>
          </a:xfrm>
        </p:spPr>
        <p:txBody>
          <a:bodyPr/>
          <a:lstStyle/>
          <a:p>
            <a:pPr eaLnBrk="1" hangingPunct="1"/>
            <a:r>
              <a:rPr lang="en-US" altLang="vi-VN"/>
              <a:t>Chu trình và đường đi Euler</a:t>
            </a:r>
          </a:p>
        </p:txBody>
      </p:sp>
      <p:sp>
        <p:nvSpPr>
          <p:cNvPr id="135171" name="Rectangle 3"/>
          <p:cNvSpPr>
            <a:spLocks noGrp="1" noChangeArrowheads="1"/>
          </p:cNvSpPr>
          <p:nvPr>
            <p:ph type="body" idx="1"/>
          </p:nvPr>
        </p:nvSpPr>
        <p:spPr>
          <a:xfrm>
            <a:off x="457200" y="1219200"/>
            <a:ext cx="8382000" cy="4953000"/>
          </a:xfrm>
        </p:spPr>
        <p:txBody>
          <a:bodyPr/>
          <a:lstStyle/>
          <a:p>
            <a:pPr eaLnBrk="1" hangingPunct="1"/>
            <a:r>
              <a:rPr lang="en-US" altLang="vi-VN" sz="2800" dirty="0" err="1"/>
              <a:t>Trong</a:t>
            </a:r>
            <a:r>
              <a:rPr lang="en-US" altLang="vi-VN" sz="2800" dirty="0"/>
              <a:t> </a:t>
            </a:r>
            <a:r>
              <a:rPr lang="en-US" altLang="vi-VN" sz="2800" dirty="0" err="1"/>
              <a:t>đồ</a:t>
            </a:r>
            <a:r>
              <a:rPr lang="en-US" altLang="vi-VN" sz="2800" dirty="0"/>
              <a:t> </a:t>
            </a:r>
            <a:r>
              <a:rPr lang="en-US" altLang="vi-VN" sz="2800" dirty="0" err="1"/>
              <a:t>thị</a:t>
            </a:r>
            <a:r>
              <a:rPr lang="en-US" altLang="vi-VN" sz="2800" dirty="0"/>
              <a:t> </a:t>
            </a:r>
            <a:r>
              <a:rPr lang="en-US" altLang="vi-VN" sz="2800" dirty="0" err="1"/>
              <a:t>vô</a:t>
            </a:r>
            <a:r>
              <a:rPr lang="en-US" altLang="vi-VN" sz="2800" dirty="0"/>
              <a:t> </a:t>
            </a:r>
            <a:r>
              <a:rPr lang="en-US" altLang="vi-VN" sz="2800" dirty="0" err="1"/>
              <a:t>hướng</a:t>
            </a:r>
            <a:endParaRPr lang="en-US" altLang="vi-VN" sz="2800" dirty="0"/>
          </a:p>
          <a:p>
            <a:pPr lvl="1" eaLnBrk="1" hangingPunct="1"/>
            <a:r>
              <a:rPr lang="en-US" altLang="vi-VN" sz="2200" dirty="0" err="1"/>
              <a:t>Các</a:t>
            </a:r>
            <a:r>
              <a:rPr lang="en-US" altLang="vi-VN" sz="2200" dirty="0"/>
              <a:t> </a:t>
            </a:r>
            <a:r>
              <a:rPr lang="en-US" altLang="vi-VN" sz="2200" dirty="0" err="1"/>
              <a:t>thuật</a:t>
            </a:r>
            <a:r>
              <a:rPr lang="en-US" altLang="vi-VN" sz="2200" dirty="0"/>
              <a:t> </a:t>
            </a:r>
            <a:r>
              <a:rPr lang="en-US" altLang="vi-VN" sz="2200" dirty="0" err="1"/>
              <a:t>toán</a:t>
            </a:r>
            <a:r>
              <a:rPr lang="en-US" altLang="vi-VN" sz="2200" dirty="0"/>
              <a:t> </a:t>
            </a:r>
            <a:r>
              <a:rPr lang="en-US" altLang="vi-VN" sz="2200" dirty="0" err="1"/>
              <a:t>tìm</a:t>
            </a:r>
            <a:r>
              <a:rPr lang="en-US" altLang="vi-VN" sz="2200" dirty="0"/>
              <a:t> </a:t>
            </a:r>
            <a:r>
              <a:rPr lang="en-US" altLang="vi-VN" sz="2200" dirty="0" err="1"/>
              <a:t>chu</a:t>
            </a:r>
            <a:r>
              <a:rPr lang="en-US" altLang="vi-VN" sz="2200" dirty="0"/>
              <a:t> </a:t>
            </a:r>
            <a:r>
              <a:rPr lang="en-US" altLang="vi-VN" sz="2200" dirty="0" err="1"/>
              <a:t>trình</a:t>
            </a:r>
            <a:r>
              <a:rPr lang="en-US" altLang="vi-VN" sz="2200" dirty="0"/>
              <a:t> Euler:  </a:t>
            </a:r>
          </a:p>
          <a:p>
            <a:pPr lvl="1" eaLnBrk="1" hangingPunct="1">
              <a:buFont typeface="Wingdings" panose="05000000000000000000" pitchFamily="2" charset="2"/>
              <a:buNone/>
            </a:pPr>
            <a:r>
              <a:rPr lang="en-US" altLang="vi-VN" sz="2200" dirty="0"/>
              <a:t> 1. </a:t>
            </a:r>
            <a:r>
              <a:rPr lang="en-US" altLang="vi-VN" sz="2200" dirty="0" err="1"/>
              <a:t>Thuật</a:t>
            </a:r>
            <a:r>
              <a:rPr lang="en-US" altLang="vi-VN" sz="2200" dirty="0"/>
              <a:t> </a:t>
            </a:r>
            <a:r>
              <a:rPr lang="en-US" altLang="vi-VN" sz="2200" dirty="0" err="1"/>
              <a:t>toán</a:t>
            </a:r>
            <a:r>
              <a:rPr lang="en-US" altLang="vi-VN" sz="2200" dirty="0"/>
              <a:t> Euler</a:t>
            </a:r>
          </a:p>
          <a:p>
            <a:pPr lvl="1" eaLnBrk="1" hangingPunct="1">
              <a:buFont typeface="Wingdings" panose="05000000000000000000" pitchFamily="2" charset="2"/>
              <a:buNone/>
            </a:pPr>
            <a:r>
              <a:rPr lang="en-US" altLang="vi-VN" sz="1900" dirty="0"/>
              <a:t>       </a:t>
            </a:r>
            <a:r>
              <a:rPr lang="en-US" altLang="vi-VN" sz="1900" dirty="0" err="1"/>
              <a:t>Ký</a:t>
            </a:r>
            <a:r>
              <a:rPr lang="en-US" altLang="vi-VN" sz="1900" dirty="0"/>
              <a:t> </a:t>
            </a:r>
            <a:r>
              <a:rPr lang="en-US" altLang="vi-VN" sz="1900" dirty="0" err="1"/>
              <a:t>hiệu</a:t>
            </a:r>
            <a:r>
              <a:rPr lang="en-US" altLang="vi-VN" sz="1900" dirty="0"/>
              <a:t>: C – </a:t>
            </a:r>
            <a:r>
              <a:rPr lang="en-US" altLang="vi-VN" sz="1900" dirty="0" err="1"/>
              <a:t>chu</a:t>
            </a:r>
            <a:r>
              <a:rPr lang="en-US" altLang="vi-VN" sz="1900" dirty="0"/>
              <a:t> </a:t>
            </a:r>
            <a:r>
              <a:rPr lang="en-US" altLang="vi-VN" sz="1900" dirty="0" err="1"/>
              <a:t>trình</a:t>
            </a:r>
            <a:r>
              <a:rPr lang="en-US" altLang="vi-VN" sz="1900" dirty="0"/>
              <a:t> Euler </a:t>
            </a:r>
            <a:r>
              <a:rPr lang="en-US" altLang="vi-VN" sz="1900" dirty="0" err="1"/>
              <a:t>cần</a:t>
            </a:r>
            <a:r>
              <a:rPr lang="en-US" altLang="vi-VN" sz="1900" dirty="0"/>
              <a:t> </a:t>
            </a:r>
            <a:r>
              <a:rPr lang="en-US" altLang="vi-VN" sz="1900" dirty="0" err="1"/>
              <a:t>tìm</a:t>
            </a:r>
            <a:r>
              <a:rPr lang="en-US" altLang="vi-VN" sz="1900" dirty="0"/>
              <a:t> </a:t>
            </a:r>
            <a:r>
              <a:rPr lang="en-US" altLang="vi-VN" sz="1900" dirty="0" err="1"/>
              <a:t>của</a:t>
            </a:r>
            <a:r>
              <a:rPr lang="en-US" altLang="vi-VN" sz="1900" dirty="0"/>
              <a:t> </a:t>
            </a:r>
            <a:r>
              <a:rPr lang="en-US" altLang="vi-VN" sz="1900" dirty="0" err="1"/>
              <a:t>đồ</a:t>
            </a:r>
            <a:r>
              <a:rPr lang="en-US" altLang="vi-VN" sz="1900" dirty="0"/>
              <a:t> </a:t>
            </a:r>
            <a:r>
              <a:rPr lang="en-US" altLang="vi-VN" sz="1900" dirty="0" err="1"/>
              <a:t>thị</a:t>
            </a:r>
            <a:r>
              <a:rPr lang="en-US" altLang="vi-VN" sz="1900" dirty="0"/>
              <a:t> G.</a:t>
            </a:r>
          </a:p>
          <a:p>
            <a:pPr lvl="1" eaLnBrk="1" hangingPunct="1">
              <a:buFont typeface="Wingdings" panose="05000000000000000000" pitchFamily="2" charset="2"/>
              <a:buNone/>
            </a:pPr>
            <a:r>
              <a:rPr lang="en-US" altLang="vi-VN" sz="1900" dirty="0"/>
              <a:t>     </a:t>
            </a:r>
            <a:r>
              <a:rPr lang="en-US" altLang="vi-VN" sz="1900" dirty="0" err="1"/>
              <a:t>Bước</a:t>
            </a:r>
            <a:r>
              <a:rPr lang="en-US" altLang="vi-VN" sz="1900" dirty="0"/>
              <a:t> 1: </a:t>
            </a:r>
            <a:r>
              <a:rPr lang="en-US" altLang="vi-VN" sz="1900" dirty="0" err="1"/>
              <a:t>Đặt</a:t>
            </a:r>
            <a:r>
              <a:rPr lang="en-US" altLang="vi-VN" sz="1900" dirty="0"/>
              <a:t> H := G, k :=1, C := </a:t>
            </a:r>
            <a:r>
              <a:rPr lang="en-US" altLang="vi-VN" sz="1900" dirty="0">
                <a:sym typeface="Symbol" panose="05050102010706020507" pitchFamily="18" charset="2"/>
              </a:rPr>
              <a:t>. </a:t>
            </a:r>
            <a:r>
              <a:rPr lang="en-US" altLang="vi-VN" sz="1900" dirty="0" err="1">
                <a:sym typeface="Symbol" panose="05050102010706020507" pitchFamily="18" charset="2"/>
              </a:rPr>
              <a:t>Chọn</a:t>
            </a:r>
            <a:r>
              <a:rPr lang="en-US" altLang="vi-VN" sz="1900" dirty="0">
                <a:sym typeface="Symbol" panose="05050102010706020507" pitchFamily="18" charset="2"/>
              </a:rPr>
              <a:t> </a:t>
            </a:r>
            <a:r>
              <a:rPr lang="en-US" altLang="vi-VN" sz="1900" dirty="0" err="1">
                <a:sym typeface="Symbol" panose="05050102010706020507" pitchFamily="18" charset="2"/>
              </a:rPr>
              <a:t>đỉnh</a:t>
            </a:r>
            <a:r>
              <a:rPr lang="en-US" altLang="vi-VN" sz="1900" dirty="0">
                <a:sym typeface="Symbol" panose="05050102010706020507" pitchFamily="18" charset="2"/>
              </a:rPr>
              <a:t> v </a:t>
            </a:r>
            <a:r>
              <a:rPr lang="en-US" altLang="vi-VN" sz="1900" dirty="0" err="1">
                <a:sym typeface="Symbol" panose="05050102010706020507" pitchFamily="18" charset="2"/>
              </a:rPr>
              <a:t>bất</a:t>
            </a:r>
            <a:r>
              <a:rPr lang="en-US" altLang="vi-VN" sz="1900" dirty="0">
                <a:sym typeface="Symbol" panose="05050102010706020507" pitchFamily="18" charset="2"/>
              </a:rPr>
              <a:t> </a:t>
            </a:r>
            <a:r>
              <a:rPr lang="en-US" altLang="vi-VN" sz="1900" dirty="0" err="1">
                <a:sym typeface="Symbol" panose="05050102010706020507" pitchFamily="18" charset="2"/>
              </a:rPr>
              <a:t>kỳ</a:t>
            </a:r>
            <a:r>
              <a:rPr lang="en-US" altLang="vi-VN" sz="1900" dirty="0">
                <a:sym typeface="Symbol" panose="05050102010706020507" pitchFamily="18" charset="2"/>
              </a:rPr>
              <a:t> </a:t>
            </a:r>
            <a:r>
              <a:rPr lang="en-US" altLang="vi-VN" sz="1900" dirty="0" err="1">
                <a:sym typeface="Symbol" panose="05050102010706020507" pitchFamily="18" charset="2"/>
              </a:rPr>
              <a:t>của</a:t>
            </a:r>
            <a:r>
              <a:rPr lang="en-US" altLang="vi-VN" sz="1900" dirty="0">
                <a:sym typeface="Symbol" panose="05050102010706020507" pitchFamily="18" charset="2"/>
              </a:rPr>
              <a:t> G.</a:t>
            </a:r>
          </a:p>
          <a:p>
            <a:pPr lvl="1" eaLnBrk="1" hangingPunct="1">
              <a:buFont typeface="Wingdings" panose="05000000000000000000" pitchFamily="2" charset="2"/>
              <a:buNone/>
            </a:pPr>
            <a:r>
              <a:rPr lang="en-US" altLang="vi-VN" sz="1900" dirty="0">
                <a:sym typeface="Symbol" panose="05050102010706020507" pitchFamily="18" charset="2"/>
              </a:rPr>
              <a:t>     </a:t>
            </a:r>
            <a:r>
              <a:rPr lang="en-US" altLang="vi-VN" sz="1900" dirty="0" err="1">
                <a:sym typeface="Symbol" panose="05050102010706020507" pitchFamily="18" charset="2"/>
              </a:rPr>
              <a:t>Bước</a:t>
            </a:r>
            <a:r>
              <a:rPr lang="en-US" altLang="vi-VN" sz="1900" dirty="0">
                <a:sym typeface="Symbol" panose="05050102010706020507" pitchFamily="18" charset="2"/>
              </a:rPr>
              <a:t> 2: </a:t>
            </a:r>
            <a:r>
              <a:rPr lang="en-US" altLang="vi-VN" sz="1900" dirty="0" err="1">
                <a:sym typeface="Symbol" panose="05050102010706020507" pitchFamily="18" charset="2"/>
              </a:rPr>
              <a:t>Xuất</a:t>
            </a:r>
            <a:r>
              <a:rPr lang="en-US" altLang="vi-VN" sz="1900" dirty="0">
                <a:sym typeface="Symbol" panose="05050102010706020507" pitchFamily="18" charset="2"/>
              </a:rPr>
              <a:t> </a:t>
            </a:r>
            <a:r>
              <a:rPr lang="en-US" altLang="vi-VN" sz="1900" dirty="0" err="1">
                <a:sym typeface="Symbol" panose="05050102010706020507" pitchFamily="18" charset="2"/>
              </a:rPr>
              <a:t>phát</a:t>
            </a:r>
            <a:r>
              <a:rPr lang="en-US" altLang="vi-VN" sz="1900" dirty="0">
                <a:sym typeface="Symbol" panose="05050102010706020507" pitchFamily="18" charset="2"/>
              </a:rPr>
              <a:t> </a:t>
            </a:r>
            <a:r>
              <a:rPr lang="en-US" altLang="vi-VN" sz="1900" dirty="0" err="1">
                <a:sym typeface="Symbol" panose="05050102010706020507" pitchFamily="18" charset="2"/>
              </a:rPr>
              <a:t>từ</a:t>
            </a:r>
            <a:r>
              <a:rPr lang="en-US" altLang="vi-VN" sz="1900" dirty="0">
                <a:sym typeface="Symbol" panose="05050102010706020507" pitchFamily="18" charset="2"/>
              </a:rPr>
              <a:t> v, </a:t>
            </a:r>
            <a:r>
              <a:rPr lang="en-US" altLang="vi-VN" sz="1900" dirty="0" err="1">
                <a:sym typeface="Symbol" panose="05050102010706020507" pitchFamily="18" charset="2"/>
              </a:rPr>
              <a:t>xây</a:t>
            </a:r>
            <a:r>
              <a:rPr lang="en-US" altLang="vi-VN" sz="1900" dirty="0">
                <a:sym typeface="Symbol" panose="05050102010706020507" pitchFamily="18" charset="2"/>
              </a:rPr>
              <a:t> </a:t>
            </a:r>
            <a:r>
              <a:rPr lang="en-US" altLang="vi-VN" sz="1900" dirty="0" err="1">
                <a:sym typeface="Symbol" panose="05050102010706020507" pitchFamily="18" charset="2"/>
              </a:rPr>
              <a:t>dựng</a:t>
            </a:r>
            <a:r>
              <a:rPr lang="en-US" altLang="vi-VN" sz="1900" dirty="0">
                <a:sym typeface="Symbol" panose="05050102010706020507" pitchFamily="18" charset="2"/>
              </a:rPr>
              <a:t> </a:t>
            </a:r>
            <a:r>
              <a:rPr lang="en-US" altLang="vi-VN" sz="1900" dirty="0" err="1">
                <a:sym typeface="Symbol" panose="05050102010706020507" pitchFamily="18" charset="2"/>
              </a:rPr>
              <a:t>chu</a:t>
            </a:r>
            <a:r>
              <a:rPr lang="en-US" altLang="vi-VN" sz="1900" dirty="0">
                <a:sym typeface="Symbol" panose="05050102010706020507" pitchFamily="18" charset="2"/>
              </a:rPr>
              <a:t> </a:t>
            </a:r>
            <a:r>
              <a:rPr lang="en-US" altLang="vi-VN" sz="1900" dirty="0" err="1">
                <a:sym typeface="Symbol" panose="05050102010706020507" pitchFamily="18" charset="2"/>
              </a:rPr>
              <a:t>trình</a:t>
            </a:r>
            <a:r>
              <a:rPr lang="en-US" altLang="vi-VN" sz="1900" dirty="0">
                <a:sym typeface="Symbol" panose="05050102010706020507" pitchFamily="18" charset="2"/>
              </a:rPr>
              <a:t> </a:t>
            </a:r>
            <a:r>
              <a:rPr lang="en-US" altLang="vi-VN" sz="1900" dirty="0" err="1">
                <a:sym typeface="Symbol" panose="05050102010706020507" pitchFamily="18" charset="2"/>
              </a:rPr>
              <a:t>đơn</a:t>
            </a:r>
            <a:r>
              <a:rPr lang="en-US" altLang="vi-VN" sz="1900" dirty="0">
                <a:sym typeface="Symbol" panose="05050102010706020507" pitchFamily="18" charset="2"/>
              </a:rPr>
              <a:t> </a:t>
            </a:r>
            <a:r>
              <a:rPr lang="en-US" altLang="vi-VN" sz="1900" dirty="0" err="1">
                <a:sym typeface="Symbol" panose="05050102010706020507" pitchFamily="18" charset="2"/>
              </a:rPr>
              <a:t>bất</a:t>
            </a:r>
            <a:r>
              <a:rPr lang="en-US" altLang="vi-VN" sz="1900" dirty="0">
                <a:sym typeface="Symbol" panose="05050102010706020507" pitchFamily="18" charset="2"/>
              </a:rPr>
              <a:t> </a:t>
            </a:r>
            <a:r>
              <a:rPr lang="en-US" altLang="vi-VN" sz="1900" dirty="0" err="1">
                <a:sym typeface="Symbol" panose="05050102010706020507" pitchFamily="18" charset="2"/>
              </a:rPr>
              <a:t>kỳ</a:t>
            </a:r>
            <a:r>
              <a:rPr lang="en-US" altLang="vi-VN" sz="1900" dirty="0">
                <a:sym typeface="Symbol" panose="05050102010706020507" pitchFamily="18" charset="2"/>
              </a:rPr>
              <a:t> </a:t>
            </a:r>
            <a:r>
              <a:rPr lang="en-US" altLang="vi-VN" sz="2000" dirty="0" err="1">
                <a:sym typeface="Symbol" panose="05050102010706020507" pitchFamily="18" charset="2"/>
              </a:rPr>
              <a:t>C</a:t>
            </a:r>
            <a:r>
              <a:rPr lang="en-US" altLang="vi-VN" sz="2000" baseline="-25000" dirty="0" err="1"/>
              <a:t>k</a:t>
            </a:r>
            <a:r>
              <a:rPr lang="en-US" altLang="vi-VN" sz="2000" baseline="-25000" dirty="0"/>
              <a:t> </a:t>
            </a:r>
            <a:r>
              <a:rPr lang="en-US" altLang="vi-VN" sz="1900" dirty="0" err="1">
                <a:sym typeface="Symbol" panose="05050102010706020507" pitchFamily="18" charset="2"/>
              </a:rPr>
              <a:t>trong</a:t>
            </a:r>
            <a:r>
              <a:rPr lang="en-US" altLang="vi-VN" sz="1900" dirty="0">
                <a:sym typeface="Symbol" panose="05050102010706020507" pitchFamily="18" charset="2"/>
              </a:rPr>
              <a:t> H.</a:t>
            </a:r>
          </a:p>
          <a:p>
            <a:pPr lvl="1" eaLnBrk="1" hangingPunct="1">
              <a:buFont typeface="Wingdings" panose="05000000000000000000" pitchFamily="2" charset="2"/>
              <a:buNone/>
            </a:pPr>
            <a:r>
              <a:rPr lang="en-US" altLang="vi-VN" sz="1900" dirty="0">
                <a:sym typeface="Symbol" panose="05050102010706020507" pitchFamily="18" charset="2"/>
              </a:rPr>
              <a:t>    		           </a:t>
            </a:r>
            <a:r>
              <a:rPr lang="en-US" altLang="vi-VN" sz="1900" dirty="0" err="1">
                <a:sym typeface="Symbol" panose="05050102010706020507" pitchFamily="18" charset="2"/>
              </a:rPr>
              <a:t>Nối</a:t>
            </a:r>
            <a:r>
              <a:rPr lang="en-US" altLang="vi-VN" sz="1900" dirty="0">
                <a:sym typeface="Symbol" panose="05050102010706020507" pitchFamily="18" charset="2"/>
              </a:rPr>
              <a:t> </a:t>
            </a:r>
            <a:r>
              <a:rPr lang="en-US" altLang="vi-VN" sz="1800" dirty="0" err="1">
                <a:sym typeface="Symbol" panose="05050102010706020507" pitchFamily="18" charset="2"/>
              </a:rPr>
              <a:t>C</a:t>
            </a:r>
            <a:r>
              <a:rPr lang="en-US" altLang="vi-VN" sz="1800" baseline="-25000" dirty="0" err="1"/>
              <a:t>k</a:t>
            </a:r>
            <a:r>
              <a:rPr lang="en-US" altLang="vi-VN" sz="1900" dirty="0">
                <a:sym typeface="Symbol" panose="05050102010706020507" pitchFamily="18" charset="2"/>
              </a:rPr>
              <a:t> </a:t>
            </a:r>
            <a:r>
              <a:rPr lang="en-US" altLang="vi-VN" sz="1900" dirty="0" err="1">
                <a:sym typeface="Symbol" panose="05050102010706020507" pitchFamily="18" charset="2"/>
              </a:rPr>
              <a:t>vào</a:t>
            </a:r>
            <a:r>
              <a:rPr lang="en-US" altLang="vi-VN" sz="1900" dirty="0">
                <a:sym typeface="Symbol" panose="05050102010706020507" pitchFamily="18" charset="2"/>
              </a:rPr>
              <a:t> C, C := C  </a:t>
            </a:r>
            <a:r>
              <a:rPr lang="en-US" altLang="vi-VN" sz="2000" dirty="0" err="1">
                <a:sym typeface="Symbol" panose="05050102010706020507" pitchFamily="18" charset="2"/>
              </a:rPr>
              <a:t>C</a:t>
            </a:r>
            <a:r>
              <a:rPr lang="en-US" altLang="vi-VN" sz="2000" baseline="-25000" dirty="0" err="1"/>
              <a:t>k</a:t>
            </a:r>
            <a:r>
              <a:rPr lang="en-US" altLang="vi-VN" sz="1900" dirty="0">
                <a:sym typeface="Symbol" panose="05050102010706020507" pitchFamily="18" charset="2"/>
              </a:rPr>
              <a:t> .</a:t>
            </a:r>
          </a:p>
          <a:p>
            <a:pPr lvl="1" eaLnBrk="1" hangingPunct="1">
              <a:buFont typeface="Wingdings" panose="05000000000000000000" pitchFamily="2" charset="2"/>
              <a:buNone/>
            </a:pPr>
            <a:r>
              <a:rPr lang="en-US" altLang="vi-VN" sz="1900" dirty="0">
                <a:sym typeface="Symbol" panose="05050102010706020507" pitchFamily="18" charset="2"/>
              </a:rPr>
              <a:t>     </a:t>
            </a:r>
            <a:r>
              <a:rPr lang="en-US" altLang="vi-VN" sz="1900" dirty="0" err="1">
                <a:sym typeface="Symbol" panose="05050102010706020507" pitchFamily="18" charset="2"/>
              </a:rPr>
              <a:t>Bước</a:t>
            </a:r>
            <a:r>
              <a:rPr lang="en-US" altLang="vi-VN" sz="1900" dirty="0">
                <a:sym typeface="Symbol" panose="05050102010706020507" pitchFamily="18" charset="2"/>
              </a:rPr>
              <a:t> 3: </a:t>
            </a:r>
            <a:r>
              <a:rPr lang="en-US" altLang="vi-VN" sz="1900" dirty="0" err="1">
                <a:sym typeface="Symbol" panose="05050102010706020507" pitchFamily="18" charset="2"/>
              </a:rPr>
              <a:t>Loại</a:t>
            </a:r>
            <a:r>
              <a:rPr lang="en-US" altLang="vi-VN" sz="1900" dirty="0">
                <a:sym typeface="Symbol" panose="05050102010706020507" pitchFamily="18" charset="2"/>
              </a:rPr>
              <a:t> </a:t>
            </a:r>
            <a:r>
              <a:rPr lang="en-US" altLang="vi-VN" sz="1900" dirty="0" err="1">
                <a:sym typeface="Symbol" panose="05050102010706020507" pitchFamily="18" charset="2"/>
              </a:rPr>
              <a:t>khỏi</a:t>
            </a:r>
            <a:r>
              <a:rPr lang="en-US" altLang="vi-VN" sz="1900" dirty="0">
                <a:sym typeface="Symbol" panose="05050102010706020507" pitchFamily="18" charset="2"/>
              </a:rPr>
              <a:t> H </a:t>
            </a:r>
            <a:r>
              <a:rPr lang="en-US" altLang="vi-VN" sz="1900" dirty="0" err="1">
                <a:sym typeface="Symbol" panose="05050102010706020507" pitchFamily="18" charset="2"/>
              </a:rPr>
              <a:t>chu</a:t>
            </a:r>
            <a:r>
              <a:rPr lang="en-US" altLang="vi-VN" sz="1900" dirty="0">
                <a:sym typeface="Symbol" panose="05050102010706020507" pitchFamily="18" charset="2"/>
              </a:rPr>
              <a:t> </a:t>
            </a:r>
            <a:r>
              <a:rPr lang="en-US" altLang="vi-VN" sz="1900" dirty="0" err="1">
                <a:sym typeface="Symbol" panose="05050102010706020507" pitchFamily="18" charset="2"/>
              </a:rPr>
              <a:t>trình</a:t>
            </a:r>
            <a:r>
              <a:rPr lang="en-US" altLang="vi-VN" sz="1900" dirty="0">
                <a:sym typeface="Symbol" panose="05050102010706020507" pitchFamily="18" charset="2"/>
              </a:rPr>
              <a:t> </a:t>
            </a:r>
            <a:r>
              <a:rPr lang="en-US" altLang="vi-VN" sz="2000" dirty="0" err="1">
                <a:sym typeface="Symbol" panose="05050102010706020507" pitchFamily="18" charset="2"/>
              </a:rPr>
              <a:t>C</a:t>
            </a:r>
            <a:r>
              <a:rPr lang="en-US" altLang="vi-VN" sz="2000" baseline="-25000" dirty="0" err="1"/>
              <a:t>k</a:t>
            </a:r>
            <a:r>
              <a:rPr lang="en-US" altLang="vi-VN" sz="2000" baseline="-25000" dirty="0"/>
              <a:t> </a:t>
            </a:r>
            <a:r>
              <a:rPr lang="en-US" altLang="vi-VN" sz="1900" dirty="0">
                <a:sym typeface="Symbol" panose="05050102010706020507" pitchFamily="18" charset="2"/>
              </a:rPr>
              <a:t>. </a:t>
            </a:r>
            <a:r>
              <a:rPr lang="en-US" altLang="vi-VN" sz="1900" dirty="0" err="1">
                <a:sym typeface="Symbol" panose="05050102010706020507" pitchFamily="18" charset="2"/>
              </a:rPr>
              <a:t>Nếu</a:t>
            </a:r>
            <a:r>
              <a:rPr lang="en-US" altLang="vi-VN" sz="1900" dirty="0">
                <a:sym typeface="Symbol" panose="05050102010706020507" pitchFamily="18" charset="2"/>
              </a:rPr>
              <a:t> H </a:t>
            </a:r>
            <a:r>
              <a:rPr lang="en-US" altLang="vi-VN" sz="1900" dirty="0" err="1">
                <a:sym typeface="Symbol" panose="05050102010706020507" pitchFamily="18" charset="2"/>
              </a:rPr>
              <a:t>chứa</a:t>
            </a:r>
            <a:r>
              <a:rPr lang="en-US" altLang="vi-VN" sz="1900" dirty="0">
                <a:sym typeface="Symbol" panose="05050102010706020507" pitchFamily="18" charset="2"/>
              </a:rPr>
              <a:t> </a:t>
            </a:r>
            <a:r>
              <a:rPr lang="en-US" altLang="vi-VN" sz="1900" dirty="0" err="1">
                <a:sym typeface="Symbol" panose="05050102010706020507" pitchFamily="18" charset="2"/>
              </a:rPr>
              <a:t>các</a:t>
            </a:r>
            <a:r>
              <a:rPr lang="en-US" altLang="vi-VN" sz="1900" dirty="0">
                <a:sym typeface="Symbol" panose="05050102010706020507" pitchFamily="18" charset="2"/>
              </a:rPr>
              <a:t> </a:t>
            </a:r>
            <a:r>
              <a:rPr lang="en-US" altLang="vi-VN" sz="1900" dirty="0" err="1">
                <a:sym typeface="Symbol" panose="05050102010706020507" pitchFamily="18" charset="2"/>
              </a:rPr>
              <a:t>đỉnh</a:t>
            </a:r>
            <a:r>
              <a:rPr lang="en-US" altLang="vi-VN" sz="1900" dirty="0">
                <a:sym typeface="Symbol" panose="05050102010706020507" pitchFamily="18" charset="2"/>
              </a:rPr>
              <a:t> </a:t>
            </a:r>
            <a:r>
              <a:rPr lang="en-US" altLang="vi-VN" sz="1900" dirty="0" err="1">
                <a:sym typeface="Symbol" panose="05050102010706020507" pitchFamily="18" charset="2"/>
              </a:rPr>
              <a:t>cô</a:t>
            </a:r>
            <a:r>
              <a:rPr lang="en-US" altLang="vi-VN" sz="1900" dirty="0">
                <a:sym typeface="Symbol" panose="05050102010706020507" pitchFamily="18" charset="2"/>
              </a:rPr>
              <a:t> </a:t>
            </a:r>
            <a:r>
              <a:rPr lang="en-US" altLang="vi-VN" sz="1900" dirty="0" err="1">
                <a:sym typeface="Symbol" panose="05050102010706020507" pitchFamily="18" charset="2"/>
              </a:rPr>
              <a:t>lập</a:t>
            </a:r>
            <a:r>
              <a:rPr lang="en-US" altLang="vi-VN" sz="1900" dirty="0">
                <a:sym typeface="Symbol" panose="05050102010706020507" pitchFamily="18" charset="2"/>
              </a:rPr>
              <a:t> </a:t>
            </a:r>
            <a:r>
              <a:rPr lang="en-US" altLang="vi-VN" sz="1900" dirty="0" err="1">
                <a:sym typeface="Symbol" panose="05050102010706020507" pitchFamily="18" charset="2"/>
              </a:rPr>
              <a:t>thì</a:t>
            </a:r>
            <a:r>
              <a:rPr lang="en-US" altLang="vi-VN" sz="1900" dirty="0">
                <a:sym typeface="Symbol" panose="05050102010706020507" pitchFamily="18" charset="2"/>
              </a:rPr>
              <a:t>   	           </a:t>
            </a:r>
            <a:r>
              <a:rPr lang="en-US" altLang="vi-VN" sz="1900" dirty="0" err="1">
                <a:sym typeface="Symbol" panose="05050102010706020507" pitchFamily="18" charset="2"/>
              </a:rPr>
              <a:t>loại</a:t>
            </a:r>
            <a:r>
              <a:rPr lang="en-US" altLang="vi-VN" sz="1900" dirty="0">
                <a:sym typeface="Symbol" panose="05050102010706020507" pitchFamily="18" charset="2"/>
              </a:rPr>
              <a:t> </a:t>
            </a:r>
            <a:r>
              <a:rPr lang="en-US" altLang="vi-VN" sz="1900" dirty="0" err="1">
                <a:sym typeface="Symbol" panose="05050102010706020507" pitchFamily="18" charset="2"/>
              </a:rPr>
              <a:t>chúng</a:t>
            </a:r>
            <a:r>
              <a:rPr lang="en-US" altLang="vi-VN" sz="1900" dirty="0">
                <a:sym typeface="Symbol" panose="05050102010706020507" pitchFamily="18" charset="2"/>
              </a:rPr>
              <a:t> </a:t>
            </a:r>
            <a:r>
              <a:rPr lang="en-US" altLang="vi-VN" sz="1900" dirty="0" err="1">
                <a:sym typeface="Symbol" panose="05050102010706020507" pitchFamily="18" charset="2"/>
              </a:rPr>
              <a:t>ra</a:t>
            </a:r>
            <a:r>
              <a:rPr lang="en-US" altLang="vi-VN" sz="1900" dirty="0">
                <a:sym typeface="Symbol" panose="05050102010706020507" pitchFamily="18" charset="2"/>
              </a:rPr>
              <a:t> </a:t>
            </a:r>
            <a:r>
              <a:rPr lang="en-US" altLang="vi-VN" sz="1900" dirty="0" err="1">
                <a:sym typeface="Symbol" panose="05050102010706020507" pitchFamily="18" charset="2"/>
              </a:rPr>
              <a:t>khỏi</a:t>
            </a:r>
            <a:r>
              <a:rPr lang="en-US" altLang="vi-VN" sz="1900" dirty="0">
                <a:sym typeface="Symbol" panose="05050102010706020507" pitchFamily="18" charset="2"/>
              </a:rPr>
              <a:t> H.</a:t>
            </a:r>
          </a:p>
          <a:p>
            <a:pPr lvl="1" eaLnBrk="1" hangingPunct="1">
              <a:buFont typeface="Wingdings" panose="05000000000000000000" pitchFamily="2" charset="2"/>
              <a:buNone/>
            </a:pPr>
            <a:r>
              <a:rPr lang="en-US" altLang="vi-VN" sz="1900" dirty="0">
                <a:sym typeface="Symbol" panose="05050102010706020507" pitchFamily="18" charset="2"/>
              </a:rPr>
              <a:t>     </a:t>
            </a:r>
            <a:r>
              <a:rPr lang="en-US" altLang="vi-VN" sz="1900" dirty="0" err="1">
                <a:sym typeface="Symbol" panose="05050102010706020507" pitchFamily="18" charset="2"/>
              </a:rPr>
              <a:t>Bước</a:t>
            </a:r>
            <a:r>
              <a:rPr lang="en-US" altLang="vi-VN" sz="1900" dirty="0">
                <a:sym typeface="Symbol" panose="05050102010706020507" pitchFamily="18" charset="2"/>
              </a:rPr>
              <a:t> 4: </a:t>
            </a:r>
            <a:r>
              <a:rPr lang="en-US" altLang="vi-VN" sz="1900" dirty="0" err="1">
                <a:sym typeface="Symbol" panose="05050102010706020507" pitchFamily="18" charset="2"/>
              </a:rPr>
              <a:t>Nếu</a:t>
            </a:r>
            <a:r>
              <a:rPr lang="en-US" altLang="vi-VN" sz="1900" dirty="0">
                <a:sym typeface="Symbol" panose="05050102010706020507" pitchFamily="18" charset="2"/>
              </a:rPr>
              <a:t> H =  </a:t>
            </a:r>
            <a:r>
              <a:rPr lang="en-US" altLang="vi-VN" sz="1900" dirty="0" err="1">
                <a:sym typeface="Symbol" panose="05050102010706020507" pitchFamily="18" charset="2"/>
              </a:rPr>
              <a:t>thì</a:t>
            </a:r>
            <a:r>
              <a:rPr lang="en-US" altLang="vi-VN" sz="1900" dirty="0">
                <a:sym typeface="Symbol" panose="05050102010706020507" pitchFamily="18" charset="2"/>
              </a:rPr>
              <a:t> </a:t>
            </a:r>
            <a:r>
              <a:rPr lang="en-US" altLang="vi-VN" sz="1900" dirty="0" err="1">
                <a:sym typeface="Symbol" panose="05050102010706020507" pitchFamily="18" charset="2"/>
              </a:rPr>
              <a:t>kết</a:t>
            </a:r>
            <a:r>
              <a:rPr lang="en-US" altLang="vi-VN" sz="1900" dirty="0">
                <a:sym typeface="Symbol" panose="05050102010706020507" pitchFamily="18" charset="2"/>
              </a:rPr>
              <a:t> </a:t>
            </a:r>
            <a:r>
              <a:rPr lang="en-US" altLang="vi-VN" sz="1900" dirty="0" err="1">
                <a:sym typeface="Symbol" panose="05050102010706020507" pitchFamily="18" charset="2"/>
              </a:rPr>
              <a:t>luận</a:t>
            </a:r>
            <a:r>
              <a:rPr lang="en-US" altLang="vi-VN" sz="1900" dirty="0">
                <a:sym typeface="Symbol" panose="05050102010706020507" pitchFamily="18" charset="2"/>
              </a:rPr>
              <a:t> C </a:t>
            </a:r>
            <a:r>
              <a:rPr lang="en-US" altLang="vi-VN" sz="1900" dirty="0" err="1">
                <a:sym typeface="Symbol" panose="05050102010706020507" pitchFamily="18" charset="2"/>
              </a:rPr>
              <a:t>là</a:t>
            </a:r>
            <a:r>
              <a:rPr lang="en-US" altLang="vi-VN" sz="1900" dirty="0">
                <a:sym typeface="Symbol" panose="05050102010706020507" pitchFamily="18" charset="2"/>
              </a:rPr>
              <a:t> </a:t>
            </a:r>
            <a:r>
              <a:rPr lang="en-US" altLang="vi-VN" sz="1900" dirty="0" err="1">
                <a:sym typeface="Symbol" panose="05050102010706020507" pitchFamily="18" charset="2"/>
              </a:rPr>
              <a:t>chu</a:t>
            </a:r>
            <a:r>
              <a:rPr lang="en-US" altLang="vi-VN" sz="1900" dirty="0">
                <a:sym typeface="Symbol" panose="05050102010706020507" pitchFamily="18" charset="2"/>
              </a:rPr>
              <a:t> </a:t>
            </a:r>
            <a:r>
              <a:rPr lang="en-US" altLang="vi-VN" sz="1900" dirty="0" err="1">
                <a:sym typeface="Symbol" panose="05050102010706020507" pitchFamily="18" charset="2"/>
              </a:rPr>
              <a:t>trình</a:t>
            </a:r>
            <a:r>
              <a:rPr lang="en-US" altLang="vi-VN" sz="1900" dirty="0">
                <a:sym typeface="Symbol" panose="05050102010706020507" pitchFamily="18" charset="2"/>
              </a:rPr>
              <a:t> Euler </a:t>
            </a:r>
            <a:r>
              <a:rPr lang="en-US" altLang="vi-VN" sz="1900" dirty="0" err="1">
                <a:sym typeface="Symbol" panose="05050102010706020507" pitchFamily="18" charset="2"/>
              </a:rPr>
              <a:t>cần</a:t>
            </a:r>
            <a:r>
              <a:rPr lang="en-US" altLang="vi-VN" sz="1900" dirty="0">
                <a:sym typeface="Symbol" panose="05050102010706020507" pitchFamily="18" charset="2"/>
              </a:rPr>
              <a:t> </a:t>
            </a:r>
            <a:r>
              <a:rPr lang="en-US" altLang="vi-VN" sz="1900" dirty="0" err="1">
                <a:sym typeface="Symbol" panose="05050102010706020507" pitchFamily="18" charset="2"/>
              </a:rPr>
              <a:t>tìm</a:t>
            </a:r>
            <a:r>
              <a:rPr lang="en-US" altLang="vi-VN" sz="1900" dirty="0">
                <a:sym typeface="Symbol" panose="05050102010706020507" pitchFamily="18" charset="2"/>
              </a:rPr>
              <a:t>, </a:t>
            </a:r>
            <a:r>
              <a:rPr lang="en-US" altLang="vi-VN" sz="1900" dirty="0" err="1">
                <a:sym typeface="Symbol" panose="05050102010706020507" pitchFamily="18" charset="2"/>
              </a:rPr>
              <a:t>kết</a:t>
            </a:r>
            <a:r>
              <a:rPr lang="en-US" altLang="vi-VN" sz="1900" dirty="0">
                <a:sym typeface="Symbol" panose="05050102010706020507" pitchFamily="18" charset="2"/>
              </a:rPr>
              <a:t> 	            </a:t>
            </a:r>
            <a:r>
              <a:rPr lang="en-US" altLang="vi-VN" sz="1900" dirty="0" err="1">
                <a:sym typeface="Symbol" panose="05050102010706020507" pitchFamily="18" charset="2"/>
              </a:rPr>
              <a:t>thúc</a:t>
            </a:r>
            <a:r>
              <a:rPr lang="en-US" altLang="vi-VN" sz="1900" dirty="0">
                <a:sym typeface="Symbol" panose="05050102010706020507" pitchFamily="18" charset="2"/>
              </a:rPr>
              <a:t>.</a:t>
            </a:r>
          </a:p>
          <a:p>
            <a:pPr lvl="1" eaLnBrk="1" hangingPunct="1">
              <a:buFont typeface="Wingdings" panose="05000000000000000000" pitchFamily="2" charset="2"/>
              <a:buNone/>
            </a:pPr>
            <a:r>
              <a:rPr lang="en-US" altLang="vi-VN" sz="1900" dirty="0">
                <a:sym typeface="Symbol" panose="05050102010706020507" pitchFamily="18" charset="2"/>
              </a:rPr>
              <a:t>		            </a:t>
            </a:r>
            <a:r>
              <a:rPr lang="en-US" altLang="vi-VN" sz="1900" dirty="0" err="1">
                <a:sym typeface="Symbol" panose="05050102010706020507" pitchFamily="18" charset="2"/>
              </a:rPr>
              <a:t>Nếu</a:t>
            </a:r>
            <a:r>
              <a:rPr lang="en-US" altLang="vi-VN" sz="1900" dirty="0">
                <a:sym typeface="Symbol" panose="05050102010706020507" pitchFamily="18" charset="2"/>
              </a:rPr>
              <a:t> H   </a:t>
            </a:r>
            <a:r>
              <a:rPr lang="en-US" altLang="vi-VN" sz="1900" dirty="0" err="1">
                <a:sym typeface="Symbol" panose="05050102010706020507" pitchFamily="18" charset="2"/>
              </a:rPr>
              <a:t>thì</a:t>
            </a:r>
            <a:r>
              <a:rPr lang="en-US" altLang="vi-VN" sz="1900" dirty="0">
                <a:sym typeface="Symbol" panose="05050102010706020507" pitchFamily="18" charset="2"/>
              </a:rPr>
              <a:t> </a:t>
            </a:r>
            <a:r>
              <a:rPr lang="en-US" altLang="vi-VN" sz="1900" dirty="0" err="1">
                <a:sym typeface="Symbol" panose="05050102010706020507" pitchFamily="18" charset="2"/>
              </a:rPr>
              <a:t>chọn</a:t>
            </a:r>
            <a:r>
              <a:rPr lang="en-US" altLang="vi-VN" sz="1900" dirty="0">
                <a:sym typeface="Symbol" panose="05050102010706020507" pitchFamily="18" charset="2"/>
              </a:rPr>
              <a:t> v </a:t>
            </a:r>
            <a:r>
              <a:rPr lang="en-US" altLang="vi-VN" sz="1900" dirty="0" err="1">
                <a:sym typeface="Symbol" panose="05050102010706020507" pitchFamily="18" charset="2"/>
              </a:rPr>
              <a:t>là</a:t>
            </a:r>
            <a:r>
              <a:rPr lang="en-US" altLang="vi-VN" sz="1900" dirty="0">
                <a:sym typeface="Symbol" panose="05050102010706020507" pitchFamily="18" charset="2"/>
              </a:rPr>
              <a:t> </a:t>
            </a:r>
            <a:r>
              <a:rPr lang="en-US" altLang="vi-VN" sz="1900" dirty="0" err="1">
                <a:sym typeface="Symbol" panose="05050102010706020507" pitchFamily="18" charset="2"/>
              </a:rPr>
              <a:t>đỉnh</a:t>
            </a:r>
            <a:r>
              <a:rPr lang="en-US" altLang="vi-VN" sz="1900" dirty="0">
                <a:sym typeface="Symbol" panose="05050102010706020507" pitchFamily="18" charset="2"/>
              </a:rPr>
              <a:t> </a:t>
            </a:r>
            <a:r>
              <a:rPr lang="en-US" altLang="vi-VN" sz="1900" dirty="0" err="1">
                <a:sym typeface="Symbol" panose="05050102010706020507" pitchFamily="18" charset="2"/>
              </a:rPr>
              <a:t>chung</a:t>
            </a:r>
            <a:r>
              <a:rPr lang="en-US" altLang="vi-VN" sz="1900" dirty="0">
                <a:sym typeface="Symbol" panose="05050102010706020507" pitchFamily="18" charset="2"/>
              </a:rPr>
              <a:t> </a:t>
            </a:r>
            <a:r>
              <a:rPr lang="en-US" altLang="vi-VN" sz="1900" dirty="0" err="1">
                <a:sym typeface="Symbol" panose="05050102010706020507" pitchFamily="18" charset="2"/>
              </a:rPr>
              <a:t>của</a:t>
            </a:r>
            <a:r>
              <a:rPr lang="en-US" altLang="vi-VN" sz="1900" dirty="0">
                <a:sym typeface="Symbol" panose="05050102010706020507" pitchFamily="18" charset="2"/>
              </a:rPr>
              <a:t> H </a:t>
            </a:r>
            <a:r>
              <a:rPr lang="en-US" altLang="vi-VN" sz="1900" dirty="0" err="1">
                <a:sym typeface="Symbol" panose="05050102010706020507" pitchFamily="18" charset="2"/>
              </a:rPr>
              <a:t>và</a:t>
            </a:r>
            <a:r>
              <a:rPr lang="en-US" altLang="vi-VN" sz="1900" dirty="0">
                <a:sym typeface="Symbol" panose="05050102010706020507" pitchFamily="18" charset="2"/>
              </a:rPr>
              <a:t> C. </a:t>
            </a:r>
            <a:r>
              <a:rPr lang="en-US" altLang="vi-VN" sz="1900" dirty="0" err="1">
                <a:sym typeface="Symbol" panose="05050102010706020507" pitchFamily="18" charset="2"/>
              </a:rPr>
              <a:t>Đặt</a:t>
            </a:r>
            <a:r>
              <a:rPr lang="en-US" altLang="vi-VN" sz="1900" dirty="0">
                <a:sym typeface="Symbol" panose="05050102010706020507" pitchFamily="18" charset="2"/>
              </a:rPr>
              <a:t> k:= k+1, 	            quay </a:t>
            </a:r>
            <a:r>
              <a:rPr lang="en-US" altLang="vi-VN" sz="1900" dirty="0" err="1">
                <a:sym typeface="Symbol" panose="05050102010706020507" pitchFamily="18" charset="2"/>
              </a:rPr>
              <a:t>lại</a:t>
            </a:r>
            <a:r>
              <a:rPr lang="en-US" altLang="vi-VN" sz="1900" dirty="0">
                <a:sym typeface="Symbol" panose="05050102010706020507" pitchFamily="18" charset="2"/>
              </a:rPr>
              <a:t> </a:t>
            </a:r>
            <a:r>
              <a:rPr lang="en-US" altLang="vi-VN" sz="1900" dirty="0" err="1">
                <a:sym typeface="Symbol" panose="05050102010706020507" pitchFamily="18" charset="2"/>
              </a:rPr>
              <a:t>bước</a:t>
            </a:r>
            <a:r>
              <a:rPr lang="en-US" altLang="vi-VN" sz="1900" dirty="0">
                <a:sym typeface="Symbol" panose="05050102010706020507" pitchFamily="18" charset="2"/>
              </a:rPr>
              <a:t> 2.  </a:t>
            </a:r>
          </a:p>
          <a:p>
            <a:pPr lvl="1" eaLnBrk="1" hangingPunct="1">
              <a:buFont typeface="Wingdings" panose="05000000000000000000" pitchFamily="2" charset="2"/>
              <a:buNone/>
            </a:pPr>
            <a:r>
              <a:rPr lang="en-US" altLang="vi-VN" sz="1900" dirty="0">
                <a:sym typeface="Symbol" panose="05050102010706020507" pitchFamily="18" charset="2"/>
              </a:rPr>
              <a:t>      </a:t>
            </a:r>
            <a:endParaRPr lang="en-US" altLang="vi-VN" sz="1900" dirty="0"/>
          </a:p>
        </p:txBody>
      </p:sp>
      <p:sp>
        <p:nvSpPr>
          <p:cNvPr id="12293"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fade">
                                      <p:cBhvr>
                                        <p:cTn id="7" dur="1000"/>
                                        <p:tgtEl>
                                          <p:spTgt spid="135171">
                                            <p:txEl>
                                              <p:pRg st="0" end="0"/>
                                            </p:txEl>
                                          </p:spTgt>
                                        </p:tgtEl>
                                      </p:cBhvr>
                                    </p:animEffect>
                                    <p:anim calcmode="lin" valueType="num">
                                      <p:cBhvr>
                                        <p:cTn id="8" dur="1000" fill="hold"/>
                                        <p:tgtEl>
                                          <p:spTgt spid="135171">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5171">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5171">
                                            <p:txEl>
                                              <p:pRg st="1" end="1"/>
                                            </p:txEl>
                                          </p:spTgt>
                                        </p:tgtEl>
                                        <p:attrNameLst>
                                          <p:attrName>style.visibility</p:attrName>
                                        </p:attrNameLst>
                                      </p:cBhvr>
                                      <p:to>
                                        <p:strVal val="visible"/>
                                      </p:to>
                                    </p:set>
                                    <p:animEffect transition="in" filter="fade">
                                      <p:cBhvr>
                                        <p:cTn id="12" dur="1000"/>
                                        <p:tgtEl>
                                          <p:spTgt spid="135171">
                                            <p:txEl>
                                              <p:pRg st="1" end="1"/>
                                            </p:txEl>
                                          </p:spTgt>
                                        </p:tgtEl>
                                      </p:cBhvr>
                                    </p:animEffect>
                                    <p:anim calcmode="lin" valueType="num">
                                      <p:cBhvr>
                                        <p:cTn id="13" dur="1000" fill="hold"/>
                                        <p:tgtEl>
                                          <p:spTgt spid="13517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35171">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5171">
                                            <p:txEl>
                                              <p:pRg st="2" end="2"/>
                                            </p:txEl>
                                          </p:spTgt>
                                        </p:tgtEl>
                                        <p:attrNameLst>
                                          <p:attrName>style.visibility</p:attrName>
                                        </p:attrNameLst>
                                      </p:cBhvr>
                                      <p:to>
                                        <p:strVal val="visible"/>
                                      </p:to>
                                    </p:set>
                                    <p:animEffect transition="in" filter="fade">
                                      <p:cBhvr>
                                        <p:cTn id="17" dur="1000"/>
                                        <p:tgtEl>
                                          <p:spTgt spid="135171">
                                            <p:txEl>
                                              <p:pRg st="2" end="2"/>
                                            </p:txEl>
                                          </p:spTgt>
                                        </p:tgtEl>
                                      </p:cBhvr>
                                    </p:animEffect>
                                    <p:anim calcmode="lin" valueType="num">
                                      <p:cBhvr>
                                        <p:cTn id="18" dur="1000" fill="hold"/>
                                        <p:tgtEl>
                                          <p:spTgt spid="135171">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35171">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5171">
                                            <p:txEl>
                                              <p:pRg st="3" end="3"/>
                                            </p:txEl>
                                          </p:spTgt>
                                        </p:tgtEl>
                                        <p:attrNameLst>
                                          <p:attrName>style.visibility</p:attrName>
                                        </p:attrNameLst>
                                      </p:cBhvr>
                                      <p:to>
                                        <p:strVal val="visible"/>
                                      </p:to>
                                    </p:set>
                                    <p:animEffect transition="in" filter="fade">
                                      <p:cBhvr>
                                        <p:cTn id="22" dur="1000"/>
                                        <p:tgtEl>
                                          <p:spTgt spid="135171">
                                            <p:txEl>
                                              <p:pRg st="3" end="3"/>
                                            </p:txEl>
                                          </p:spTgt>
                                        </p:tgtEl>
                                      </p:cBhvr>
                                    </p:animEffect>
                                    <p:anim calcmode="lin" valueType="num">
                                      <p:cBhvr>
                                        <p:cTn id="23" dur="1000" fill="hold"/>
                                        <p:tgtEl>
                                          <p:spTgt spid="135171">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3517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42" presetClass="entr" presetSubtype="0" fill="hold" nodeType="clickEffect">
                                  <p:stCondLst>
                                    <p:cond delay="0"/>
                                  </p:stCondLst>
                                  <p:childTnLst>
                                    <p:set>
                                      <p:cBhvr>
                                        <p:cTn id="28" dur="1" fill="hold">
                                          <p:stCondLst>
                                            <p:cond delay="0"/>
                                          </p:stCondLst>
                                        </p:cTn>
                                        <p:tgtEl>
                                          <p:spTgt spid="135171">
                                            <p:txEl>
                                              <p:pRg st="4" end="4"/>
                                            </p:txEl>
                                          </p:spTgt>
                                        </p:tgtEl>
                                        <p:attrNameLst>
                                          <p:attrName>style.visibility</p:attrName>
                                        </p:attrNameLst>
                                      </p:cBhvr>
                                      <p:to>
                                        <p:strVal val="visible"/>
                                      </p:to>
                                    </p:set>
                                    <p:animEffect transition="in" filter="fade">
                                      <p:cBhvr>
                                        <p:cTn id="29" dur="1000"/>
                                        <p:tgtEl>
                                          <p:spTgt spid="135171">
                                            <p:txEl>
                                              <p:pRg st="4" end="4"/>
                                            </p:txEl>
                                          </p:spTgt>
                                        </p:tgtEl>
                                      </p:cBhvr>
                                    </p:animEffect>
                                    <p:anim calcmode="lin" valueType="num">
                                      <p:cBhvr>
                                        <p:cTn id="30" dur="1000" fill="hold"/>
                                        <p:tgtEl>
                                          <p:spTgt spid="135171">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13517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42" presetClass="entr" presetSubtype="0" fill="hold" nodeType="clickEffect">
                                  <p:stCondLst>
                                    <p:cond delay="0"/>
                                  </p:stCondLst>
                                  <p:childTnLst>
                                    <p:set>
                                      <p:cBhvr>
                                        <p:cTn id="35" dur="1" fill="hold">
                                          <p:stCondLst>
                                            <p:cond delay="0"/>
                                          </p:stCondLst>
                                        </p:cTn>
                                        <p:tgtEl>
                                          <p:spTgt spid="135171">
                                            <p:txEl>
                                              <p:pRg st="5" end="5"/>
                                            </p:txEl>
                                          </p:spTgt>
                                        </p:tgtEl>
                                        <p:attrNameLst>
                                          <p:attrName>style.visibility</p:attrName>
                                        </p:attrNameLst>
                                      </p:cBhvr>
                                      <p:to>
                                        <p:strVal val="visible"/>
                                      </p:to>
                                    </p:set>
                                    <p:animEffect transition="in" filter="fade">
                                      <p:cBhvr>
                                        <p:cTn id="36" dur="1000"/>
                                        <p:tgtEl>
                                          <p:spTgt spid="135171">
                                            <p:txEl>
                                              <p:pRg st="5" end="5"/>
                                            </p:txEl>
                                          </p:spTgt>
                                        </p:tgtEl>
                                      </p:cBhvr>
                                    </p:animEffect>
                                    <p:anim calcmode="lin" valueType="num">
                                      <p:cBhvr>
                                        <p:cTn id="37" dur="1000" fill="hold"/>
                                        <p:tgtEl>
                                          <p:spTgt spid="135171">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135171">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35171">
                                            <p:txEl>
                                              <p:pRg st="6" end="6"/>
                                            </p:txEl>
                                          </p:spTgt>
                                        </p:tgtEl>
                                        <p:attrNameLst>
                                          <p:attrName>style.visibility</p:attrName>
                                        </p:attrNameLst>
                                      </p:cBhvr>
                                      <p:to>
                                        <p:strVal val="visible"/>
                                      </p:to>
                                    </p:set>
                                    <p:animEffect transition="in" filter="fade">
                                      <p:cBhvr>
                                        <p:cTn id="41" dur="1000"/>
                                        <p:tgtEl>
                                          <p:spTgt spid="135171">
                                            <p:txEl>
                                              <p:pRg st="6" end="6"/>
                                            </p:txEl>
                                          </p:spTgt>
                                        </p:tgtEl>
                                      </p:cBhvr>
                                    </p:animEffect>
                                    <p:anim calcmode="lin" valueType="num">
                                      <p:cBhvr>
                                        <p:cTn id="42" dur="1000" fill="hold"/>
                                        <p:tgtEl>
                                          <p:spTgt spid="135171">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135171">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42" presetClass="entr" presetSubtype="0" fill="hold" nodeType="clickEffect">
                                  <p:stCondLst>
                                    <p:cond delay="0"/>
                                  </p:stCondLst>
                                  <p:childTnLst>
                                    <p:set>
                                      <p:cBhvr>
                                        <p:cTn id="47" dur="1" fill="hold">
                                          <p:stCondLst>
                                            <p:cond delay="0"/>
                                          </p:stCondLst>
                                        </p:cTn>
                                        <p:tgtEl>
                                          <p:spTgt spid="135171">
                                            <p:txEl>
                                              <p:pRg st="7" end="7"/>
                                            </p:txEl>
                                          </p:spTgt>
                                        </p:tgtEl>
                                        <p:attrNameLst>
                                          <p:attrName>style.visibility</p:attrName>
                                        </p:attrNameLst>
                                      </p:cBhvr>
                                      <p:to>
                                        <p:strVal val="visible"/>
                                      </p:to>
                                    </p:set>
                                    <p:animEffect transition="in" filter="fade">
                                      <p:cBhvr>
                                        <p:cTn id="48" dur="1000"/>
                                        <p:tgtEl>
                                          <p:spTgt spid="135171">
                                            <p:txEl>
                                              <p:pRg st="7" end="7"/>
                                            </p:txEl>
                                          </p:spTgt>
                                        </p:tgtEl>
                                      </p:cBhvr>
                                    </p:animEffect>
                                    <p:anim calcmode="lin" valueType="num">
                                      <p:cBhvr>
                                        <p:cTn id="49" dur="1000" fill="hold"/>
                                        <p:tgtEl>
                                          <p:spTgt spid="135171">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135171">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42" presetClass="entr" presetSubtype="0" fill="hold" nodeType="clickEffect">
                                  <p:stCondLst>
                                    <p:cond delay="0"/>
                                  </p:stCondLst>
                                  <p:childTnLst>
                                    <p:set>
                                      <p:cBhvr>
                                        <p:cTn id="54" dur="1" fill="hold">
                                          <p:stCondLst>
                                            <p:cond delay="0"/>
                                          </p:stCondLst>
                                        </p:cTn>
                                        <p:tgtEl>
                                          <p:spTgt spid="135171">
                                            <p:txEl>
                                              <p:pRg st="8" end="8"/>
                                            </p:txEl>
                                          </p:spTgt>
                                        </p:tgtEl>
                                        <p:attrNameLst>
                                          <p:attrName>style.visibility</p:attrName>
                                        </p:attrNameLst>
                                      </p:cBhvr>
                                      <p:to>
                                        <p:strVal val="visible"/>
                                      </p:to>
                                    </p:set>
                                    <p:animEffect transition="in" filter="fade">
                                      <p:cBhvr>
                                        <p:cTn id="55" dur="1000"/>
                                        <p:tgtEl>
                                          <p:spTgt spid="135171">
                                            <p:txEl>
                                              <p:pRg st="8" end="8"/>
                                            </p:txEl>
                                          </p:spTgt>
                                        </p:tgtEl>
                                      </p:cBhvr>
                                    </p:animEffect>
                                    <p:anim calcmode="lin" valueType="num">
                                      <p:cBhvr>
                                        <p:cTn id="56" dur="1000" fill="hold"/>
                                        <p:tgtEl>
                                          <p:spTgt spid="135171">
                                            <p:txEl>
                                              <p:pRg st="8" end="8"/>
                                            </p:txEl>
                                          </p:spTgt>
                                        </p:tgtEl>
                                        <p:attrNameLst>
                                          <p:attrName>ppt_x</p:attrName>
                                        </p:attrNameLst>
                                      </p:cBhvr>
                                      <p:tavLst>
                                        <p:tav tm="0">
                                          <p:val>
                                            <p:strVal val="#ppt_x"/>
                                          </p:val>
                                        </p:tav>
                                        <p:tav tm="100000">
                                          <p:val>
                                            <p:strVal val="#ppt_x"/>
                                          </p:val>
                                        </p:tav>
                                      </p:tavLst>
                                    </p:anim>
                                    <p:anim calcmode="lin" valueType="num">
                                      <p:cBhvr>
                                        <p:cTn id="57" dur="1000" fill="hold"/>
                                        <p:tgtEl>
                                          <p:spTgt spid="135171">
                                            <p:txEl>
                                              <p:pRg st="8" end="8"/>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135171">
                                            <p:txEl>
                                              <p:pRg st="9" end="9"/>
                                            </p:txEl>
                                          </p:spTgt>
                                        </p:tgtEl>
                                        <p:attrNameLst>
                                          <p:attrName>style.visibility</p:attrName>
                                        </p:attrNameLst>
                                      </p:cBhvr>
                                      <p:to>
                                        <p:strVal val="visible"/>
                                      </p:to>
                                    </p:set>
                                    <p:animEffect transition="in" filter="fade">
                                      <p:cBhvr>
                                        <p:cTn id="60" dur="1000"/>
                                        <p:tgtEl>
                                          <p:spTgt spid="135171">
                                            <p:txEl>
                                              <p:pRg st="9" end="9"/>
                                            </p:txEl>
                                          </p:spTgt>
                                        </p:tgtEl>
                                      </p:cBhvr>
                                    </p:animEffect>
                                    <p:anim calcmode="lin" valueType="num">
                                      <p:cBhvr>
                                        <p:cTn id="61" dur="1000" fill="hold"/>
                                        <p:tgtEl>
                                          <p:spTgt spid="135171">
                                            <p:txEl>
                                              <p:pRg st="9" end="9"/>
                                            </p:txEl>
                                          </p:spTgt>
                                        </p:tgtEl>
                                        <p:attrNameLst>
                                          <p:attrName>ppt_x</p:attrName>
                                        </p:attrNameLst>
                                      </p:cBhvr>
                                      <p:tavLst>
                                        <p:tav tm="0">
                                          <p:val>
                                            <p:strVal val="#ppt_x"/>
                                          </p:val>
                                        </p:tav>
                                        <p:tav tm="100000">
                                          <p:val>
                                            <p:strVal val="#ppt_x"/>
                                          </p:val>
                                        </p:tav>
                                      </p:tavLst>
                                    </p:anim>
                                    <p:anim calcmode="lin" valueType="num">
                                      <p:cBhvr>
                                        <p:cTn id="62" dur="1000" fill="hold"/>
                                        <p:tgtEl>
                                          <p:spTgt spid="135171">
                                            <p:txEl>
                                              <p:pRg st="9" end="9"/>
                                            </p:txEl>
                                          </p:spTgt>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35171">
                                            <p:txEl>
                                              <p:pRg st="10" end="10"/>
                                            </p:txEl>
                                          </p:spTgt>
                                        </p:tgtEl>
                                        <p:attrNameLst>
                                          <p:attrName>style.visibility</p:attrName>
                                        </p:attrNameLst>
                                      </p:cBhvr>
                                      <p:to>
                                        <p:strVal val="visible"/>
                                      </p:to>
                                    </p:set>
                                    <p:animEffect transition="in" filter="fade">
                                      <p:cBhvr>
                                        <p:cTn id="65" dur="1000"/>
                                        <p:tgtEl>
                                          <p:spTgt spid="135171">
                                            <p:txEl>
                                              <p:pRg st="10" end="10"/>
                                            </p:txEl>
                                          </p:spTgt>
                                        </p:tgtEl>
                                      </p:cBhvr>
                                    </p:animEffect>
                                    <p:anim calcmode="lin" valueType="num">
                                      <p:cBhvr>
                                        <p:cTn id="66" dur="1000" fill="hold"/>
                                        <p:tgtEl>
                                          <p:spTgt spid="135171">
                                            <p:txEl>
                                              <p:pRg st="10" end="10"/>
                                            </p:txEl>
                                          </p:spTgt>
                                        </p:tgtEl>
                                        <p:attrNameLst>
                                          <p:attrName>ppt_x</p:attrName>
                                        </p:attrNameLst>
                                      </p:cBhvr>
                                      <p:tavLst>
                                        <p:tav tm="0">
                                          <p:val>
                                            <p:strVal val="#ppt_x"/>
                                          </p:val>
                                        </p:tav>
                                        <p:tav tm="100000">
                                          <p:val>
                                            <p:strVal val="#ppt_x"/>
                                          </p:val>
                                        </p:tav>
                                      </p:tavLst>
                                    </p:anim>
                                    <p:anim calcmode="lin" valueType="num">
                                      <p:cBhvr>
                                        <p:cTn id="67" dur="1000" fill="hold"/>
                                        <p:tgtEl>
                                          <p:spTgt spid="135171">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97BAF60-3616-4AFC-8D9D-322D88A90BB8}" type="slidenum">
              <a:rPr lang="en-US" altLang="en-US" sz="1000" smtClean="0"/>
              <a:pPr>
                <a:spcBef>
                  <a:spcPct val="0"/>
                </a:spcBef>
                <a:buClrTx/>
                <a:buSzTx/>
                <a:buFontTx/>
                <a:buNone/>
              </a:pPr>
              <a:t>10</a:t>
            </a:fld>
            <a:endParaRPr lang="en-US" altLang="en-US" sz="1000"/>
          </a:p>
        </p:txBody>
      </p:sp>
      <p:sp>
        <p:nvSpPr>
          <p:cNvPr id="13315" name="Rectangle 2"/>
          <p:cNvSpPr>
            <a:spLocks noGrp="1" noChangeArrowheads="1"/>
          </p:cNvSpPr>
          <p:nvPr>
            <p:ph type="title"/>
          </p:nvPr>
        </p:nvSpPr>
        <p:spPr>
          <a:xfrm>
            <a:off x="457200" y="122238"/>
            <a:ext cx="7543800" cy="868362"/>
          </a:xfrm>
        </p:spPr>
        <p:txBody>
          <a:bodyPr/>
          <a:lstStyle/>
          <a:p>
            <a:pPr eaLnBrk="1" hangingPunct="1"/>
            <a:r>
              <a:rPr lang="en-US" altLang="vi-VN"/>
              <a:t>Chu trình và đường đi Euler</a:t>
            </a:r>
          </a:p>
        </p:txBody>
      </p:sp>
      <p:sp>
        <p:nvSpPr>
          <p:cNvPr id="135171" name="Rectangle 3"/>
          <p:cNvSpPr>
            <a:spLocks noGrp="1" noChangeArrowheads="1"/>
          </p:cNvSpPr>
          <p:nvPr>
            <p:ph type="body" idx="1"/>
          </p:nvPr>
        </p:nvSpPr>
        <p:spPr>
          <a:xfrm>
            <a:off x="457200" y="1219200"/>
            <a:ext cx="8382000" cy="4953000"/>
          </a:xfrm>
        </p:spPr>
        <p:txBody>
          <a:bodyPr/>
          <a:lstStyle/>
          <a:p>
            <a:pPr eaLnBrk="1" hangingPunct="1"/>
            <a:r>
              <a:rPr lang="en-US" altLang="vi-VN" sz="2800"/>
              <a:t>Trong đồ thị vô hướng</a:t>
            </a:r>
          </a:p>
          <a:p>
            <a:pPr lvl="1" eaLnBrk="1" hangingPunct="1"/>
            <a:r>
              <a:rPr lang="en-US" altLang="vi-VN" sz="2200"/>
              <a:t>Các thuật toán tìm chu trình Euler:  </a:t>
            </a:r>
          </a:p>
          <a:p>
            <a:pPr lvl="1" eaLnBrk="1" hangingPunct="1">
              <a:buFont typeface="Wingdings" panose="05000000000000000000" pitchFamily="2" charset="2"/>
              <a:buNone/>
            </a:pPr>
            <a:r>
              <a:rPr lang="en-US" altLang="vi-VN" sz="2200"/>
              <a:t> 1. Thuật toán Euler</a:t>
            </a:r>
          </a:p>
          <a:p>
            <a:pPr lvl="1" eaLnBrk="1" hangingPunct="1">
              <a:buFont typeface="Wingdings" panose="05000000000000000000" pitchFamily="2" charset="2"/>
              <a:buNone/>
            </a:pPr>
            <a:r>
              <a:rPr lang="en-US" altLang="vi-VN" sz="2200"/>
              <a:t>      </a:t>
            </a:r>
            <a:r>
              <a:rPr lang="en-US" altLang="vi-VN" sz="2200">
                <a:sym typeface="Symbol" panose="05050102010706020507" pitchFamily="18" charset="2"/>
              </a:rPr>
              <a:t> </a:t>
            </a:r>
            <a:r>
              <a:rPr lang="en-US" altLang="vi-VN" sz="2200"/>
              <a:t>Ví dụ: Tìm chu trình Euler</a:t>
            </a:r>
          </a:p>
          <a:p>
            <a:pPr lvl="1" eaLnBrk="1" hangingPunct="1">
              <a:buFont typeface="Wingdings" panose="05000000000000000000" pitchFamily="2" charset="2"/>
              <a:buNone/>
            </a:pPr>
            <a:endParaRPr lang="en-US" altLang="vi-VN" sz="1900"/>
          </a:p>
        </p:txBody>
      </p:sp>
      <p:sp>
        <p:nvSpPr>
          <p:cNvPr id="13317"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grpSp>
        <p:nvGrpSpPr>
          <p:cNvPr id="5" name="Nhóm 4"/>
          <p:cNvGrpSpPr/>
          <p:nvPr/>
        </p:nvGrpSpPr>
        <p:grpSpPr>
          <a:xfrm>
            <a:off x="626984" y="3064342"/>
            <a:ext cx="2333625" cy="2457320"/>
            <a:chOff x="762000" y="2971800"/>
            <a:chExt cx="2333625" cy="2457320"/>
          </a:xfrm>
        </p:grpSpPr>
        <p:pic>
          <p:nvPicPr>
            <p:cNvPr id="3" name="Ảnh 2"/>
            <p:cNvPicPr>
              <a:picLocks noChangeAspect="1"/>
            </p:cNvPicPr>
            <p:nvPr/>
          </p:nvPicPr>
          <p:blipFill>
            <a:blip r:embed="rId2"/>
            <a:stretch>
              <a:fillRect/>
            </a:stretch>
          </p:blipFill>
          <p:spPr>
            <a:xfrm>
              <a:off x="762000" y="2971800"/>
              <a:ext cx="2333625" cy="2028825"/>
            </a:xfrm>
            <a:prstGeom prst="rect">
              <a:avLst/>
            </a:prstGeom>
          </p:spPr>
        </p:pic>
        <p:pic>
          <p:nvPicPr>
            <p:cNvPr id="4" name="Ảnh 3"/>
            <p:cNvPicPr>
              <a:picLocks noChangeAspect="1"/>
            </p:cNvPicPr>
            <p:nvPr/>
          </p:nvPicPr>
          <p:blipFill>
            <a:blip r:embed="rId3"/>
            <a:stretch>
              <a:fillRect/>
            </a:stretch>
          </p:blipFill>
          <p:spPr>
            <a:xfrm>
              <a:off x="1371600" y="5095745"/>
              <a:ext cx="352425" cy="333375"/>
            </a:xfrm>
            <a:prstGeom prst="rect">
              <a:avLst/>
            </a:prstGeom>
          </p:spPr>
        </p:pic>
      </p:grpSp>
      <p:pic>
        <p:nvPicPr>
          <p:cNvPr id="6" name="Ảnh 5"/>
          <p:cNvPicPr>
            <a:picLocks noChangeAspect="1"/>
          </p:cNvPicPr>
          <p:nvPr/>
        </p:nvPicPr>
        <p:blipFill>
          <a:blip r:embed="rId4"/>
          <a:stretch>
            <a:fillRect/>
          </a:stretch>
        </p:blipFill>
        <p:spPr>
          <a:xfrm>
            <a:off x="3130393" y="3040345"/>
            <a:ext cx="2409825" cy="247650"/>
          </a:xfrm>
          <a:prstGeom prst="rect">
            <a:avLst/>
          </a:prstGeom>
        </p:spPr>
      </p:pic>
      <p:pic>
        <p:nvPicPr>
          <p:cNvPr id="7" name="Ảnh 6"/>
          <p:cNvPicPr>
            <a:picLocks noChangeAspect="1"/>
          </p:cNvPicPr>
          <p:nvPr/>
        </p:nvPicPr>
        <p:blipFill>
          <a:blip r:embed="rId5"/>
          <a:stretch>
            <a:fillRect/>
          </a:stretch>
        </p:blipFill>
        <p:spPr>
          <a:xfrm>
            <a:off x="3116185" y="3396784"/>
            <a:ext cx="3009900" cy="238125"/>
          </a:xfrm>
          <a:prstGeom prst="rect">
            <a:avLst/>
          </a:prstGeom>
        </p:spPr>
      </p:pic>
      <p:pic>
        <p:nvPicPr>
          <p:cNvPr id="8" name="Ảnh 7"/>
          <p:cNvPicPr>
            <a:picLocks noChangeAspect="1"/>
          </p:cNvPicPr>
          <p:nvPr/>
        </p:nvPicPr>
        <p:blipFill>
          <a:blip r:embed="rId6"/>
          <a:stretch>
            <a:fillRect/>
          </a:stretch>
        </p:blipFill>
        <p:spPr>
          <a:xfrm>
            <a:off x="3130393" y="3737648"/>
            <a:ext cx="4840432" cy="242455"/>
          </a:xfrm>
          <a:prstGeom prst="rect">
            <a:avLst/>
          </a:prstGeom>
        </p:spPr>
      </p:pic>
      <p:grpSp>
        <p:nvGrpSpPr>
          <p:cNvPr id="12" name="Nhóm 11"/>
          <p:cNvGrpSpPr/>
          <p:nvPr/>
        </p:nvGrpSpPr>
        <p:grpSpPr>
          <a:xfrm>
            <a:off x="2950121" y="4015556"/>
            <a:ext cx="4360795" cy="1621127"/>
            <a:chOff x="2950121" y="4015556"/>
            <a:chExt cx="4360795" cy="1621127"/>
          </a:xfrm>
        </p:grpSpPr>
        <p:pic>
          <p:nvPicPr>
            <p:cNvPr id="9" name="Ảnh 8"/>
            <p:cNvPicPr>
              <a:picLocks noChangeAspect="1"/>
            </p:cNvPicPr>
            <p:nvPr/>
          </p:nvPicPr>
          <p:blipFill>
            <a:blip r:embed="rId7"/>
            <a:stretch>
              <a:fillRect/>
            </a:stretch>
          </p:blipFill>
          <p:spPr>
            <a:xfrm>
              <a:off x="2950121" y="4293658"/>
              <a:ext cx="1266825" cy="1343025"/>
            </a:xfrm>
            <a:prstGeom prst="rect">
              <a:avLst/>
            </a:prstGeom>
          </p:spPr>
        </p:pic>
        <p:pic>
          <p:nvPicPr>
            <p:cNvPr id="11" name="Ảnh 10"/>
            <p:cNvPicPr>
              <a:picLocks noChangeAspect="1"/>
            </p:cNvPicPr>
            <p:nvPr/>
          </p:nvPicPr>
          <p:blipFill>
            <a:blip r:embed="rId8"/>
            <a:stretch>
              <a:fillRect/>
            </a:stretch>
          </p:blipFill>
          <p:spPr>
            <a:xfrm>
              <a:off x="3130393" y="4015556"/>
              <a:ext cx="4180523" cy="230505"/>
            </a:xfrm>
            <a:prstGeom prst="rect">
              <a:avLst/>
            </a:prstGeom>
          </p:spPr>
        </p:pic>
      </p:grpSp>
      <p:pic>
        <p:nvPicPr>
          <p:cNvPr id="22" name="Ảnh 21"/>
          <p:cNvPicPr>
            <a:picLocks noChangeAspect="1"/>
          </p:cNvPicPr>
          <p:nvPr/>
        </p:nvPicPr>
        <p:blipFill>
          <a:blip r:embed="rId9"/>
          <a:stretch>
            <a:fillRect/>
          </a:stretch>
        </p:blipFill>
        <p:spPr>
          <a:xfrm>
            <a:off x="4351545" y="4289035"/>
            <a:ext cx="3299114" cy="259773"/>
          </a:xfrm>
          <a:prstGeom prst="rect">
            <a:avLst/>
          </a:prstGeom>
        </p:spPr>
      </p:pic>
      <p:pic>
        <p:nvPicPr>
          <p:cNvPr id="23" name="Ảnh 22"/>
          <p:cNvPicPr>
            <a:picLocks noChangeAspect="1"/>
          </p:cNvPicPr>
          <p:nvPr/>
        </p:nvPicPr>
        <p:blipFill>
          <a:blip r:embed="rId10"/>
          <a:stretch>
            <a:fillRect/>
          </a:stretch>
        </p:blipFill>
        <p:spPr>
          <a:xfrm>
            <a:off x="4351545" y="4619702"/>
            <a:ext cx="4372841" cy="225136"/>
          </a:xfrm>
          <a:prstGeom prst="rect">
            <a:avLst/>
          </a:prstGeom>
        </p:spPr>
      </p:pic>
      <p:pic>
        <p:nvPicPr>
          <p:cNvPr id="24" name="Ảnh 23"/>
          <p:cNvPicPr>
            <a:picLocks noChangeAspect="1"/>
          </p:cNvPicPr>
          <p:nvPr/>
        </p:nvPicPr>
        <p:blipFill>
          <a:blip r:embed="rId11"/>
          <a:stretch>
            <a:fillRect/>
          </a:stretch>
        </p:blipFill>
        <p:spPr>
          <a:xfrm>
            <a:off x="4328011" y="4899640"/>
            <a:ext cx="1610591" cy="225136"/>
          </a:xfrm>
          <a:prstGeom prst="rect">
            <a:avLst/>
          </a:prstGeom>
        </p:spPr>
      </p:pic>
      <p:pic>
        <p:nvPicPr>
          <p:cNvPr id="25" name="Ảnh 24"/>
          <p:cNvPicPr>
            <a:picLocks noChangeAspect="1"/>
          </p:cNvPicPr>
          <p:nvPr/>
        </p:nvPicPr>
        <p:blipFill>
          <a:blip r:embed="rId12"/>
          <a:stretch>
            <a:fillRect/>
          </a:stretch>
        </p:blipFill>
        <p:spPr>
          <a:xfrm>
            <a:off x="4603761" y="5248487"/>
            <a:ext cx="1487805" cy="272415"/>
          </a:xfrm>
          <a:prstGeom prst="rect">
            <a:avLst/>
          </a:prstGeom>
        </p:spPr>
      </p:pic>
      <p:pic>
        <p:nvPicPr>
          <p:cNvPr id="26" name="Ảnh 25"/>
          <p:cNvPicPr>
            <a:picLocks noChangeAspect="1"/>
          </p:cNvPicPr>
          <p:nvPr/>
        </p:nvPicPr>
        <p:blipFill>
          <a:blip r:embed="rId13"/>
          <a:stretch>
            <a:fillRect/>
          </a:stretch>
        </p:blipFill>
        <p:spPr>
          <a:xfrm>
            <a:off x="4839504" y="5618506"/>
            <a:ext cx="1016318" cy="2514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fade">
                                      <p:cBhvr>
                                        <p:cTn id="7" dur="1000"/>
                                        <p:tgtEl>
                                          <p:spTgt spid="135171">
                                            <p:txEl>
                                              <p:pRg st="0" end="0"/>
                                            </p:txEl>
                                          </p:spTgt>
                                        </p:tgtEl>
                                      </p:cBhvr>
                                    </p:animEffect>
                                    <p:anim calcmode="lin" valueType="num">
                                      <p:cBhvr>
                                        <p:cTn id="8" dur="1000" fill="hold"/>
                                        <p:tgtEl>
                                          <p:spTgt spid="135171">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135171">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35171">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135171">
                                            <p:txEl>
                                              <p:pRg st="1" end="1"/>
                                            </p:txEl>
                                          </p:spTgt>
                                        </p:tgtEl>
                                        <p:attrNameLst>
                                          <p:attrName>style.visibility</p:attrName>
                                        </p:attrNameLst>
                                      </p:cBhvr>
                                      <p:to>
                                        <p:strVal val="visible"/>
                                      </p:to>
                                    </p:set>
                                    <p:animEffect transition="in" filter="fade">
                                      <p:cBhvr>
                                        <p:cTn id="15" dur="1000"/>
                                        <p:tgtEl>
                                          <p:spTgt spid="135171">
                                            <p:txEl>
                                              <p:pRg st="1" end="1"/>
                                            </p:txEl>
                                          </p:spTgt>
                                        </p:tgtEl>
                                      </p:cBhvr>
                                    </p:animEffect>
                                    <p:anim calcmode="lin" valueType="num">
                                      <p:cBhvr>
                                        <p:cTn id="16" dur="1000" fill="hold"/>
                                        <p:tgtEl>
                                          <p:spTgt spid="135171">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135171">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135171">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35171">
                                            <p:txEl>
                                              <p:pRg st="2" end="2"/>
                                            </p:txEl>
                                          </p:spTgt>
                                        </p:tgtEl>
                                        <p:attrNameLst>
                                          <p:attrName>style.visibility</p:attrName>
                                        </p:attrNameLst>
                                      </p:cBhvr>
                                      <p:to>
                                        <p:strVal val="visible"/>
                                      </p:to>
                                    </p:set>
                                    <p:animEffect transition="in" filter="blinds(horizontal)">
                                      <p:cBhvr>
                                        <p:cTn id="23" dur="500"/>
                                        <p:tgtEl>
                                          <p:spTgt spid="135171">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35171">
                                            <p:txEl>
                                              <p:pRg st="3" end="3"/>
                                            </p:txEl>
                                          </p:spTgt>
                                        </p:tgtEl>
                                        <p:attrNameLst>
                                          <p:attrName>style.visibility</p:attrName>
                                        </p:attrNameLst>
                                      </p:cBhvr>
                                      <p:to>
                                        <p:strVal val="visible"/>
                                      </p:to>
                                    </p:set>
                                    <p:animEffect transition="in" filter="blinds(horizontal)">
                                      <p:cBhvr>
                                        <p:cTn id="26" dur="500"/>
                                        <p:tgtEl>
                                          <p:spTgt spid="13517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1000"/>
                                        <p:tgtEl>
                                          <p:spTgt spid="7"/>
                                        </p:tgtEl>
                                      </p:cBhvr>
                                    </p:animEffect>
                                    <p:anim calcmode="lin" valueType="num">
                                      <p:cBhvr>
                                        <p:cTn id="46" dur="1000" fill="hold"/>
                                        <p:tgtEl>
                                          <p:spTgt spid="7"/>
                                        </p:tgtEl>
                                        <p:attrNameLst>
                                          <p:attrName>ppt_x</p:attrName>
                                        </p:attrNameLst>
                                      </p:cBhvr>
                                      <p:tavLst>
                                        <p:tav tm="0">
                                          <p:val>
                                            <p:strVal val="#ppt_x"/>
                                          </p:val>
                                        </p:tav>
                                        <p:tav tm="100000">
                                          <p:val>
                                            <p:strVal val="#ppt_x"/>
                                          </p:val>
                                        </p:tav>
                                      </p:tavLst>
                                    </p:anim>
                                    <p:anim calcmode="lin" valueType="num">
                                      <p:cBhvr>
                                        <p:cTn id="4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fade">
                                      <p:cBhvr>
                                        <p:cTn id="52" dur="1000"/>
                                        <p:tgtEl>
                                          <p:spTgt spid="8"/>
                                        </p:tgtEl>
                                      </p:cBhvr>
                                    </p:animEffect>
                                    <p:anim calcmode="lin" valueType="num">
                                      <p:cBhvr>
                                        <p:cTn id="53" dur="1000" fill="hold"/>
                                        <p:tgtEl>
                                          <p:spTgt spid="8"/>
                                        </p:tgtEl>
                                        <p:attrNameLst>
                                          <p:attrName>ppt_x</p:attrName>
                                        </p:attrNameLst>
                                      </p:cBhvr>
                                      <p:tavLst>
                                        <p:tav tm="0">
                                          <p:val>
                                            <p:strVal val="#ppt_x"/>
                                          </p:val>
                                        </p:tav>
                                        <p:tav tm="100000">
                                          <p:val>
                                            <p:strVal val="#ppt_x"/>
                                          </p:val>
                                        </p:tav>
                                      </p:tavLst>
                                    </p:anim>
                                    <p:anim calcmode="lin" valueType="num">
                                      <p:cBhvr>
                                        <p:cTn id="5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fade">
                                      <p:cBhvr>
                                        <p:cTn id="59" dur="1000"/>
                                        <p:tgtEl>
                                          <p:spTgt spid="12"/>
                                        </p:tgtEl>
                                      </p:cBhvr>
                                    </p:animEffect>
                                    <p:anim calcmode="lin" valueType="num">
                                      <p:cBhvr>
                                        <p:cTn id="60" dur="1000" fill="hold"/>
                                        <p:tgtEl>
                                          <p:spTgt spid="12"/>
                                        </p:tgtEl>
                                        <p:attrNameLst>
                                          <p:attrName>ppt_x</p:attrName>
                                        </p:attrNameLst>
                                      </p:cBhvr>
                                      <p:tavLst>
                                        <p:tav tm="0">
                                          <p:val>
                                            <p:strVal val="#ppt_x"/>
                                          </p:val>
                                        </p:tav>
                                        <p:tav tm="100000">
                                          <p:val>
                                            <p:strVal val="#ppt_x"/>
                                          </p:val>
                                        </p:tav>
                                      </p:tavLst>
                                    </p:anim>
                                    <p:anim calcmode="lin" valueType="num">
                                      <p:cBhvr>
                                        <p:cTn id="6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1000"/>
                                        <p:tgtEl>
                                          <p:spTgt spid="22"/>
                                        </p:tgtEl>
                                      </p:cBhvr>
                                    </p:animEffect>
                                    <p:anim calcmode="lin" valueType="num">
                                      <p:cBhvr>
                                        <p:cTn id="67" dur="1000" fill="hold"/>
                                        <p:tgtEl>
                                          <p:spTgt spid="22"/>
                                        </p:tgtEl>
                                        <p:attrNameLst>
                                          <p:attrName>ppt_x</p:attrName>
                                        </p:attrNameLst>
                                      </p:cBhvr>
                                      <p:tavLst>
                                        <p:tav tm="0">
                                          <p:val>
                                            <p:strVal val="#ppt_x"/>
                                          </p:val>
                                        </p:tav>
                                        <p:tav tm="100000">
                                          <p:val>
                                            <p:strVal val="#ppt_x"/>
                                          </p:val>
                                        </p:tav>
                                      </p:tavLst>
                                    </p:anim>
                                    <p:anim calcmode="lin" valueType="num">
                                      <p:cBhvr>
                                        <p:cTn id="6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1000"/>
                                        <p:tgtEl>
                                          <p:spTgt spid="23"/>
                                        </p:tgtEl>
                                      </p:cBhvr>
                                    </p:animEffect>
                                    <p:anim calcmode="lin" valueType="num">
                                      <p:cBhvr>
                                        <p:cTn id="74" dur="1000" fill="hold"/>
                                        <p:tgtEl>
                                          <p:spTgt spid="23"/>
                                        </p:tgtEl>
                                        <p:attrNameLst>
                                          <p:attrName>ppt_x</p:attrName>
                                        </p:attrNameLst>
                                      </p:cBhvr>
                                      <p:tavLst>
                                        <p:tav tm="0">
                                          <p:val>
                                            <p:strVal val="#ppt_x"/>
                                          </p:val>
                                        </p:tav>
                                        <p:tav tm="100000">
                                          <p:val>
                                            <p:strVal val="#ppt_x"/>
                                          </p:val>
                                        </p:tav>
                                      </p:tavLst>
                                    </p:anim>
                                    <p:anim calcmode="lin" valueType="num">
                                      <p:cBhvr>
                                        <p:cTn id="7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fade">
                                      <p:cBhvr>
                                        <p:cTn id="80" dur="1000"/>
                                        <p:tgtEl>
                                          <p:spTgt spid="24"/>
                                        </p:tgtEl>
                                      </p:cBhvr>
                                    </p:animEffect>
                                    <p:anim calcmode="lin" valueType="num">
                                      <p:cBhvr>
                                        <p:cTn id="81" dur="1000" fill="hold"/>
                                        <p:tgtEl>
                                          <p:spTgt spid="24"/>
                                        </p:tgtEl>
                                        <p:attrNameLst>
                                          <p:attrName>ppt_x</p:attrName>
                                        </p:attrNameLst>
                                      </p:cBhvr>
                                      <p:tavLst>
                                        <p:tav tm="0">
                                          <p:val>
                                            <p:strVal val="#ppt_x"/>
                                          </p:val>
                                        </p:tav>
                                        <p:tav tm="100000">
                                          <p:val>
                                            <p:strVal val="#ppt_x"/>
                                          </p:val>
                                        </p:tav>
                                      </p:tavLst>
                                    </p:anim>
                                    <p:anim calcmode="lin" valueType="num">
                                      <p:cBhvr>
                                        <p:cTn id="8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animEffect transition="in" filter="fade">
                                      <p:cBhvr>
                                        <p:cTn id="87" dur="1000"/>
                                        <p:tgtEl>
                                          <p:spTgt spid="25"/>
                                        </p:tgtEl>
                                      </p:cBhvr>
                                    </p:animEffect>
                                    <p:anim calcmode="lin" valueType="num">
                                      <p:cBhvr>
                                        <p:cTn id="88" dur="1000" fill="hold"/>
                                        <p:tgtEl>
                                          <p:spTgt spid="25"/>
                                        </p:tgtEl>
                                        <p:attrNameLst>
                                          <p:attrName>ppt_x</p:attrName>
                                        </p:attrNameLst>
                                      </p:cBhvr>
                                      <p:tavLst>
                                        <p:tav tm="0">
                                          <p:val>
                                            <p:strVal val="#ppt_x"/>
                                          </p:val>
                                        </p:tav>
                                        <p:tav tm="100000">
                                          <p:val>
                                            <p:strVal val="#ppt_x"/>
                                          </p:val>
                                        </p:tav>
                                      </p:tavLst>
                                    </p:anim>
                                    <p:anim calcmode="lin" valueType="num">
                                      <p:cBhvr>
                                        <p:cTn id="8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fade">
                                      <p:cBhvr>
                                        <p:cTn id="94" dur="1000"/>
                                        <p:tgtEl>
                                          <p:spTgt spid="26"/>
                                        </p:tgtEl>
                                      </p:cBhvr>
                                    </p:animEffect>
                                    <p:anim calcmode="lin" valueType="num">
                                      <p:cBhvr>
                                        <p:cTn id="95" dur="1000" fill="hold"/>
                                        <p:tgtEl>
                                          <p:spTgt spid="26"/>
                                        </p:tgtEl>
                                        <p:attrNameLst>
                                          <p:attrName>ppt_x</p:attrName>
                                        </p:attrNameLst>
                                      </p:cBhvr>
                                      <p:tavLst>
                                        <p:tav tm="0">
                                          <p:val>
                                            <p:strVal val="#ppt_x"/>
                                          </p:val>
                                        </p:tav>
                                        <p:tav tm="100000">
                                          <p:val>
                                            <p:strVal val="#ppt_x"/>
                                          </p:val>
                                        </p:tav>
                                      </p:tavLst>
                                    </p:anim>
                                    <p:anim calcmode="lin" valueType="num">
                                      <p:cBhvr>
                                        <p:cTn id="9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45F0BEE-5E6D-46EA-A705-9ADF8C0752C1}" type="slidenum">
              <a:rPr lang="en-US" altLang="en-US" sz="1000" smtClean="0"/>
              <a:pPr>
                <a:spcBef>
                  <a:spcPct val="0"/>
                </a:spcBef>
                <a:buClrTx/>
                <a:buSzTx/>
                <a:buFontTx/>
                <a:buNone/>
              </a:pPr>
              <a:t>11</a:t>
            </a:fld>
            <a:endParaRPr lang="en-US" altLang="en-US" sz="1000"/>
          </a:p>
        </p:txBody>
      </p:sp>
      <p:sp>
        <p:nvSpPr>
          <p:cNvPr id="14339" name="Rectangle 2"/>
          <p:cNvSpPr>
            <a:spLocks noGrp="1" noChangeArrowheads="1"/>
          </p:cNvSpPr>
          <p:nvPr>
            <p:ph type="title"/>
          </p:nvPr>
        </p:nvSpPr>
        <p:spPr>
          <a:xfrm>
            <a:off x="457200" y="122238"/>
            <a:ext cx="7543800" cy="868362"/>
          </a:xfrm>
        </p:spPr>
        <p:txBody>
          <a:bodyPr/>
          <a:lstStyle/>
          <a:p>
            <a:pPr eaLnBrk="1" hangingPunct="1"/>
            <a:r>
              <a:rPr lang="en-US" altLang="vi-VN"/>
              <a:t>Chu trình và đường đi Euler</a:t>
            </a:r>
          </a:p>
        </p:txBody>
      </p:sp>
      <p:sp>
        <p:nvSpPr>
          <p:cNvPr id="14340"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1434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5876925"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Rectangle 13"/>
          <p:cNvSpPr>
            <a:spLocks noChangeArrowheads="1"/>
          </p:cNvSpPr>
          <p:nvPr/>
        </p:nvSpPr>
        <p:spPr bwMode="auto">
          <a:xfrm>
            <a:off x="990600" y="1676400"/>
            <a:ext cx="2873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sym typeface="Symbol" panose="05050102010706020507" pitchFamily="18" charset="2"/>
              </a:rPr>
              <a:t> </a:t>
            </a:r>
            <a:r>
              <a:rPr lang="en-US" altLang="vi-VN" sz="1800"/>
              <a:t>Ví dụ: Tìm chu trình Euler</a:t>
            </a:r>
          </a:p>
        </p:txBody>
      </p:sp>
      <p:sp>
        <p:nvSpPr>
          <p:cNvPr id="14343" name="TextBox 14"/>
          <p:cNvSpPr txBox="1">
            <a:spLocks noChangeArrowheads="1"/>
          </p:cNvSpPr>
          <p:nvPr/>
        </p:nvSpPr>
        <p:spPr bwMode="auto">
          <a:xfrm>
            <a:off x="3429000" y="3276600"/>
            <a:ext cx="236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i</a:t>
            </a:r>
          </a:p>
        </p:txBody>
      </p:sp>
      <p:sp>
        <p:nvSpPr>
          <p:cNvPr id="14344" name="TextBox 15"/>
          <p:cNvSpPr txBox="1">
            <a:spLocks noChangeArrowheads="1"/>
          </p:cNvSpPr>
          <p:nvPr/>
        </p:nvSpPr>
        <p:spPr bwMode="auto">
          <a:xfrm>
            <a:off x="2895600" y="4343400"/>
            <a:ext cx="3127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836FAF6-7576-42EC-94EE-656F33AFF339}" type="slidenum">
              <a:rPr lang="en-US" altLang="en-US" sz="1000" smtClean="0"/>
              <a:pPr>
                <a:spcBef>
                  <a:spcPct val="0"/>
                </a:spcBef>
                <a:buClrTx/>
                <a:buSzTx/>
                <a:buFontTx/>
                <a:buNone/>
              </a:pPr>
              <a:t>12</a:t>
            </a:fld>
            <a:endParaRPr lang="en-US" altLang="en-US" sz="1000"/>
          </a:p>
        </p:txBody>
      </p:sp>
      <p:sp>
        <p:nvSpPr>
          <p:cNvPr id="15363" name="Rectangle 2"/>
          <p:cNvSpPr>
            <a:spLocks noGrp="1" noChangeArrowheads="1"/>
          </p:cNvSpPr>
          <p:nvPr>
            <p:ph type="title"/>
          </p:nvPr>
        </p:nvSpPr>
        <p:spPr>
          <a:xfrm>
            <a:off x="457200" y="122238"/>
            <a:ext cx="7543800" cy="868362"/>
          </a:xfrm>
        </p:spPr>
        <p:txBody>
          <a:bodyPr/>
          <a:lstStyle/>
          <a:p>
            <a:pPr eaLnBrk="1" hangingPunct="1"/>
            <a:r>
              <a:rPr lang="en-US" altLang="vi-VN"/>
              <a:t>Chu trình và đường đi Euler</a:t>
            </a:r>
          </a:p>
        </p:txBody>
      </p:sp>
      <p:sp>
        <p:nvSpPr>
          <p:cNvPr id="135171" name="Rectangle 3"/>
          <p:cNvSpPr>
            <a:spLocks noGrp="1" noChangeArrowheads="1"/>
          </p:cNvSpPr>
          <p:nvPr>
            <p:ph type="body" idx="1"/>
          </p:nvPr>
        </p:nvSpPr>
        <p:spPr>
          <a:xfrm>
            <a:off x="457200" y="1219200"/>
            <a:ext cx="8382000" cy="4953000"/>
          </a:xfrm>
        </p:spPr>
        <p:txBody>
          <a:bodyPr/>
          <a:lstStyle/>
          <a:p>
            <a:pPr eaLnBrk="1" hangingPunct="1"/>
            <a:r>
              <a:rPr lang="en-US" altLang="vi-VN" sz="2800" dirty="0" err="1"/>
              <a:t>Trong</a:t>
            </a:r>
            <a:r>
              <a:rPr lang="en-US" altLang="vi-VN" sz="2800" dirty="0"/>
              <a:t> </a:t>
            </a:r>
            <a:r>
              <a:rPr lang="en-US" altLang="vi-VN" sz="2800" dirty="0" err="1"/>
              <a:t>đồ</a:t>
            </a:r>
            <a:r>
              <a:rPr lang="en-US" altLang="vi-VN" sz="2800" dirty="0"/>
              <a:t> </a:t>
            </a:r>
            <a:r>
              <a:rPr lang="en-US" altLang="vi-VN" sz="2800" dirty="0" err="1"/>
              <a:t>thị</a:t>
            </a:r>
            <a:r>
              <a:rPr lang="en-US" altLang="vi-VN" sz="2800" dirty="0"/>
              <a:t> </a:t>
            </a:r>
            <a:r>
              <a:rPr lang="en-US" altLang="vi-VN" sz="2800" dirty="0" err="1"/>
              <a:t>vô</a:t>
            </a:r>
            <a:r>
              <a:rPr lang="en-US" altLang="vi-VN" sz="2800" dirty="0"/>
              <a:t> </a:t>
            </a:r>
            <a:r>
              <a:rPr lang="en-US" altLang="vi-VN" sz="2800" dirty="0" err="1"/>
              <a:t>hướng</a:t>
            </a:r>
            <a:endParaRPr lang="en-US" altLang="vi-VN" sz="2800" dirty="0"/>
          </a:p>
          <a:p>
            <a:pPr lvl="1" eaLnBrk="1" hangingPunct="1"/>
            <a:r>
              <a:rPr lang="en-US" altLang="vi-VN" sz="2200" dirty="0" err="1"/>
              <a:t>Các</a:t>
            </a:r>
            <a:r>
              <a:rPr lang="en-US" altLang="vi-VN" sz="2200" dirty="0"/>
              <a:t> </a:t>
            </a:r>
            <a:r>
              <a:rPr lang="en-US" altLang="vi-VN" sz="2200" dirty="0" err="1"/>
              <a:t>thuật</a:t>
            </a:r>
            <a:r>
              <a:rPr lang="en-US" altLang="vi-VN" sz="2200" dirty="0"/>
              <a:t> </a:t>
            </a:r>
            <a:r>
              <a:rPr lang="en-US" altLang="vi-VN" sz="2200" dirty="0" err="1"/>
              <a:t>toán</a:t>
            </a:r>
            <a:r>
              <a:rPr lang="en-US" altLang="vi-VN" sz="2200" dirty="0"/>
              <a:t> </a:t>
            </a:r>
            <a:r>
              <a:rPr lang="en-US" altLang="vi-VN" sz="2200" dirty="0" err="1"/>
              <a:t>tìm</a:t>
            </a:r>
            <a:r>
              <a:rPr lang="en-US" altLang="vi-VN" sz="2200" dirty="0"/>
              <a:t> </a:t>
            </a:r>
            <a:r>
              <a:rPr lang="en-US" altLang="vi-VN" sz="2200" dirty="0" err="1"/>
              <a:t>chu</a:t>
            </a:r>
            <a:r>
              <a:rPr lang="en-US" altLang="vi-VN" sz="2200" dirty="0"/>
              <a:t> </a:t>
            </a:r>
            <a:r>
              <a:rPr lang="en-US" altLang="vi-VN" sz="2200" dirty="0" err="1"/>
              <a:t>trình</a:t>
            </a:r>
            <a:r>
              <a:rPr lang="en-US" altLang="vi-VN" sz="2200" dirty="0"/>
              <a:t> Euler:  </a:t>
            </a:r>
          </a:p>
          <a:p>
            <a:pPr lvl="1" eaLnBrk="1" hangingPunct="1">
              <a:buFont typeface="Wingdings" panose="05000000000000000000" pitchFamily="2" charset="2"/>
              <a:buNone/>
            </a:pPr>
            <a:r>
              <a:rPr lang="en-US" altLang="vi-VN" sz="2200" dirty="0"/>
              <a:t> 2. </a:t>
            </a:r>
            <a:r>
              <a:rPr lang="en-US" altLang="vi-VN" sz="2200" dirty="0" err="1"/>
              <a:t>Thuật</a:t>
            </a:r>
            <a:r>
              <a:rPr lang="en-US" altLang="vi-VN" sz="2200" dirty="0"/>
              <a:t> </a:t>
            </a:r>
            <a:r>
              <a:rPr lang="en-US" altLang="vi-VN" sz="2200" dirty="0" err="1"/>
              <a:t>toán</a:t>
            </a:r>
            <a:r>
              <a:rPr lang="en-US" altLang="vi-VN" sz="2200" dirty="0"/>
              <a:t> Fleury: </a:t>
            </a:r>
            <a:r>
              <a:rPr lang="en-US" altLang="vi-VN" sz="2200" dirty="0" err="1"/>
              <a:t>Xuất</a:t>
            </a:r>
            <a:r>
              <a:rPr lang="en-US" altLang="vi-VN" sz="2200" dirty="0"/>
              <a:t> </a:t>
            </a:r>
            <a:r>
              <a:rPr lang="en-US" altLang="vi-VN" sz="2200" dirty="0" err="1"/>
              <a:t>phát</a:t>
            </a:r>
            <a:r>
              <a:rPr lang="en-US" altLang="vi-VN" sz="2200" dirty="0"/>
              <a:t> </a:t>
            </a:r>
            <a:r>
              <a:rPr lang="en-US" altLang="vi-VN" sz="2200" dirty="0" err="1"/>
              <a:t>từ</a:t>
            </a:r>
            <a:r>
              <a:rPr lang="en-US" altLang="vi-VN" sz="2200" dirty="0"/>
              <a:t> </a:t>
            </a:r>
            <a:r>
              <a:rPr lang="en-US" altLang="vi-VN" sz="2200" dirty="0" err="1"/>
              <a:t>một</a:t>
            </a:r>
            <a:r>
              <a:rPr lang="en-US" altLang="vi-VN" sz="2200" dirty="0"/>
              <a:t> </a:t>
            </a:r>
            <a:r>
              <a:rPr lang="en-US" altLang="vi-VN" sz="2200" dirty="0" err="1"/>
              <a:t>đỉnh</a:t>
            </a:r>
            <a:r>
              <a:rPr lang="en-US" altLang="vi-VN" sz="2200" dirty="0"/>
              <a:t> </a:t>
            </a:r>
            <a:r>
              <a:rPr lang="en-US" altLang="vi-VN" sz="2200" dirty="0" err="1"/>
              <a:t>bất</a:t>
            </a:r>
            <a:r>
              <a:rPr lang="en-US" altLang="vi-VN" sz="2200" dirty="0"/>
              <a:t> </a:t>
            </a:r>
            <a:r>
              <a:rPr lang="en-US" altLang="vi-VN" sz="2200" dirty="0" err="1"/>
              <a:t>kỳ</a:t>
            </a:r>
            <a:r>
              <a:rPr lang="en-US" altLang="vi-VN" sz="2200" dirty="0"/>
              <a:t> </a:t>
            </a:r>
            <a:r>
              <a:rPr lang="en-US" altLang="vi-VN" sz="2200" dirty="0" err="1"/>
              <a:t>của</a:t>
            </a:r>
            <a:r>
              <a:rPr lang="en-US" altLang="vi-VN" sz="2200" dirty="0"/>
              <a:t> </a:t>
            </a:r>
            <a:r>
              <a:rPr lang="en-US" altLang="vi-VN" sz="2200" dirty="0" err="1"/>
              <a:t>đồ</a:t>
            </a:r>
            <a:r>
              <a:rPr lang="en-US" altLang="vi-VN" sz="2200" dirty="0"/>
              <a:t> </a:t>
            </a:r>
            <a:r>
              <a:rPr lang="en-US" altLang="vi-VN" sz="2200" dirty="0" err="1"/>
              <a:t>thị</a:t>
            </a:r>
            <a:r>
              <a:rPr lang="en-US" altLang="vi-VN" sz="2200" dirty="0"/>
              <a:t> </a:t>
            </a:r>
            <a:r>
              <a:rPr lang="en-US" altLang="vi-VN" sz="2200" dirty="0" err="1"/>
              <a:t>và</a:t>
            </a:r>
            <a:r>
              <a:rPr lang="en-US" altLang="vi-VN" sz="2200" dirty="0"/>
              <a:t> </a:t>
            </a:r>
            <a:r>
              <a:rPr lang="en-US" altLang="vi-VN" sz="2200" dirty="0" err="1"/>
              <a:t>tuân</a:t>
            </a:r>
            <a:r>
              <a:rPr lang="en-US" altLang="vi-VN" sz="2200" dirty="0"/>
              <a:t> </a:t>
            </a:r>
            <a:r>
              <a:rPr lang="en-US" altLang="vi-VN" sz="2200" dirty="0" err="1"/>
              <a:t>theo</a:t>
            </a:r>
            <a:r>
              <a:rPr lang="en-US" altLang="vi-VN" sz="2200" dirty="0"/>
              <a:t> </a:t>
            </a:r>
            <a:r>
              <a:rPr lang="en-US" altLang="vi-VN" sz="2200" dirty="0" err="1"/>
              <a:t>hai</a:t>
            </a:r>
            <a:r>
              <a:rPr lang="en-US" altLang="vi-VN" sz="2200" dirty="0"/>
              <a:t> </a:t>
            </a:r>
            <a:r>
              <a:rPr lang="en-US" altLang="vi-VN" sz="2200" dirty="0" err="1"/>
              <a:t>quy</a:t>
            </a:r>
            <a:r>
              <a:rPr lang="en-US" altLang="vi-VN" sz="2200" dirty="0"/>
              <a:t> </a:t>
            </a:r>
            <a:r>
              <a:rPr lang="en-US" altLang="vi-VN" sz="2200" dirty="0" err="1"/>
              <a:t>tắc</a:t>
            </a:r>
            <a:r>
              <a:rPr lang="en-US" altLang="vi-VN" sz="2200" dirty="0"/>
              <a:t> </a:t>
            </a:r>
            <a:r>
              <a:rPr lang="en-US" altLang="vi-VN" sz="2200" dirty="0" err="1"/>
              <a:t>sau</a:t>
            </a:r>
            <a:endParaRPr lang="en-US" altLang="vi-VN" sz="2200" dirty="0"/>
          </a:p>
          <a:p>
            <a:pPr lvl="2" eaLnBrk="1" hangingPunct="1"/>
            <a:r>
              <a:rPr lang="en-US" altLang="vi-VN" dirty="0"/>
              <a:t>Qui </a:t>
            </a:r>
            <a:r>
              <a:rPr lang="en-US" altLang="vi-VN" dirty="0" err="1"/>
              <a:t>tắc</a:t>
            </a:r>
            <a:r>
              <a:rPr lang="en-US" altLang="vi-VN" dirty="0"/>
              <a:t> 1: </a:t>
            </a:r>
            <a:r>
              <a:rPr lang="en-US" altLang="vi-VN" dirty="0" err="1"/>
              <a:t>Mỗi</a:t>
            </a:r>
            <a:r>
              <a:rPr lang="en-US" altLang="vi-VN" dirty="0"/>
              <a:t> </a:t>
            </a:r>
            <a:r>
              <a:rPr lang="en-US" altLang="vi-VN" dirty="0" err="1"/>
              <a:t>khi</a:t>
            </a:r>
            <a:r>
              <a:rPr lang="en-US" altLang="vi-VN" dirty="0"/>
              <a:t> </a:t>
            </a:r>
            <a:r>
              <a:rPr lang="en-US" altLang="vi-VN" dirty="0" err="1"/>
              <a:t>đi</a:t>
            </a:r>
            <a:r>
              <a:rPr lang="en-US" altLang="vi-VN" dirty="0"/>
              <a:t> qua </a:t>
            </a:r>
            <a:r>
              <a:rPr lang="en-US" altLang="vi-VN" dirty="0" err="1"/>
              <a:t>một</a:t>
            </a:r>
            <a:r>
              <a:rPr lang="en-US" altLang="vi-VN" dirty="0"/>
              <a:t> </a:t>
            </a:r>
            <a:r>
              <a:rPr lang="en-US" altLang="vi-VN" dirty="0" err="1"/>
              <a:t>cạnh</a:t>
            </a:r>
            <a:r>
              <a:rPr lang="en-US" altLang="vi-VN" dirty="0"/>
              <a:t> </a:t>
            </a:r>
            <a:r>
              <a:rPr lang="en-US" altLang="vi-VN" dirty="0" err="1"/>
              <a:t>nào</a:t>
            </a:r>
            <a:r>
              <a:rPr lang="en-US" altLang="vi-VN" dirty="0"/>
              <a:t> </a:t>
            </a:r>
            <a:r>
              <a:rPr lang="en-US" altLang="vi-VN" dirty="0" err="1"/>
              <a:t>thì</a:t>
            </a:r>
            <a:endParaRPr lang="en-US" altLang="vi-VN" dirty="0"/>
          </a:p>
          <a:p>
            <a:pPr lvl="3" eaLnBrk="1" hangingPunct="1"/>
            <a:r>
              <a:rPr lang="en-US" altLang="vi-VN" dirty="0" err="1"/>
              <a:t>Xóa</a:t>
            </a:r>
            <a:r>
              <a:rPr lang="en-US" altLang="vi-VN" dirty="0"/>
              <a:t> </a:t>
            </a:r>
            <a:r>
              <a:rPr lang="en-US" altLang="vi-VN" dirty="0" err="1"/>
              <a:t>cạnh</a:t>
            </a:r>
            <a:r>
              <a:rPr lang="en-US" altLang="vi-VN" dirty="0"/>
              <a:t> </a:t>
            </a:r>
            <a:r>
              <a:rPr lang="en-US" altLang="vi-VN" dirty="0" err="1"/>
              <a:t>vừa</a:t>
            </a:r>
            <a:r>
              <a:rPr lang="en-US" altLang="vi-VN" dirty="0"/>
              <a:t> </a:t>
            </a:r>
            <a:r>
              <a:rPr lang="en-US" altLang="vi-VN" dirty="0" err="1"/>
              <a:t>đi</a:t>
            </a:r>
            <a:r>
              <a:rPr lang="en-US" altLang="vi-VN" dirty="0"/>
              <a:t> qua</a:t>
            </a:r>
          </a:p>
          <a:p>
            <a:pPr lvl="3" eaLnBrk="1" hangingPunct="1"/>
            <a:r>
              <a:rPr lang="en-US" altLang="vi-VN" dirty="0" err="1"/>
              <a:t>Xóa</a:t>
            </a:r>
            <a:r>
              <a:rPr lang="en-US" altLang="vi-VN" dirty="0"/>
              <a:t> </a:t>
            </a:r>
            <a:r>
              <a:rPr lang="en-US" altLang="vi-VN" dirty="0" err="1"/>
              <a:t>đỉnh</a:t>
            </a:r>
            <a:r>
              <a:rPr lang="en-US" altLang="vi-VN" dirty="0"/>
              <a:t> </a:t>
            </a:r>
            <a:r>
              <a:rPr lang="en-US" altLang="vi-VN" dirty="0" err="1"/>
              <a:t>cô</a:t>
            </a:r>
            <a:r>
              <a:rPr lang="en-US" altLang="vi-VN" dirty="0"/>
              <a:t> </a:t>
            </a:r>
            <a:r>
              <a:rPr lang="en-US" altLang="vi-VN" dirty="0" err="1"/>
              <a:t>lập</a:t>
            </a:r>
            <a:r>
              <a:rPr lang="en-US" altLang="vi-VN" dirty="0"/>
              <a:t> (</a:t>
            </a:r>
            <a:r>
              <a:rPr lang="en-US" altLang="vi-VN" dirty="0" err="1"/>
              <a:t>nếu</a:t>
            </a:r>
            <a:r>
              <a:rPr lang="en-US" altLang="vi-VN" dirty="0"/>
              <a:t> </a:t>
            </a:r>
            <a:r>
              <a:rPr lang="en-US" altLang="vi-VN" dirty="0" err="1"/>
              <a:t>có</a:t>
            </a:r>
            <a:r>
              <a:rPr lang="en-US" altLang="vi-VN" dirty="0"/>
              <a:t>)</a:t>
            </a:r>
          </a:p>
          <a:p>
            <a:pPr lvl="2" eaLnBrk="1" hangingPunct="1"/>
            <a:r>
              <a:rPr lang="en-US" altLang="vi-VN" dirty="0"/>
              <a:t>Qui </a:t>
            </a:r>
            <a:r>
              <a:rPr lang="en-US" altLang="vi-VN" dirty="0" err="1"/>
              <a:t>tắc</a:t>
            </a:r>
            <a:r>
              <a:rPr lang="en-US" altLang="vi-VN" dirty="0"/>
              <a:t> 2:</a:t>
            </a:r>
          </a:p>
          <a:p>
            <a:pPr lvl="3" eaLnBrk="1" hangingPunct="1"/>
            <a:r>
              <a:rPr lang="en-US" altLang="vi-VN" dirty="0" err="1"/>
              <a:t>Tại</a:t>
            </a:r>
            <a:r>
              <a:rPr lang="en-US" altLang="vi-VN" dirty="0"/>
              <a:t> </a:t>
            </a:r>
            <a:r>
              <a:rPr lang="en-US" altLang="vi-VN" dirty="0" err="1"/>
              <a:t>mỗi</a:t>
            </a:r>
            <a:r>
              <a:rPr lang="en-US" altLang="vi-VN" dirty="0"/>
              <a:t> </a:t>
            </a:r>
            <a:r>
              <a:rPr lang="en-US" altLang="vi-VN" dirty="0" err="1"/>
              <a:t>đỉnh</a:t>
            </a:r>
            <a:r>
              <a:rPr lang="en-US" altLang="vi-VN" dirty="0"/>
              <a:t>, ta </a:t>
            </a:r>
            <a:r>
              <a:rPr lang="en-US" altLang="vi-VN" dirty="0" err="1"/>
              <a:t>chỉ</a:t>
            </a:r>
            <a:r>
              <a:rPr lang="en-US" altLang="vi-VN" dirty="0"/>
              <a:t> </a:t>
            </a:r>
            <a:r>
              <a:rPr lang="en-US" altLang="vi-VN" dirty="0" err="1"/>
              <a:t>đi</a:t>
            </a:r>
            <a:r>
              <a:rPr lang="en-US" altLang="vi-VN" dirty="0"/>
              <a:t> </a:t>
            </a:r>
            <a:r>
              <a:rPr lang="en-US" altLang="vi-VN" dirty="0" err="1"/>
              <a:t>theo</a:t>
            </a:r>
            <a:r>
              <a:rPr lang="en-US" altLang="vi-VN" dirty="0"/>
              <a:t> </a:t>
            </a:r>
            <a:r>
              <a:rPr lang="en-US" altLang="vi-VN" dirty="0" err="1"/>
              <a:t>một</a:t>
            </a:r>
            <a:r>
              <a:rPr lang="en-US" altLang="vi-VN" dirty="0"/>
              <a:t> </a:t>
            </a:r>
            <a:r>
              <a:rPr lang="en-US" altLang="vi-VN" dirty="0" err="1"/>
              <a:t>cạnh</a:t>
            </a:r>
            <a:r>
              <a:rPr lang="en-US" altLang="vi-VN" dirty="0"/>
              <a:t> </a:t>
            </a:r>
            <a:r>
              <a:rPr lang="en-US" altLang="vi-VN" dirty="0" err="1"/>
              <a:t>là</a:t>
            </a:r>
            <a:r>
              <a:rPr lang="en-US" altLang="vi-VN" dirty="0"/>
              <a:t> </a:t>
            </a:r>
            <a:r>
              <a:rPr lang="en-US" altLang="vi-VN" dirty="0" err="1"/>
              <a:t>cầu</a:t>
            </a:r>
            <a:r>
              <a:rPr lang="en-US" altLang="vi-VN" dirty="0"/>
              <a:t> </a:t>
            </a:r>
            <a:r>
              <a:rPr lang="en-US" altLang="vi-VN" dirty="0" err="1"/>
              <a:t>nếu</a:t>
            </a:r>
            <a:r>
              <a:rPr lang="en-US" altLang="vi-VN" dirty="0"/>
              <a:t> </a:t>
            </a:r>
            <a:r>
              <a:rPr lang="en-US" altLang="vi-VN" dirty="0" err="1"/>
              <a:t>không</a:t>
            </a:r>
            <a:r>
              <a:rPr lang="en-US" altLang="vi-VN" dirty="0"/>
              <a:t> </a:t>
            </a:r>
            <a:r>
              <a:rPr lang="en-US" altLang="vi-VN" dirty="0" err="1"/>
              <a:t>có</a:t>
            </a:r>
            <a:r>
              <a:rPr lang="en-US" altLang="vi-VN" dirty="0"/>
              <a:t> </a:t>
            </a:r>
            <a:r>
              <a:rPr lang="en-US" altLang="vi-VN" dirty="0" err="1"/>
              <a:t>sự</a:t>
            </a:r>
            <a:r>
              <a:rPr lang="en-US" altLang="vi-VN" dirty="0"/>
              <a:t> </a:t>
            </a:r>
            <a:r>
              <a:rPr lang="en-US" altLang="vi-VN" dirty="0" err="1"/>
              <a:t>lựa</a:t>
            </a:r>
            <a:r>
              <a:rPr lang="en-US" altLang="vi-VN" dirty="0"/>
              <a:t> </a:t>
            </a:r>
            <a:r>
              <a:rPr lang="en-US" altLang="vi-VN" dirty="0" err="1"/>
              <a:t>chọn</a:t>
            </a:r>
            <a:r>
              <a:rPr lang="en-US" altLang="vi-VN" dirty="0"/>
              <a:t> </a:t>
            </a:r>
            <a:r>
              <a:rPr lang="en-US" altLang="vi-VN" dirty="0" err="1"/>
              <a:t>nào</a:t>
            </a:r>
            <a:r>
              <a:rPr lang="en-US" altLang="vi-VN" dirty="0"/>
              <a:t> </a:t>
            </a:r>
            <a:r>
              <a:rPr lang="en-US" altLang="vi-VN" dirty="0" err="1"/>
              <a:t>khác</a:t>
            </a:r>
            <a:r>
              <a:rPr lang="en-US" altLang="vi-VN" dirty="0"/>
              <a:t>.</a:t>
            </a:r>
          </a:p>
          <a:p>
            <a:pPr lvl="1" eaLnBrk="1" hangingPunct="1">
              <a:buFont typeface="Wingdings" panose="05000000000000000000" pitchFamily="2" charset="2"/>
              <a:buNone/>
            </a:pPr>
            <a:endParaRPr lang="en-US" altLang="vi-VN" sz="2000" dirty="0"/>
          </a:p>
          <a:p>
            <a:pPr lvl="1" eaLnBrk="1" hangingPunct="1">
              <a:buFont typeface="Wingdings" panose="05000000000000000000" pitchFamily="2" charset="2"/>
              <a:buNone/>
            </a:pPr>
            <a:endParaRPr lang="en-US" altLang="vi-VN" sz="1900" dirty="0"/>
          </a:p>
        </p:txBody>
      </p:sp>
      <p:sp>
        <p:nvSpPr>
          <p:cNvPr id="15365"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2" name="Ảnh 1"/>
          <p:cNvPicPr>
            <a:picLocks noChangeAspect="1"/>
          </p:cNvPicPr>
          <p:nvPr/>
        </p:nvPicPr>
        <p:blipFill>
          <a:blip r:embed="rId2"/>
          <a:stretch>
            <a:fillRect/>
          </a:stretch>
        </p:blipFill>
        <p:spPr>
          <a:xfrm>
            <a:off x="838200" y="5208740"/>
            <a:ext cx="6615494" cy="6799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7" presetClass="entr" presetSubtype="0" fill="hold" grpId="0" nodeType="with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fade">
                                      <p:cBhvr>
                                        <p:cTn id="7" dur="1000"/>
                                        <p:tgtEl>
                                          <p:spTgt spid="135171">
                                            <p:txEl>
                                              <p:pRg st="0" end="0"/>
                                            </p:txEl>
                                          </p:spTgt>
                                        </p:tgtEl>
                                      </p:cBhvr>
                                    </p:animEffect>
                                    <p:anim calcmode="lin" valueType="num">
                                      <p:cBhvr>
                                        <p:cTn id="8" dur="1000" fill="hold"/>
                                        <p:tgtEl>
                                          <p:spTgt spid="135171">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135171">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135171">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135171">
                                            <p:txEl>
                                              <p:pRg st="1" end="1"/>
                                            </p:txEl>
                                          </p:spTgt>
                                        </p:tgtEl>
                                        <p:attrNameLst>
                                          <p:attrName>style.visibility</p:attrName>
                                        </p:attrNameLst>
                                      </p:cBhvr>
                                      <p:to>
                                        <p:strVal val="visible"/>
                                      </p:to>
                                    </p:set>
                                    <p:animEffect transition="in" filter="fade">
                                      <p:cBhvr>
                                        <p:cTn id="15" dur="1000"/>
                                        <p:tgtEl>
                                          <p:spTgt spid="135171">
                                            <p:txEl>
                                              <p:pRg st="1" end="1"/>
                                            </p:txEl>
                                          </p:spTgt>
                                        </p:tgtEl>
                                      </p:cBhvr>
                                    </p:animEffect>
                                    <p:anim calcmode="lin" valueType="num">
                                      <p:cBhvr>
                                        <p:cTn id="16" dur="1000" fill="hold"/>
                                        <p:tgtEl>
                                          <p:spTgt spid="135171">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135171">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135171">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35171">
                                            <p:txEl>
                                              <p:pRg st="2" end="2"/>
                                            </p:txEl>
                                          </p:spTgt>
                                        </p:tgtEl>
                                        <p:attrNameLst>
                                          <p:attrName>style.visibility</p:attrName>
                                        </p:attrNameLst>
                                      </p:cBhvr>
                                      <p:to>
                                        <p:strVal val="visible"/>
                                      </p:to>
                                    </p:set>
                                    <p:animEffect transition="in" filter="blinds(horizontal)">
                                      <p:cBhvr>
                                        <p:cTn id="23" dur="500"/>
                                        <p:tgtEl>
                                          <p:spTgt spid="135171">
                                            <p:txEl>
                                              <p:pRg st="2" end="2"/>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35171">
                                            <p:txEl>
                                              <p:pRg st="3" end="3"/>
                                            </p:txEl>
                                          </p:spTgt>
                                        </p:tgtEl>
                                        <p:attrNameLst>
                                          <p:attrName>style.visibility</p:attrName>
                                        </p:attrNameLst>
                                      </p:cBhvr>
                                      <p:to>
                                        <p:strVal val="visible"/>
                                      </p:to>
                                    </p:set>
                                    <p:animEffect transition="in" filter="blinds(horizontal)">
                                      <p:cBhvr>
                                        <p:cTn id="28" dur="500"/>
                                        <p:tgtEl>
                                          <p:spTgt spid="135171">
                                            <p:txEl>
                                              <p:pRg st="3" end="3"/>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135171">
                                            <p:txEl>
                                              <p:pRg st="4" end="4"/>
                                            </p:txEl>
                                          </p:spTgt>
                                        </p:tgtEl>
                                        <p:attrNameLst>
                                          <p:attrName>style.visibility</p:attrName>
                                        </p:attrNameLst>
                                      </p:cBhvr>
                                      <p:to>
                                        <p:strVal val="visible"/>
                                      </p:to>
                                    </p:set>
                                    <p:animEffect transition="in" filter="blinds(horizontal)">
                                      <p:cBhvr>
                                        <p:cTn id="31" dur="500"/>
                                        <p:tgtEl>
                                          <p:spTgt spid="135171">
                                            <p:txEl>
                                              <p:pRg st="4" end="4"/>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35171">
                                            <p:txEl>
                                              <p:pRg st="5" end="5"/>
                                            </p:txEl>
                                          </p:spTgt>
                                        </p:tgtEl>
                                        <p:attrNameLst>
                                          <p:attrName>style.visibility</p:attrName>
                                        </p:attrNameLst>
                                      </p:cBhvr>
                                      <p:to>
                                        <p:strVal val="visible"/>
                                      </p:to>
                                    </p:set>
                                    <p:animEffect transition="in" filter="blinds(horizontal)">
                                      <p:cBhvr>
                                        <p:cTn id="34" dur="500"/>
                                        <p:tgtEl>
                                          <p:spTgt spid="135171">
                                            <p:txEl>
                                              <p:pRg st="5" end="5"/>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35171">
                                            <p:txEl>
                                              <p:pRg st="6" end="6"/>
                                            </p:txEl>
                                          </p:spTgt>
                                        </p:tgtEl>
                                        <p:attrNameLst>
                                          <p:attrName>style.visibility</p:attrName>
                                        </p:attrNameLst>
                                      </p:cBhvr>
                                      <p:to>
                                        <p:strVal val="visible"/>
                                      </p:to>
                                    </p:set>
                                    <p:animEffect transition="in" filter="blinds(horizontal)">
                                      <p:cBhvr>
                                        <p:cTn id="39" dur="500"/>
                                        <p:tgtEl>
                                          <p:spTgt spid="135171">
                                            <p:txEl>
                                              <p:pRg st="6" end="6"/>
                                            </p:txEl>
                                          </p:spTgt>
                                        </p:tgtEl>
                                      </p:cBhvr>
                                    </p:animEffect>
                                  </p:childTnLst>
                                </p:cTn>
                              </p:par>
                              <p:par>
                                <p:cTn id="40" presetID="3" presetClass="entr" presetSubtype="10" fill="hold" nodeType="withEffect">
                                  <p:stCondLst>
                                    <p:cond delay="0"/>
                                  </p:stCondLst>
                                  <p:childTnLst>
                                    <p:set>
                                      <p:cBhvr>
                                        <p:cTn id="41" dur="1" fill="hold">
                                          <p:stCondLst>
                                            <p:cond delay="0"/>
                                          </p:stCondLst>
                                        </p:cTn>
                                        <p:tgtEl>
                                          <p:spTgt spid="135171">
                                            <p:txEl>
                                              <p:pRg st="7" end="7"/>
                                            </p:txEl>
                                          </p:spTgt>
                                        </p:tgtEl>
                                        <p:attrNameLst>
                                          <p:attrName>style.visibility</p:attrName>
                                        </p:attrNameLst>
                                      </p:cBhvr>
                                      <p:to>
                                        <p:strVal val="visible"/>
                                      </p:to>
                                    </p:set>
                                    <p:animEffect transition="in" filter="blinds(horizontal)">
                                      <p:cBhvr>
                                        <p:cTn id="42" dur="500"/>
                                        <p:tgtEl>
                                          <p:spTgt spid="1351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1000"/>
                                        <p:tgtEl>
                                          <p:spTgt spid="2"/>
                                        </p:tgtEl>
                                      </p:cBhvr>
                                    </p:animEffect>
                                    <p:anim calcmode="lin" valueType="num">
                                      <p:cBhvr>
                                        <p:cTn id="48" dur="1000" fill="hold"/>
                                        <p:tgtEl>
                                          <p:spTgt spid="2"/>
                                        </p:tgtEl>
                                        <p:attrNameLst>
                                          <p:attrName>ppt_x</p:attrName>
                                        </p:attrNameLst>
                                      </p:cBhvr>
                                      <p:tavLst>
                                        <p:tav tm="0">
                                          <p:val>
                                            <p:strVal val="#ppt_x"/>
                                          </p:val>
                                        </p:tav>
                                        <p:tav tm="100000">
                                          <p:val>
                                            <p:strVal val="#ppt_x"/>
                                          </p:val>
                                        </p:tav>
                                      </p:tavLst>
                                    </p:anim>
                                    <p:anim calcmode="lin" valueType="num">
                                      <p:cBhvr>
                                        <p:cTn id="4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9" name="Line 5"/>
          <p:cNvSpPr>
            <a:spLocks noChangeShapeType="1"/>
          </p:cNvSpPr>
          <p:nvPr/>
        </p:nvSpPr>
        <p:spPr bwMode="auto">
          <a:xfrm flipV="1">
            <a:off x="1066800" y="2362200"/>
            <a:ext cx="1371600" cy="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33" name="Line 9"/>
          <p:cNvSpPr>
            <a:spLocks noChangeShapeType="1"/>
          </p:cNvSpPr>
          <p:nvPr/>
        </p:nvSpPr>
        <p:spPr bwMode="auto">
          <a:xfrm>
            <a:off x="2438400" y="2362200"/>
            <a:ext cx="1676400" cy="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36" name="Line 12"/>
          <p:cNvSpPr>
            <a:spLocks noChangeShapeType="1"/>
          </p:cNvSpPr>
          <p:nvPr/>
        </p:nvSpPr>
        <p:spPr bwMode="auto">
          <a:xfrm>
            <a:off x="4114800" y="2362200"/>
            <a:ext cx="1905000" cy="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37" name="Line 13"/>
          <p:cNvSpPr>
            <a:spLocks noChangeShapeType="1"/>
          </p:cNvSpPr>
          <p:nvPr/>
        </p:nvSpPr>
        <p:spPr bwMode="auto">
          <a:xfrm>
            <a:off x="2438400" y="2362200"/>
            <a:ext cx="0" cy="14478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39" name="Line 15"/>
          <p:cNvSpPr>
            <a:spLocks noChangeShapeType="1"/>
          </p:cNvSpPr>
          <p:nvPr/>
        </p:nvSpPr>
        <p:spPr bwMode="auto">
          <a:xfrm>
            <a:off x="4114800" y="2362200"/>
            <a:ext cx="0" cy="13716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42" name="Line 18"/>
          <p:cNvSpPr>
            <a:spLocks noChangeShapeType="1"/>
          </p:cNvSpPr>
          <p:nvPr/>
        </p:nvSpPr>
        <p:spPr bwMode="auto">
          <a:xfrm>
            <a:off x="2362200" y="3810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47" name="Line 23"/>
          <p:cNvSpPr>
            <a:spLocks noChangeShapeType="1"/>
          </p:cNvSpPr>
          <p:nvPr/>
        </p:nvSpPr>
        <p:spPr bwMode="auto">
          <a:xfrm flipV="1">
            <a:off x="1066800" y="3840163"/>
            <a:ext cx="1371600" cy="46037"/>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49" name="Line 25"/>
          <p:cNvSpPr>
            <a:spLocks noChangeShapeType="1"/>
          </p:cNvSpPr>
          <p:nvPr/>
        </p:nvSpPr>
        <p:spPr bwMode="auto">
          <a:xfrm>
            <a:off x="1066800" y="2362200"/>
            <a:ext cx="1371600" cy="15240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51" name="Line 27"/>
          <p:cNvSpPr>
            <a:spLocks noChangeShapeType="1"/>
          </p:cNvSpPr>
          <p:nvPr/>
        </p:nvSpPr>
        <p:spPr bwMode="auto">
          <a:xfrm flipH="1">
            <a:off x="1066800" y="2438400"/>
            <a:ext cx="1371600" cy="14478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53" name="Line 29"/>
          <p:cNvSpPr>
            <a:spLocks noChangeShapeType="1"/>
          </p:cNvSpPr>
          <p:nvPr/>
        </p:nvSpPr>
        <p:spPr bwMode="auto">
          <a:xfrm flipH="1">
            <a:off x="4114800" y="2362200"/>
            <a:ext cx="1905000" cy="14478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75" name="Line 51"/>
          <p:cNvSpPr>
            <a:spLocks noChangeShapeType="1"/>
          </p:cNvSpPr>
          <p:nvPr/>
        </p:nvSpPr>
        <p:spPr bwMode="auto">
          <a:xfrm>
            <a:off x="4114800" y="2438400"/>
            <a:ext cx="1905000" cy="1371600"/>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03476" name="Text Box 52"/>
          <p:cNvSpPr txBox="1">
            <a:spLocks noChangeArrowheads="1"/>
          </p:cNvSpPr>
          <p:nvPr/>
        </p:nvSpPr>
        <p:spPr bwMode="auto">
          <a:xfrm>
            <a:off x="685800" y="1828800"/>
            <a:ext cx="382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a</a:t>
            </a:r>
          </a:p>
        </p:txBody>
      </p:sp>
      <p:sp>
        <p:nvSpPr>
          <p:cNvPr id="103481" name="Text Box 57"/>
          <p:cNvSpPr txBox="1">
            <a:spLocks noChangeArrowheads="1"/>
          </p:cNvSpPr>
          <p:nvPr/>
        </p:nvSpPr>
        <p:spPr bwMode="auto">
          <a:xfrm>
            <a:off x="2270125" y="18176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b</a:t>
            </a:r>
          </a:p>
        </p:txBody>
      </p:sp>
      <p:sp>
        <p:nvSpPr>
          <p:cNvPr id="103482" name="Text Box 58"/>
          <p:cNvSpPr txBox="1">
            <a:spLocks noChangeArrowheads="1"/>
          </p:cNvSpPr>
          <p:nvPr/>
        </p:nvSpPr>
        <p:spPr bwMode="auto">
          <a:xfrm>
            <a:off x="4022725" y="1741488"/>
            <a:ext cx="3619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c</a:t>
            </a:r>
          </a:p>
        </p:txBody>
      </p:sp>
      <p:sp>
        <p:nvSpPr>
          <p:cNvPr id="103483" name="Text Box 59"/>
          <p:cNvSpPr txBox="1">
            <a:spLocks noChangeArrowheads="1"/>
          </p:cNvSpPr>
          <p:nvPr/>
        </p:nvSpPr>
        <p:spPr bwMode="auto">
          <a:xfrm>
            <a:off x="5927725" y="18176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d</a:t>
            </a:r>
          </a:p>
        </p:txBody>
      </p:sp>
      <p:sp>
        <p:nvSpPr>
          <p:cNvPr id="103484" name="Text Box 60"/>
          <p:cNvSpPr txBox="1">
            <a:spLocks noChangeArrowheads="1"/>
          </p:cNvSpPr>
          <p:nvPr/>
        </p:nvSpPr>
        <p:spPr bwMode="auto">
          <a:xfrm>
            <a:off x="6156325" y="34940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e</a:t>
            </a:r>
          </a:p>
        </p:txBody>
      </p:sp>
      <p:sp>
        <p:nvSpPr>
          <p:cNvPr id="103485" name="Text Box 61"/>
          <p:cNvSpPr txBox="1">
            <a:spLocks noChangeArrowheads="1"/>
          </p:cNvSpPr>
          <p:nvPr/>
        </p:nvSpPr>
        <p:spPr bwMode="auto">
          <a:xfrm>
            <a:off x="4102100" y="3798888"/>
            <a:ext cx="2825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f</a:t>
            </a:r>
          </a:p>
        </p:txBody>
      </p:sp>
      <p:sp>
        <p:nvSpPr>
          <p:cNvPr id="103486" name="Text Box 62"/>
          <p:cNvSpPr txBox="1">
            <a:spLocks noChangeArrowheads="1"/>
          </p:cNvSpPr>
          <p:nvPr/>
        </p:nvSpPr>
        <p:spPr bwMode="auto">
          <a:xfrm>
            <a:off x="2422525" y="38750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g</a:t>
            </a:r>
          </a:p>
        </p:txBody>
      </p:sp>
      <p:sp>
        <p:nvSpPr>
          <p:cNvPr id="103487" name="Text Box 63"/>
          <p:cNvSpPr txBox="1">
            <a:spLocks noChangeArrowheads="1"/>
          </p:cNvSpPr>
          <p:nvPr/>
        </p:nvSpPr>
        <p:spPr bwMode="auto">
          <a:xfrm>
            <a:off x="974725" y="3798888"/>
            <a:ext cx="382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2800"/>
              <a:t>h</a:t>
            </a:r>
          </a:p>
        </p:txBody>
      </p:sp>
      <p:sp>
        <p:nvSpPr>
          <p:cNvPr id="636950" name="Text Box 64"/>
          <p:cNvSpPr txBox="1">
            <a:spLocks noChangeArrowheads="1"/>
          </p:cNvSpPr>
          <p:nvPr/>
        </p:nvSpPr>
        <p:spPr bwMode="auto">
          <a:xfrm>
            <a:off x="1812925" y="4587875"/>
            <a:ext cx="284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3200"/>
              <a:t>abcfdcefghbga</a:t>
            </a:r>
          </a:p>
        </p:txBody>
      </p:sp>
      <p:sp>
        <p:nvSpPr>
          <p:cNvPr id="16406" name="Text Box 65"/>
          <p:cNvSpPr txBox="1">
            <a:spLocks noChangeArrowheads="1"/>
          </p:cNvSpPr>
          <p:nvPr/>
        </p:nvSpPr>
        <p:spPr bwMode="auto">
          <a:xfrm>
            <a:off x="5546725" y="4941888"/>
            <a:ext cx="184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vi-VN" sz="2800"/>
          </a:p>
        </p:txBody>
      </p:sp>
      <p:sp>
        <p:nvSpPr>
          <p:cNvPr id="16407" name="Slide Number Placeholder 25"/>
          <p:cNvSpPr txBox="1">
            <a:spLocks noGrp="1"/>
          </p:cNvSpPr>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r" eaLnBrk="1" hangingPunct="1">
              <a:spcBef>
                <a:spcPct val="0"/>
              </a:spcBef>
              <a:buClrTx/>
              <a:buSzTx/>
              <a:buFontTx/>
              <a:buNone/>
            </a:pPr>
            <a:fld id="{5D65828E-FD49-4A87-ADB7-793BA9A1173B}" type="slidenum">
              <a:rPr lang="en-US" altLang="vi-VN" sz="1400"/>
              <a:pPr algn="r" eaLnBrk="1" hangingPunct="1">
                <a:spcBef>
                  <a:spcPct val="0"/>
                </a:spcBef>
                <a:buClrTx/>
                <a:buSzTx/>
                <a:buFontTx/>
                <a:buNone/>
              </a:pPr>
              <a:t>13</a:t>
            </a:fld>
            <a:endParaRPr lang="en-US" altLang="vi-VN" sz="1400"/>
          </a:p>
        </p:txBody>
      </p:sp>
      <p:sp>
        <p:nvSpPr>
          <p:cNvPr id="27" name="Line 23"/>
          <p:cNvSpPr>
            <a:spLocks noChangeShapeType="1"/>
          </p:cNvSpPr>
          <p:nvPr/>
        </p:nvSpPr>
        <p:spPr bwMode="auto">
          <a:xfrm flipV="1">
            <a:off x="2438400" y="3810000"/>
            <a:ext cx="1676400" cy="46038"/>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28" name="Line 23"/>
          <p:cNvSpPr>
            <a:spLocks noChangeShapeType="1"/>
          </p:cNvSpPr>
          <p:nvPr/>
        </p:nvSpPr>
        <p:spPr bwMode="auto">
          <a:xfrm>
            <a:off x="4191000" y="3779838"/>
            <a:ext cx="1828800" cy="46037"/>
          </a:xfrm>
          <a:prstGeom prst="line">
            <a:avLst/>
          </a:prstGeom>
          <a:noFill/>
          <a:ln w="63500">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30" name="Oval 29"/>
          <p:cNvSpPr/>
          <p:nvPr/>
        </p:nvSpPr>
        <p:spPr>
          <a:xfrm>
            <a:off x="914400" y="2209800"/>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31" name="Oval 30"/>
          <p:cNvSpPr/>
          <p:nvPr/>
        </p:nvSpPr>
        <p:spPr>
          <a:xfrm>
            <a:off x="990600" y="3657600"/>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32" name="Oval 31"/>
          <p:cNvSpPr/>
          <p:nvPr/>
        </p:nvSpPr>
        <p:spPr>
          <a:xfrm>
            <a:off x="2286000" y="2209800"/>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33" name="Oval 32"/>
          <p:cNvSpPr/>
          <p:nvPr/>
        </p:nvSpPr>
        <p:spPr>
          <a:xfrm>
            <a:off x="2322252" y="3646488"/>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34" name="Oval 33"/>
          <p:cNvSpPr/>
          <p:nvPr/>
        </p:nvSpPr>
        <p:spPr>
          <a:xfrm>
            <a:off x="3962400" y="2209800"/>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35" name="Oval 34"/>
          <p:cNvSpPr/>
          <p:nvPr/>
        </p:nvSpPr>
        <p:spPr>
          <a:xfrm>
            <a:off x="3980384" y="3634202"/>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36" name="Oval 35"/>
          <p:cNvSpPr/>
          <p:nvPr/>
        </p:nvSpPr>
        <p:spPr>
          <a:xfrm>
            <a:off x="5791200" y="2209800"/>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37" name="Oval 36"/>
          <p:cNvSpPr/>
          <p:nvPr/>
        </p:nvSpPr>
        <p:spPr>
          <a:xfrm>
            <a:off x="5791200" y="3657600"/>
            <a:ext cx="304800" cy="304800"/>
          </a:xfrm>
          <a:prstGeom prst="ellipse">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sz="2800"/>
          </a:p>
        </p:txBody>
      </p:sp>
      <p:sp>
        <p:nvSpPr>
          <p:cNvPr id="16418"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
        <p:nvSpPr>
          <p:cNvPr id="39" name="Rectangle 2"/>
          <p:cNvSpPr txBox="1">
            <a:spLocks noChangeArrowheads="1"/>
          </p:cNvSpPr>
          <p:nvPr/>
        </p:nvSpPr>
        <p:spPr>
          <a:xfrm>
            <a:off x="387350" y="441325"/>
            <a:ext cx="7543800" cy="868363"/>
          </a:xfrm>
          <a:prstGeom prst="rect">
            <a:avLst/>
          </a:prstGeom>
        </p:spPr>
        <p:txBody>
          <a:bodyPr/>
          <a:lstStyle/>
          <a:p>
            <a:pPr eaLnBrk="1" hangingPunct="1">
              <a:defRPr/>
            </a:pPr>
            <a:r>
              <a:rPr lang="en-US" sz="3900" b="1" kern="0" dirty="0">
                <a:solidFill>
                  <a:schemeClr val="tx2"/>
                </a:solidFill>
                <a:latin typeface="+mj-lt"/>
                <a:ea typeface="+mj-ea"/>
                <a:cs typeface="+mj-cs"/>
              </a:rPr>
              <a:t>Chu </a:t>
            </a:r>
            <a:r>
              <a:rPr lang="en-US" sz="3900" b="1" kern="0" dirty="0" err="1">
                <a:solidFill>
                  <a:schemeClr val="tx2"/>
                </a:solidFill>
                <a:latin typeface="+mj-lt"/>
                <a:ea typeface="+mj-ea"/>
                <a:cs typeface="+mj-cs"/>
              </a:rPr>
              <a:t>trình</a:t>
            </a:r>
            <a:r>
              <a:rPr lang="en-US" sz="3900" b="1" kern="0" dirty="0">
                <a:solidFill>
                  <a:schemeClr val="tx2"/>
                </a:solidFill>
                <a:latin typeface="+mj-lt"/>
                <a:ea typeface="+mj-ea"/>
                <a:cs typeface="+mj-cs"/>
              </a:rPr>
              <a:t> </a:t>
            </a:r>
            <a:r>
              <a:rPr lang="en-US" sz="3900" b="1" kern="0" dirty="0" err="1">
                <a:solidFill>
                  <a:schemeClr val="tx2"/>
                </a:solidFill>
                <a:latin typeface="+mj-lt"/>
                <a:ea typeface="+mj-ea"/>
                <a:cs typeface="+mj-cs"/>
              </a:rPr>
              <a:t>và</a:t>
            </a:r>
            <a:r>
              <a:rPr lang="en-US" sz="3900" b="1" kern="0" dirty="0">
                <a:solidFill>
                  <a:schemeClr val="tx2"/>
                </a:solidFill>
                <a:latin typeface="+mj-lt"/>
                <a:ea typeface="+mj-ea"/>
                <a:cs typeface="+mj-cs"/>
              </a:rPr>
              <a:t> </a:t>
            </a:r>
            <a:r>
              <a:rPr lang="en-US" sz="3900" b="1" kern="0" dirty="0" err="1">
                <a:solidFill>
                  <a:schemeClr val="tx2"/>
                </a:solidFill>
                <a:latin typeface="+mj-lt"/>
                <a:ea typeface="+mj-ea"/>
                <a:cs typeface="+mj-cs"/>
              </a:rPr>
              <a:t>đường</a:t>
            </a:r>
            <a:r>
              <a:rPr lang="en-US" sz="3900" b="1" kern="0" dirty="0">
                <a:solidFill>
                  <a:schemeClr val="tx2"/>
                </a:solidFill>
                <a:latin typeface="+mj-lt"/>
                <a:ea typeface="+mj-ea"/>
                <a:cs typeface="+mj-cs"/>
              </a:rPr>
              <a:t> </a:t>
            </a:r>
            <a:r>
              <a:rPr lang="en-US" sz="3900" b="1" kern="0" dirty="0" err="1">
                <a:solidFill>
                  <a:schemeClr val="tx2"/>
                </a:solidFill>
                <a:latin typeface="+mj-lt"/>
                <a:ea typeface="+mj-ea"/>
                <a:cs typeface="+mj-cs"/>
              </a:rPr>
              <a:t>đi</a:t>
            </a:r>
            <a:r>
              <a:rPr lang="en-US" sz="3900" b="1" kern="0" dirty="0">
                <a:solidFill>
                  <a:schemeClr val="tx2"/>
                </a:solidFill>
                <a:latin typeface="+mj-lt"/>
                <a:ea typeface="+mj-ea"/>
                <a:cs typeface="+mj-cs"/>
              </a:rPr>
              <a:t> Euler</a:t>
            </a:r>
          </a:p>
        </p:txBody>
      </p:sp>
      <p:sp>
        <p:nvSpPr>
          <p:cNvPr id="16420" name="Rectangle 40"/>
          <p:cNvSpPr>
            <a:spLocks noChangeArrowheads="1"/>
          </p:cNvSpPr>
          <p:nvPr/>
        </p:nvSpPr>
        <p:spPr bwMode="auto">
          <a:xfrm>
            <a:off x="242888" y="1184275"/>
            <a:ext cx="45720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lvl="1" eaLnBrk="1" hangingPunct="1">
              <a:spcBef>
                <a:spcPct val="0"/>
              </a:spcBef>
              <a:buClrTx/>
              <a:buSzTx/>
              <a:buFontTx/>
              <a:buNone/>
            </a:pPr>
            <a:r>
              <a:rPr lang="en-US" altLang="vi-VN" sz="2200"/>
              <a:t>2. Thuật toán Fleury:</a:t>
            </a:r>
          </a:p>
          <a:p>
            <a:pPr lvl="1" eaLnBrk="1" hangingPunct="1">
              <a:spcBef>
                <a:spcPct val="0"/>
              </a:spcBef>
              <a:buClrTx/>
              <a:buSzTx/>
              <a:buFontTx/>
              <a:buNone/>
            </a:pPr>
            <a:r>
              <a:rPr lang="en-US" altLang="vi-VN" sz="2200"/>
              <a:t>       Ví dụ:</a:t>
            </a:r>
            <a:endParaRPr lang="en-US" altLang="vi-VN" sz="20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3429"/>
                                        </p:tgtEl>
                                        <p:attrNameLst>
                                          <p:attrName>style.visibility</p:attrName>
                                        </p:attrNameLst>
                                      </p:cBhvr>
                                      <p:to>
                                        <p:strVal val="visible"/>
                                      </p:to>
                                    </p:set>
                                    <p:animEffect transition="in" filter="wipe(left)">
                                      <p:cBhvr>
                                        <p:cTn id="7" dur="500"/>
                                        <p:tgtEl>
                                          <p:spTgt spid="10342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3433"/>
                                        </p:tgtEl>
                                        <p:attrNameLst>
                                          <p:attrName>style.visibility</p:attrName>
                                        </p:attrNameLst>
                                      </p:cBhvr>
                                      <p:to>
                                        <p:strVal val="visible"/>
                                      </p:to>
                                    </p:set>
                                    <p:animEffect transition="in" filter="wipe(left)">
                                      <p:cBhvr>
                                        <p:cTn id="10" dur="500"/>
                                        <p:tgtEl>
                                          <p:spTgt spid="103433"/>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03436"/>
                                        </p:tgtEl>
                                        <p:attrNameLst>
                                          <p:attrName>style.visibility</p:attrName>
                                        </p:attrNameLst>
                                      </p:cBhvr>
                                      <p:to>
                                        <p:strVal val="visible"/>
                                      </p:to>
                                    </p:set>
                                    <p:animEffect transition="in" filter="wipe(left)">
                                      <p:cBhvr>
                                        <p:cTn id="13" dur="500"/>
                                        <p:tgtEl>
                                          <p:spTgt spid="103436"/>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03437"/>
                                        </p:tgtEl>
                                        <p:attrNameLst>
                                          <p:attrName>style.visibility</p:attrName>
                                        </p:attrNameLst>
                                      </p:cBhvr>
                                      <p:to>
                                        <p:strVal val="visible"/>
                                      </p:to>
                                    </p:set>
                                    <p:animEffect transition="in" filter="wipe(left)">
                                      <p:cBhvr>
                                        <p:cTn id="16" dur="500"/>
                                        <p:tgtEl>
                                          <p:spTgt spid="103437"/>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3439"/>
                                        </p:tgtEl>
                                        <p:attrNameLst>
                                          <p:attrName>style.visibility</p:attrName>
                                        </p:attrNameLst>
                                      </p:cBhvr>
                                      <p:to>
                                        <p:strVal val="visible"/>
                                      </p:to>
                                    </p:set>
                                    <p:animEffect transition="in" filter="wipe(left)">
                                      <p:cBhvr>
                                        <p:cTn id="19" dur="500"/>
                                        <p:tgtEl>
                                          <p:spTgt spid="103439"/>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103442"/>
                                        </p:tgtEl>
                                        <p:attrNameLst>
                                          <p:attrName>style.visibility</p:attrName>
                                        </p:attrNameLst>
                                      </p:cBhvr>
                                      <p:to>
                                        <p:strVal val="visible"/>
                                      </p:to>
                                    </p:set>
                                    <p:animEffect transition="in" filter="wipe(left)">
                                      <p:cBhvr>
                                        <p:cTn id="22" dur="500"/>
                                        <p:tgtEl>
                                          <p:spTgt spid="10344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03447"/>
                                        </p:tgtEl>
                                        <p:attrNameLst>
                                          <p:attrName>style.visibility</p:attrName>
                                        </p:attrNameLst>
                                      </p:cBhvr>
                                      <p:to>
                                        <p:strVal val="visible"/>
                                      </p:to>
                                    </p:set>
                                    <p:animEffect transition="in" filter="wipe(left)">
                                      <p:cBhvr>
                                        <p:cTn id="25" dur="500"/>
                                        <p:tgtEl>
                                          <p:spTgt spid="10344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3449"/>
                                        </p:tgtEl>
                                        <p:attrNameLst>
                                          <p:attrName>style.visibility</p:attrName>
                                        </p:attrNameLst>
                                      </p:cBhvr>
                                      <p:to>
                                        <p:strVal val="visible"/>
                                      </p:to>
                                    </p:set>
                                    <p:animEffect transition="in" filter="wipe(left)">
                                      <p:cBhvr>
                                        <p:cTn id="28" dur="500"/>
                                        <p:tgtEl>
                                          <p:spTgt spid="103449"/>
                                        </p:tgtEl>
                                      </p:cBhvr>
                                    </p:animEffect>
                                  </p:childTnLst>
                                </p:cTn>
                              </p:par>
                              <p:par>
                                <p:cTn id="29" presetID="22" presetClass="entr" presetSubtype="8" fill="hold" grpId="0" nodeType="withEffect">
                                  <p:stCondLst>
                                    <p:cond delay="0"/>
                                  </p:stCondLst>
                                  <p:childTnLst>
                                    <p:set>
                                      <p:cBhvr>
                                        <p:cTn id="30" dur="1" fill="hold">
                                          <p:stCondLst>
                                            <p:cond delay="0"/>
                                          </p:stCondLst>
                                        </p:cTn>
                                        <p:tgtEl>
                                          <p:spTgt spid="103451"/>
                                        </p:tgtEl>
                                        <p:attrNameLst>
                                          <p:attrName>style.visibility</p:attrName>
                                        </p:attrNameLst>
                                      </p:cBhvr>
                                      <p:to>
                                        <p:strVal val="visible"/>
                                      </p:to>
                                    </p:set>
                                    <p:animEffect transition="in" filter="wipe(left)">
                                      <p:cBhvr>
                                        <p:cTn id="31" dur="500"/>
                                        <p:tgtEl>
                                          <p:spTgt spid="103451"/>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103453"/>
                                        </p:tgtEl>
                                        <p:attrNameLst>
                                          <p:attrName>style.visibility</p:attrName>
                                        </p:attrNameLst>
                                      </p:cBhvr>
                                      <p:to>
                                        <p:strVal val="visible"/>
                                      </p:to>
                                    </p:set>
                                    <p:animEffect transition="in" filter="wipe(left)">
                                      <p:cBhvr>
                                        <p:cTn id="34" dur="500"/>
                                        <p:tgtEl>
                                          <p:spTgt spid="10345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03475"/>
                                        </p:tgtEl>
                                        <p:attrNameLst>
                                          <p:attrName>style.visibility</p:attrName>
                                        </p:attrNameLst>
                                      </p:cBhvr>
                                      <p:to>
                                        <p:strVal val="visible"/>
                                      </p:to>
                                    </p:set>
                                    <p:animEffect transition="in" filter="wipe(left)">
                                      <p:cBhvr>
                                        <p:cTn id="37" dur="500"/>
                                        <p:tgtEl>
                                          <p:spTgt spid="103475"/>
                                        </p:tgtEl>
                                      </p:cBhvr>
                                    </p:animEffect>
                                  </p:childTnLst>
                                </p:cTn>
                              </p:par>
                              <p:par>
                                <p:cTn id="38" presetID="22" presetClass="entr" presetSubtype="8" fill="hold" grpId="0" nodeType="withEffect">
                                  <p:stCondLst>
                                    <p:cond delay="0"/>
                                  </p:stCondLst>
                                  <p:childTnLst>
                                    <p:set>
                                      <p:cBhvr>
                                        <p:cTn id="39" dur="1" fill="hold">
                                          <p:stCondLst>
                                            <p:cond delay="0"/>
                                          </p:stCondLst>
                                        </p:cTn>
                                        <p:tgtEl>
                                          <p:spTgt spid="103476"/>
                                        </p:tgtEl>
                                        <p:attrNameLst>
                                          <p:attrName>style.visibility</p:attrName>
                                        </p:attrNameLst>
                                      </p:cBhvr>
                                      <p:to>
                                        <p:strVal val="visible"/>
                                      </p:to>
                                    </p:set>
                                    <p:animEffect transition="in" filter="wipe(left)">
                                      <p:cBhvr>
                                        <p:cTn id="40" dur="500"/>
                                        <p:tgtEl>
                                          <p:spTgt spid="103476"/>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103481"/>
                                        </p:tgtEl>
                                        <p:attrNameLst>
                                          <p:attrName>style.visibility</p:attrName>
                                        </p:attrNameLst>
                                      </p:cBhvr>
                                      <p:to>
                                        <p:strVal val="visible"/>
                                      </p:to>
                                    </p:set>
                                    <p:animEffect transition="in" filter="wipe(left)">
                                      <p:cBhvr>
                                        <p:cTn id="43" dur="500"/>
                                        <p:tgtEl>
                                          <p:spTgt spid="10348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103482"/>
                                        </p:tgtEl>
                                        <p:attrNameLst>
                                          <p:attrName>style.visibility</p:attrName>
                                        </p:attrNameLst>
                                      </p:cBhvr>
                                      <p:to>
                                        <p:strVal val="visible"/>
                                      </p:to>
                                    </p:set>
                                    <p:animEffect transition="in" filter="wipe(left)">
                                      <p:cBhvr>
                                        <p:cTn id="46" dur="500"/>
                                        <p:tgtEl>
                                          <p:spTgt spid="103482"/>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103483"/>
                                        </p:tgtEl>
                                        <p:attrNameLst>
                                          <p:attrName>style.visibility</p:attrName>
                                        </p:attrNameLst>
                                      </p:cBhvr>
                                      <p:to>
                                        <p:strVal val="visible"/>
                                      </p:to>
                                    </p:set>
                                    <p:animEffect transition="in" filter="wipe(left)">
                                      <p:cBhvr>
                                        <p:cTn id="49" dur="500"/>
                                        <p:tgtEl>
                                          <p:spTgt spid="103483"/>
                                        </p:tgtEl>
                                      </p:cBhvr>
                                    </p:animEffect>
                                  </p:childTnLst>
                                </p:cTn>
                              </p:par>
                              <p:par>
                                <p:cTn id="50" presetID="22" presetClass="entr" presetSubtype="8" fill="hold" grpId="0" nodeType="withEffect">
                                  <p:stCondLst>
                                    <p:cond delay="0"/>
                                  </p:stCondLst>
                                  <p:childTnLst>
                                    <p:set>
                                      <p:cBhvr>
                                        <p:cTn id="51" dur="1" fill="hold">
                                          <p:stCondLst>
                                            <p:cond delay="0"/>
                                          </p:stCondLst>
                                        </p:cTn>
                                        <p:tgtEl>
                                          <p:spTgt spid="103484"/>
                                        </p:tgtEl>
                                        <p:attrNameLst>
                                          <p:attrName>style.visibility</p:attrName>
                                        </p:attrNameLst>
                                      </p:cBhvr>
                                      <p:to>
                                        <p:strVal val="visible"/>
                                      </p:to>
                                    </p:set>
                                    <p:animEffect transition="in" filter="wipe(left)">
                                      <p:cBhvr>
                                        <p:cTn id="52" dur="500"/>
                                        <p:tgtEl>
                                          <p:spTgt spid="103484"/>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103485"/>
                                        </p:tgtEl>
                                        <p:attrNameLst>
                                          <p:attrName>style.visibility</p:attrName>
                                        </p:attrNameLst>
                                      </p:cBhvr>
                                      <p:to>
                                        <p:strVal val="visible"/>
                                      </p:to>
                                    </p:set>
                                    <p:animEffect transition="in" filter="wipe(left)">
                                      <p:cBhvr>
                                        <p:cTn id="55" dur="500"/>
                                        <p:tgtEl>
                                          <p:spTgt spid="103485"/>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03486"/>
                                        </p:tgtEl>
                                        <p:attrNameLst>
                                          <p:attrName>style.visibility</p:attrName>
                                        </p:attrNameLst>
                                      </p:cBhvr>
                                      <p:to>
                                        <p:strVal val="visible"/>
                                      </p:to>
                                    </p:set>
                                    <p:animEffect transition="in" filter="wipe(left)">
                                      <p:cBhvr>
                                        <p:cTn id="58" dur="500"/>
                                        <p:tgtEl>
                                          <p:spTgt spid="103486"/>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03487"/>
                                        </p:tgtEl>
                                        <p:attrNameLst>
                                          <p:attrName>style.visibility</p:attrName>
                                        </p:attrNameLst>
                                      </p:cBhvr>
                                      <p:to>
                                        <p:strVal val="visible"/>
                                      </p:to>
                                    </p:set>
                                    <p:animEffect transition="in" filter="wipe(left)">
                                      <p:cBhvr>
                                        <p:cTn id="61" dur="500"/>
                                        <p:tgtEl>
                                          <p:spTgt spid="103487"/>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ipe(left)">
                                      <p:cBhvr>
                                        <p:cTn id="64" dur="500"/>
                                        <p:tgtEl>
                                          <p:spTgt spid="27"/>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left)">
                                      <p:cBhvr>
                                        <p:cTn id="67" dur="500"/>
                                        <p:tgtEl>
                                          <p:spTgt spid="28"/>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wipe(left)">
                                      <p:cBhvr>
                                        <p:cTn id="70" dur="500"/>
                                        <p:tgtEl>
                                          <p:spTgt spid="30"/>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wipe(left)">
                                      <p:cBhvr>
                                        <p:cTn id="73" dur="500"/>
                                        <p:tgtEl>
                                          <p:spTgt spid="31"/>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wipe(left)">
                                      <p:cBhvr>
                                        <p:cTn id="76" dur="500"/>
                                        <p:tgtEl>
                                          <p:spTgt spid="32"/>
                                        </p:tgtEl>
                                      </p:cBhvr>
                                    </p:animEffect>
                                  </p:childTnLst>
                                </p:cTn>
                              </p:par>
                              <p:par>
                                <p:cTn id="77" presetID="22" presetClass="entr" presetSubtype="8"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wipe(left)">
                                      <p:cBhvr>
                                        <p:cTn id="79" dur="500"/>
                                        <p:tgtEl>
                                          <p:spTgt spid="33"/>
                                        </p:tgtEl>
                                      </p:cBhvr>
                                    </p:animEffect>
                                  </p:childTnLst>
                                </p:cTn>
                              </p:par>
                              <p:par>
                                <p:cTn id="80" presetID="22" presetClass="entr" presetSubtype="8"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wipe(left)">
                                      <p:cBhvr>
                                        <p:cTn id="82" dur="500"/>
                                        <p:tgtEl>
                                          <p:spTgt spid="34"/>
                                        </p:tgtEl>
                                      </p:cBhvr>
                                    </p:animEffect>
                                  </p:childTnLst>
                                </p:cTn>
                              </p:par>
                              <p:par>
                                <p:cTn id="83" presetID="22" presetClass="entr" presetSubtype="8"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wipe(left)">
                                      <p:cBhvr>
                                        <p:cTn id="85" dur="500"/>
                                        <p:tgtEl>
                                          <p:spTgt spid="35"/>
                                        </p:tgtEl>
                                      </p:cBhvr>
                                    </p:animEffect>
                                  </p:childTnLst>
                                </p:cTn>
                              </p:par>
                              <p:par>
                                <p:cTn id="86" presetID="22" presetClass="entr" presetSubtype="8"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wipe(left)">
                                      <p:cBhvr>
                                        <p:cTn id="88" dur="500"/>
                                        <p:tgtEl>
                                          <p:spTgt spid="36"/>
                                        </p:tgtEl>
                                      </p:cBhvr>
                                    </p:animEffect>
                                  </p:childTnLst>
                                </p:cTn>
                              </p:par>
                              <p:par>
                                <p:cTn id="89" presetID="22" presetClass="entr" presetSubtype="8" fill="hold" grpId="0" nodeType="with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wipe(left)">
                                      <p:cBhvr>
                                        <p:cTn id="91" dur="500"/>
                                        <p:tgtEl>
                                          <p:spTgt spid="37"/>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4" fill="hold" grpId="1" nodeType="click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down)">
                                      <p:cBhvr>
                                        <p:cTn id="96" dur="500"/>
                                        <p:tgtEl>
                                          <p:spTgt spid="30"/>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4" fill="hold" grpId="1" nodeType="clickEffect">
                                  <p:stCondLst>
                                    <p:cond delay="0"/>
                                  </p:stCondLst>
                                  <p:childTnLst>
                                    <p:set>
                                      <p:cBhvr>
                                        <p:cTn id="100" dur="1" fill="hold">
                                          <p:stCondLst>
                                            <p:cond delay="0"/>
                                          </p:stCondLst>
                                        </p:cTn>
                                        <p:tgtEl>
                                          <p:spTgt spid="32"/>
                                        </p:tgtEl>
                                        <p:attrNameLst>
                                          <p:attrName>style.visibility</p:attrName>
                                        </p:attrNameLst>
                                      </p:cBhvr>
                                      <p:to>
                                        <p:strVal val="visible"/>
                                      </p:to>
                                    </p:set>
                                    <p:animEffect transition="in" filter="wipe(down)">
                                      <p:cBhvr>
                                        <p:cTn id="101" dur="500"/>
                                        <p:tgtEl>
                                          <p:spTgt spid="32"/>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3" presetClass="exit" presetSubtype="10" fill="hold" grpId="1" nodeType="clickEffect">
                                  <p:stCondLst>
                                    <p:cond delay="0"/>
                                  </p:stCondLst>
                                  <p:childTnLst>
                                    <p:animEffect transition="out" filter="blinds(horizontal)">
                                      <p:cBhvr>
                                        <p:cTn id="105" dur="500"/>
                                        <p:tgtEl>
                                          <p:spTgt spid="103429"/>
                                        </p:tgtEl>
                                      </p:cBhvr>
                                    </p:animEffect>
                                    <p:set>
                                      <p:cBhvr>
                                        <p:cTn id="106" dur="1" fill="hold">
                                          <p:stCondLst>
                                            <p:cond delay="499"/>
                                          </p:stCondLst>
                                        </p:cTn>
                                        <p:tgtEl>
                                          <p:spTgt spid="103429"/>
                                        </p:tgtEl>
                                        <p:attrNameLst>
                                          <p:attrName>style.visibility</p:attrName>
                                        </p:attrNameLst>
                                      </p:cBhvr>
                                      <p:to>
                                        <p:strVal val="hidden"/>
                                      </p:to>
                                    </p:se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4" fill="hold" grpId="1" nodeType="click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wipe(down)">
                                      <p:cBhvr>
                                        <p:cTn id="111" dur="500"/>
                                        <p:tgtEl>
                                          <p:spTgt spid="34"/>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3" presetClass="exit" presetSubtype="10" fill="hold" grpId="1" nodeType="clickEffect">
                                  <p:stCondLst>
                                    <p:cond delay="0"/>
                                  </p:stCondLst>
                                  <p:childTnLst>
                                    <p:animEffect transition="out" filter="blinds(horizontal)">
                                      <p:cBhvr>
                                        <p:cTn id="115" dur="500"/>
                                        <p:tgtEl>
                                          <p:spTgt spid="103433"/>
                                        </p:tgtEl>
                                      </p:cBhvr>
                                    </p:animEffect>
                                    <p:set>
                                      <p:cBhvr>
                                        <p:cTn id="116" dur="1" fill="hold">
                                          <p:stCondLst>
                                            <p:cond delay="499"/>
                                          </p:stCondLst>
                                        </p:cTn>
                                        <p:tgtEl>
                                          <p:spTgt spid="103433"/>
                                        </p:tgtEl>
                                        <p:attrNameLst>
                                          <p:attrName>style.visibility</p:attrName>
                                        </p:attrNameLst>
                                      </p:cBhvr>
                                      <p:to>
                                        <p:strVal val="hidden"/>
                                      </p:to>
                                    </p:se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4" fill="hold" grpId="1" nodeType="clickEffect">
                                  <p:stCondLst>
                                    <p:cond delay="0"/>
                                  </p:stCondLst>
                                  <p:childTnLst>
                                    <p:set>
                                      <p:cBhvr>
                                        <p:cTn id="120" dur="1" fill="hold">
                                          <p:stCondLst>
                                            <p:cond delay="0"/>
                                          </p:stCondLst>
                                        </p:cTn>
                                        <p:tgtEl>
                                          <p:spTgt spid="35"/>
                                        </p:tgtEl>
                                        <p:attrNameLst>
                                          <p:attrName>style.visibility</p:attrName>
                                        </p:attrNameLst>
                                      </p:cBhvr>
                                      <p:to>
                                        <p:strVal val="visible"/>
                                      </p:to>
                                    </p:set>
                                    <p:animEffect transition="in" filter="wipe(down)">
                                      <p:cBhvr>
                                        <p:cTn id="121" dur="500"/>
                                        <p:tgtEl>
                                          <p:spTgt spid="35"/>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3" presetClass="exit" presetSubtype="10" fill="hold" grpId="1" nodeType="clickEffect">
                                  <p:stCondLst>
                                    <p:cond delay="0"/>
                                  </p:stCondLst>
                                  <p:childTnLst>
                                    <p:animEffect transition="out" filter="blinds(horizontal)">
                                      <p:cBhvr>
                                        <p:cTn id="125" dur="500"/>
                                        <p:tgtEl>
                                          <p:spTgt spid="103439"/>
                                        </p:tgtEl>
                                      </p:cBhvr>
                                    </p:animEffect>
                                    <p:set>
                                      <p:cBhvr>
                                        <p:cTn id="126" dur="1" fill="hold">
                                          <p:stCondLst>
                                            <p:cond delay="499"/>
                                          </p:stCondLst>
                                        </p:cTn>
                                        <p:tgtEl>
                                          <p:spTgt spid="103439"/>
                                        </p:tgtEl>
                                        <p:attrNameLst>
                                          <p:attrName>style.visibility</p:attrName>
                                        </p:attrNameLst>
                                      </p:cBhvr>
                                      <p:to>
                                        <p:strVal val="hidden"/>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4" fill="hold" grpId="1" nodeType="clickEffect">
                                  <p:stCondLst>
                                    <p:cond delay="0"/>
                                  </p:stCondLst>
                                  <p:childTnLst>
                                    <p:set>
                                      <p:cBhvr>
                                        <p:cTn id="130" dur="1" fill="hold">
                                          <p:stCondLst>
                                            <p:cond delay="0"/>
                                          </p:stCondLst>
                                        </p:cTn>
                                        <p:tgtEl>
                                          <p:spTgt spid="36"/>
                                        </p:tgtEl>
                                        <p:attrNameLst>
                                          <p:attrName>style.visibility</p:attrName>
                                        </p:attrNameLst>
                                      </p:cBhvr>
                                      <p:to>
                                        <p:strVal val="visible"/>
                                      </p:to>
                                    </p:set>
                                    <p:animEffect transition="in" filter="wipe(down)">
                                      <p:cBhvr>
                                        <p:cTn id="131" dur="500"/>
                                        <p:tgtEl>
                                          <p:spTgt spid="36"/>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3" presetClass="exit" presetSubtype="10" fill="hold" grpId="1" nodeType="clickEffect">
                                  <p:stCondLst>
                                    <p:cond delay="0"/>
                                  </p:stCondLst>
                                  <p:childTnLst>
                                    <p:animEffect transition="out" filter="blinds(horizontal)">
                                      <p:cBhvr>
                                        <p:cTn id="135" dur="500"/>
                                        <p:tgtEl>
                                          <p:spTgt spid="103453"/>
                                        </p:tgtEl>
                                      </p:cBhvr>
                                    </p:animEffect>
                                    <p:set>
                                      <p:cBhvr>
                                        <p:cTn id="136" dur="1" fill="hold">
                                          <p:stCondLst>
                                            <p:cond delay="499"/>
                                          </p:stCondLst>
                                        </p:cTn>
                                        <p:tgtEl>
                                          <p:spTgt spid="103453"/>
                                        </p:tgtEl>
                                        <p:attrNameLst>
                                          <p:attrName>style.visibility</p:attrName>
                                        </p:attrNameLst>
                                      </p:cBhvr>
                                      <p:to>
                                        <p:strVal val="hidden"/>
                                      </p:to>
                                    </p:se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4" fill="hold" grpId="2" nodeType="clickEffect">
                                  <p:stCondLst>
                                    <p:cond delay="0"/>
                                  </p:stCondLst>
                                  <p:childTnLst>
                                    <p:set>
                                      <p:cBhvr>
                                        <p:cTn id="140" dur="1" fill="hold">
                                          <p:stCondLst>
                                            <p:cond delay="0"/>
                                          </p:stCondLst>
                                        </p:cTn>
                                        <p:tgtEl>
                                          <p:spTgt spid="34"/>
                                        </p:tgtEl>
                                        <p:attrNameLst>
                                          <p:attrName>style.visibility</p:attrName>
                                        </p:attrNameLst>
                                      </p:cBhvr>
                                      <p:to>
                                        <p:strVal val="visible"/>
                                      </p:to>
                                    </p:set>
                                    <p:animEffect transition="in" filter="wipe(down)">
                                      <p:cBhvr>
                                        <p:cTn id="141" dur="500"/>
                                        <p:tgtEl>
                                          <p:spTgt spid="34"/>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3" presetClass="exit" presetSubtype="10" fill="hold" grpId="1" nodeType="clickEffect">
                                  <p:stCondLst>
                                    <p:cond delay="0"/>
                                  </p:stCondLst>
                                  <p:childTnLst>
                                    <p:animEffect transition="out" filter="blinds(horizontal)">
                                      <p:cBhvr>
                                        <p:cTn id="145" dur="500"/>
                                        <p:tgtEl>
                                          <p:spTgt spid="103436"/>
                                        </p:tgtEl>
                                      </p:cBhvr>
                                    </p:animEffect>
                                    <p:set>
                                      <p:cBhvr>
                                        <p:cTn id="146" dur="1" fill="hold">
                                          <p:stCondLst>
                                            <p:cond delay="499"/>
                                          </p:stCondLst>
                                        </p:cTn>
                                        <p:tgtEl>
                                          <p:spTgt spid="103436"/>
                                        </p:tgtEl>
                                        <p:attrNameLst>
                                          <p:attrName>style.visibility</p:attrName>
                                        </p:attrNameLst>
                                      </p:cBhvr>
                                      <p:to>
                                        <p:strVal val="hidden"/>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4" fill="hold" grpId="1" nodeType="clickEffect">
                                  <p:stCondLst>
                                    <p:cond delay="0"/>
                                  </p:stCondLst>
                                  <p:childTnLst>
                                    <p:set>
                                      <p:cBhvr>
                                        <p:cTn id="150" dur="1" fill="hold">
                                          <p:stCondLst>
                                            <p:cond delay="0"/>
                                          </p:stCondLst>
                                        </p:cTn>
                                        <p:tgtEl>
                                          <p:spTgt spid="37"/>
                                        </p:tgtEl>
                                        <p:attrNameLst>
                                          <p:attrName>style.visibility</p:attrName>
                                        </p:attrNameLst>
                                      </p:cBhvr>
                                      <p:to>
                                        <p:strVal val="visible"/>
                                      </p:to>
                                    </p:set>
                                    <p:animEffect transition="in" filter="wipe(down)">
                                      <p:cBhvr>
                                        <p:cTn id="151" dur="500"/>
                                        <p:tgtEl>
                                          <p:spTgt spid="37"/>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3" presetClass="exit" presetSubtype="10" fill="hold" grpId="1" nodeType="clickEffect">
                                  <p:stCondLst>
                                    <p:cond delay="0"/>
                                  </p:stCondLst>
                                  <p:childTnLst>
                                    <p:animEffect transition="out" filter="blinds(horizontal)">
                                      <p:cBhvr>
                                        <p:cTn id="155" dur="500"/>
                                        <p:tgtEl>
                                          <p:spTgt spid="103475"/>
                                        </p:tgtEl>
                                      </p:cBhvr>
                                    </p:animEffect>
                                    <p:set>
                                      <p:cBhvr>
                                        <p:cTn id="156" dur="1" fill="hold">
                                          <p:stCondLst>
                                            <p:cond delay="499"/>
                                          </p:stCondLst>
                                        </p:cTn>
                                        <p:tgtEl>
                                          <p:spTgt spid="103475"/>
                                        </p:tgtEl>
                                        <p:attrNameLst>
                                          <p:attrName>style.visibility</p:attrName>
                                        </p:attrNameLst>
                                      </p:cBhvr>
                                      <p:to>
                                        <p:strVal val="hidden"/>
                                      </p:to>
                                    </p:se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4" fill="hold" grpId="2" nodeType="clickEffect">
                                  <p:stCondLst>
                                    <p:cond delay="0"/>
                                  </p:stCondLst>
                                  <p:childTnLst>
                                    <p:set>
                                      <p:cBhvr>
                                        <p:cTn id="160" dur="1" fill="hold">
                                          <p:stCondLst>
                                            <p:cond delay="0"/>
                                          </p:stCondLst>
                                        </p:cTn>
                                        <p:tgtEl>
                                          <p:spTgt spid="35"/>
                                        </p:tgtEl>
                                        <p:attrNameLst>
                                          <p:attrName>style.visibility</p:attrName>
                                        </p:attrNameLst>
                                      </p:cBhvr>
                                      <p:to>
                                        <p:strVal val="visible"/>
                                      </p:to>
                                    </p:set>
                                    <p:animEffect transition="in" filter="wipe(down)">
                                      <p:cBhvr>
                                        <p:cTn id="161" dur="500"/>
                                        <p:tgtEl>
                                          <p:spTgt spid="35"/>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3" presetClass="exit" presetSubtype="10" fill="hold" grpId="2" nodeType="clickEffect">
                                  <p:stCondLst>
                                    <p:cond delay="0"/>
                                  </p:stCondLst>
                                  <p:childTnLst>
                                    <p:animEffect transition="out" filter="blinds(horizontal)">
                                      <p:cBhvr>
                                        <p:cTn id="165" dur="500"/>
                                        <p:tgtEl>
                                          <p:spTgt spid="103439"/>
                                        </p:tgtEl>
                                      </p:cBhvr>
                                    </p:animEffect>
                                    <p:set>
                                      <p:cBhvr>
                                        <p:cTn id="166" dur="1" fill="hold">
                                          <p:stCondLst>
                                            <p:cond delay="499"/>
                                          </p:stCondLst>
                                        </p:cTn>
                                        <p:tgtEl>
                                          <p:spTgt spid="103439"/>
                                        </p:tgtEl>
                                        <p:attrNameLst>
                                          <p:attrName>style.visibility</p:attrName>
                                        </p:attrNameLst>
                                      </p:cBhvr>
                                      <p:to>
                                        <p:strVal val="hidden"/>
                                      </p:to>
                                    </p:se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2" presetClass="entr" presetSubtype="4" fill="hold" grpId="1" nodeType="clickEffect">
                                  <p:stCondLst>
                                    <p:cond delay="0"/>
                                  </p:stCondLst>
                                  <p:childTnLst>
                                    <p:set>
                                      <p:cBhvr>
                                        <p:cTn id="170" dur="1" fill="hold">
                                          <p:stCondLst>
                                            <p:cond delay="0"/>
                                          </p:stCondLst>
                                        </p:cTn>
                                        <p:tgtEl>
                                          <p:spTgt spid="33"/>
                                        </p:tgtEl>
                                        <p:attrNameLst>
                                          <p:attrName>style.visibility</p:attrName>
                                        </p:attrNameLst>
                                      </p:cBhvr>
                                      <p:to>
                                        <p:strVal val="visible"/>
                                      </p:to>
                                    </p:set>
                                    <p:animEffect transition="in" filter="wipe(down)">
                                      <p:cBhvr>
                                        <p:cTn id="171" dur="500"/>
                                        <p:tgtEl>
                                          <p:spTgt spid="33"/>
                                        </p:tgtEl>
                                      </p:cBhvr>
                                    </p:animEffect>
                                  </p:childTnLst>
                                </p:cTn>
                              </p:par>
                            </p:childTnLst>
                          </p:cTn>
                        </p:par>
                      </p:childTnLst>
                    </p:cTn>
                  </p:par>
                  <p:par>
                    <p:cTn id="172" fill="hold" nodeType="clickPar">
                      <p:stCondLst>
                        <p:cond delay="indefinite"/>
                      </p:stCondLst>
                      <p:childTnLst>
                        <p:par>
                          <p:cTn id="173" fill="hold" nodeType="withGroup">
                            <p:stCondLst>
                              <p:cond delay="0"/>
                            </p:stCondLst>
                            <p:childTnLst>
                              <p:par>
                                <p:cTn id="174" presetID="3" presetClass="exit" presetSubtype="10" fill="hold" grpId="1" nodeType="clickEffect">
                                  <p:stCondLst>
                                    <p:cond delay="0"/>
                                  </p:stCondLst>
                                  <p:childTnLst>
                                    <p:animEffect transition="out" filter="blinds(horizontal)">
                                      <p:cBhvr>
                                        <p:cTn id="175" dur="500"/>
                                        <p:tgtEl>
                                          <p:spTgt spid="28"/>
                                        </p:tgtEl>
                                      </p:cBhvr>
                                    </p:animEffect>
                                    <p:set>
                                      <p:cBhvr>
                                        <p:cTn id="176" dur="1" fill="hold">
                                          <p:stCondLst>
                                            <p:cond delay="499"/>
                                          </p:stCondLst>
                                        </p:cTn>
                                        <p:tgtEl>
                                          <p:spTgt spid="28"/>
                                        </p:tgtEl>
                                        <p:attrNameLst>
                                          <p:attrName>style.visibility</p:attrName>
                                        </p:attrNameLst>
                                      </p:cBhvr>
                                      <p:to>
                                        <p:strVal val="hidden"/>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3" presetClass="exit" presetSubtype="10" fill="hold" grpId="1" nodeType="clickEffect">
                                  <p:stCondLst>
                                    <p:cond delay="0"/>
                                  </p:stCondLst>
                                  <p:childTnLst>
                                    <p:animEffect transition="out" filter="blinds(horizontal)">
                                      <p:cBhvr>
                                        <p:cTn id="180" dur="500"/>
                                        <p:tgtEl>
                                          <p:spTgt spid="27"/>
                                        </p:tgtEl>
                                      </p:cBhvr>
                                    </p:animEffect>
                                    <p:set>
                                      <p:cBhvr>
                                        <p:cTn id="181" dur="1" fill="hold">
                                          <p:stCondLst>
                                            <p:cond delay="499"/>
                                          </p:stCondLst>
                                        </p:cTn>
                                        <p:tgtEl>
                                          <p:spTgt spid="27"/>
                                        </p:tgtEl>
                                        <p:attrNameLst>
                                          <p:attrName>style.visibility</p:attrName>
                                        </p:attrNameLst>
                                      </p:cBhvr>
                                      <p:to>
                                        <p:strVal val="hidden"/>
                                      </p:to>
                                    </p:se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2" presetClass="entr" presetSubtype="4" fill="hold" grpId="1" nodeType="clickEffect">
                                  <p:stCondLst>
                                    <p:cond delay="0"/>
                                  </p:stCondLst>
                                  <p:childTnLst>
                                    <p:set>
                                      <p:cBhvr>
                                        <p:cTn id="185" dur="1" fill="hold">
                                          <p:stCondLst>
                                            <p:cond delay="0"/>
                                          </p:stCondLst>
                                        </p:cTn>
                                        <p:tgtEl>
                                          <p:spTgt spid="31"/>
                                        </p:tgtEl>
                                        <p:attrNameLst>
                                          <p:attrName>style.visibility</p:attrName>
                                        </p:attrNameLst>
                                      </p:cBhvr>
                                      <p:to>
                                        <p:strVal val="visible"/>
                                      </p:to>
                                    </p:set>
                                    <p:animEffect transition="in" filter="wipe(down)">
                                      <p:cBhvr>
                                        <p:cTn id="186" dur="500"/>
                                        <p:tgtEl>
                                          <p:spTgt spid="31"/>
                                        </p:tgtEl>
                                      </p:cBhvr>
                                    </p:animEffect>
                                  </p:childTnLst>
                                </p:cTn>
                              </p:par>
                            </p:childTnLst>
                          </p:cTn>
                        </p:par>
                      </p:childTnLst>
                    </p:cTn>
                  </p:par>
                  <p:par>
                    <p:cTn id="187" fill="hold" nodeType="clickPar">
                      <p:stCondLst>
                        <p:cond delay="indefinite"/>
                      </p:stCondLst>
                      <p:childTnLst>
                        <p:par>
                          <p:cTn id="188" fill="hold" nodeType="withGroup">
                            <p:stCondLst>
                              <p:cond delay="0"/>
                            </p:stCondLst>
                            <p:childTnLst>
                              <p:par>
                                <p:cTn id="189" presetID="3" presetClass="exit" presetSubtype="10" fill="hold" grpId="1" nodeType="clickEffect">
                                  <p:stCondLst>
                                    <p:cond delay="0"/>
                                  </p:stCondLst>
                                  <p:childTnLst>
                                    <p:animEffect transition="out" filter="blinds(horizontal)">
                                      <p:cBhvr>
                                        <p:cTn id="190" dur="500"/>
                                        <p:tgtEl>
                                          <p:spTgt spid="103447"/>
                                        </p:tgtEl>
                                      </p:cBhvr>
                                    </p:animEffect>
                                    <p:set>
                                      <p:cBhvr>
                                        <p:cTn id="191" dur="1" fill="hold">
                                          <p:stCondLst>
                                            <p:cond delay="499"/>
                                          </p:stCondLst>
                                        </p:cTn>
                                        <p:tgtEl>
                                          <p:spTgt spid="103447"/>
                                        </p:tgtEl>
                                        <p:attrNameLst>
                                          <p:attrName>style.visibility</p:attrName>
                                        </p:attrNameLst>
                                      </p:cBhvr>
                                      <p:to>
                                        <p:strVal val="hidden"/>
                                      </p:to>
                                    </p:set>
                                  </p:childTnLst>
                                </p:cTn>
                              </p:par>
                            </p:childTnLst>
                          </p:cTn>
                        </p:par>
                      </p:childTnLst>
                    </p:cTn>
                  </p:par>
                  <p:par>
                    <p:cTn id="192" fill="hold" nodeType="clickPar">
                      <p:stCondLst>
                        <p:cond delay="indefinite"/>
                      </p:stCondLst>
                      <p:childTnLst>
                        <p:par>
                          <p:cTn id="193" fill="hold" nodeType="withGroup">
                            <p:stCondLst>
                              <p:cond delay="0"/>
                            </p:stCondLst>
                            <p:childTnLst>
                              <p:par>
                                <p:cTn id="194" presetID="22" presetClass="entr" presetSubtype="4" fill="hold" grpId="2" nodeType="clickEffect">
                                  <p:stCondLst>
                                    <p:cond delay="0"/>
                                  </p:stCondLst>
                                  <p:childTnLst>
                                    <p:set>
                                      <p:cBhvr>
                                        <p:cTn id="195" dur="1" fill="hold">
                                          <p:stCondLst>
                                            <p:cond delay="0"/>
                                          </p:stCondLst>
                                        </p:cTn>
                                        <p:tgtEl>
                                          <p:spTgt spid="32"/>
                                        </p:tgtEl>
                                        <p:attrNameLst>
                                          <p:attrName>style.visibility</p:attrName>
                                        </p:attrNameLst>
                                      </p:cBhvr>
                                      <p:to>
                                        <p:strVal val="visible"/>
                                      </p:to>
                                    </p:set>
                                    <p:animEffect transition="in" filter="wipe(down)">
                                      <p:cBhvr>
                                        <p:cTn id="196" dur="500"/>
                                        <p:tgtEl>
                                          <p:spTgt spid="32"/>
                                        </p:tgtEl>
                                      </p:cBhvr>
                                    </p:animEffect>
                                  </p:childTnLst>
                                </p:cTn>
                              </p:par>
                            </p:childTnLst>
                          </p:cTn>
                        </p:par>
                      </p:childTnLst>
                    </p:cTn>
                  </p:par>
                  <p:par>
                    <p:cTn id="197" fill="hold" nodeType="clickPar">
                      <p:stCondLst>
                        <p:cond delay="indefinite"/>
                      </p:stCondLst>
                      <p:childTnLst>
                        <p:par>
                          <p:cTn id="198" fill="hold" nodeType="withGroup">
                            <p:stCondLst>
                              <p:cond delay="0"/>
                            </p:stCondLst>
                            <p:childTnLst>
                              <p:par>
                                <p:cTn id="199" presetID="3" presetClass="exit" presetSubtype="10" fill="hold" grpId="1" nodeType="clickEffect">
                                  <p:stCondLst>
                                    <p:cond delay="0"/>
                                  </p:stCondLst>
                                  <p:childTnLst>
                                    <p:animEffect transition="out" filter="blinds(horizontal)">
                                      <p:cBhvr>
                                        <p:cTn id="200" dur="500"/>
                                        <p:tgtEl>
                                          <p:spTgt spid="103451"/>
                                        </p:tgtEl>
                                      </p:cBhvr>
                                    </p:animEffect>
                                    <p:set>
                                      <p:cBhvr>
                                        <p:cTn id="201" dur="1" fill="hold">
                                          <p:stCondLst>
                                            <p:cond delay="499"/>
                                          </p:stCondLst>
                                        </p:cTn>
                                        <p:tgtEl>
                                          <p:spTgt spid="103451"/>
                                        </p:tgtEl>
                                        <p:attrNameLst>
                                          <p:attrName>style.visibility</p:attrName>
                                        </p:attrNameLst>
                                      </p:cBhvr>
                                      <p:to>
                                        <p:strVal val="hidden"/>
                                      </p:to>
                                    </p:se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22" presetClass="entr" presetSubtype="4" fill="hold" grpId="2" nodeType="clickEffect">
                                  <p:stCondLst>
                                    <p:cond delay="0"/>
                                  </p:stCondLst>
                                  <p:childTnLst>
                                    <p:set>
                                      <p:cBhvr>
                                        <p:cTn id="205" dur="1" fill="hold">
                                          <p:stCondLst>
                                            <p:cond delay="0"/>
                                          </p:stCondLst>
                                        </p:cTn>
                                        <p:tgtEl>
                                          <p:spTgt spid="33"/>
                                        </p:tgtEl>
                                        <p:attrNameLst>
                                          <p:attrName>style.visibility</p:attrName>
                                        </p:attrNameLst>
                                      </p:cBhvr>
                                      <p:to>
                                        <p:strVal val="visible"/>
                                      </p:to>
                                    </p:set>
                                    <p:animEffect transition="in" filter="wipe(down)">
                                      <p:cBhvr>
                                        <p:cTn id="206" dur="500"/>
                                        <p:tgtEl>
                                          <p:spTgt spid="33"/>
                                        </p:tgtEl>
                                      </p:cBhvr>
                                    </p:animEffect>
                                  </p:childTnLst>
                                </p:cTn>
                              </p:par>
                            </p:childTnLst>
                          </p:cTn>
                        </p:par>
                      </p:childTnLst>
                    </p:cTn>
                  </p:par>
                  <p:par>
                    <p:cTn id="207" fill="hold" nodeType="clickPar">
                      <p:stCondLst>
                        <p:cond delay="indefinite"/>
                      </p:stCondLst>
                      <p:childTnLst>
                        <p:par>
                          <p:cTn id="208" fill="hold" nodeType="withGroup">
                            <p:stCondLst>
                              <p:cond delay="0"/>
                            </p:stCondLst>
                            <p:childTnLst>
                              <p:par>
                                <p:cTn id="209" presetID="3" presetClass="exit" presetSubtype="10" fill="hold" grpId="1" nodeType="clickEffect">
                                  <p:stCondLst>
                                    <p:cond delay="0"/>
                                  </p:stCondLst>
                                  <p:childTnLst>
                                    <p:animEffect transition="out" filter="blinds(horizontal)">
                                      <p:cBhvr>
                                        <p:cTn id="210" dur="500"/>
                                        <p:tgtEl>
                                          <p:spTgt spid="103437"/>
                                        </p:tgtEl>
                                      </p:cBhvr>
                                    </p:animEffect>
                                    <p:set>
                                      <p:cBhvr>
                                        <p:cTn id="211" dur="1" fill="hold">
                                          <p:stCondLst>
                                            <p:cond delay="499"/>
                                          </p:stCondLst>
                                        </p:cTn>
                                        <p:tgtEl>
                                          <p:spTgt spid="103437"/>
                                        </p:tgtEl>
                                        <p:attrNameLst>
                                          <p:attrName>style.visibility</p:attrName>
                                        </p:attrNameLst>
                                      </p:cBhvr>
                                      <p:to>
                                        <p:strVal val="hidden"/>
                                      </p:to>
                                    </p:set>
                                  </p:childTnLst>
                                </p:cTn>
                              </p:par>
                            </p:childTnLst>
                          </p:cTn>
                        </p:par>
                      </p:childTnLst>
                    </p:cTn>
                  </p:par>
                  <p:par>
                    <p:cTn id="212" fill="hold" nodeType="clickPar">
                      <p:stCondLst>
                        <p:cond delay="indefinite"/>
                      </p:stCondLst>
                      <p:childTnLst>
                        <p:par>
                          <p:cTn id="213" fill="hold" nodeType="withGroup">
                            <p:stCondLst>
                              <p:cond delay="0"/>
                            </p:stCondLst>
                            <p:childTnLst>
                              <p:par>
                                <p:cTn id="214" presetID="22" presetClass="entr" presetSubtype="4" repeatCount="indefinite" fill="hold" grpId="2" nodeType="clickEffect">
                                  <p:stCondLst>
                                    <p:cond delay="0"/>
                                  </p:stCondLst>
                                  <p:childTnLst>
                                    <p:set>
                                      <p:cBhvr>
                                        <p:cTn id="215" dur="1" fill="hold">
                                          <p:stCondLst>
                                            <p:cond delay="0"/>
                                          </p:stCondLst>
                                        </p:cTn>
                                        <p:tgtEl>
                                          <p:spTgt spid="30"/>
                                        </p:tgtEl>
                                        <p:attrNameLst>
                                          <p:attrName>style.visibility</p:attrName>
                                        </p:attrNameLst>
                                      </p:cBhvr>
                                      <p:to>
                                        <p:strVal val="visible"/>
                                      </p:to>
                                    </p:set>
                                    <p:animEffect transition="in" filter="wipe(down)">
                                      <p:cBhvr>
                                        <p:cTn id="216" dur="500"/>
                                        <p:tgtEl>
                                          <p:spTgt spid="30"/>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3" presetClass="exit" presetSubtype="10" fill="hold" grpId="1" nodeType="clickEffect">
                                  <p:stCondLst>
                                    <p:cond delay="0"/>
                                  </p:stCondLst>
                                  <p:childTnLst>
                                    <p:animEffect transition="out" filter="blinds(horizontal)">
                                      <p:cBhvr>
                                        <p:cTn id="220" dur="500"/>
                                        <p:tgtEl>
                                          <p:spTgt spid="103449"/>
                                        </p:tgtEl>
                                      </p:cBhvr>
                                    </p:animEffect>
                                    <p:set>
                                      <p:cBhvr>
                                        <p:cTn id="221" dur="1" fill="hold">
                                          <p:stCondLst>
                                            <p:cond delay="499"/>
                                          </p:stCondLst>
                                        </p:cTn>
                                        <p:tgtEl>
                                          <p:spTgt spid="103449"/>
                                        </p:tgtEl>
                                        <p:attrNameLst>
                                          <p:attrName>style.visibility</p:attrName>
                                        </p:attrNameLst>
                                      </p:cBhvr>
                                      <p:to>
                                        <p:strVal val="hidden"/>
                                      </p:to>
                                    </p:se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3" presetClass="entr" presetSubtype="10" fill="hold" grpId="0" nodeType="clickEffect">
                                  <p:stCondLst>
                                    <p:cond delay="0"/>
                                  </p:stCondLst>
                                  <p:childTnLst>
                                    <p:set>
                                      <p:cBhvr>
                                        <p:cTn id="225" dur="1" fill="hold">
                                          <p:stCondLst>
                                            <p:cond delay="0"/>
                                          </p:stCondLst>
                                        </p:cTn>
                                        <p:tgtEl>
                                          <p:spTgt spid="636950"/>
                                        </p:tgtEl>
                                        <p:attrNameLst>
                                          <p:attrName>style.visibility</p:attrName>
                                        </p:attrNameLst>
                                      </p:cBhvr>
                                      <p:to>
                                        <p:strVal val="visible"/>
                                      </p:to>
                                    </p:set>
                                    <p:animEffect transition="in" filter="blinds(horizontal)">
                                      <p:cBhvr>
                                        <p:cTn id="226" dur="500"/>
                                        <p:tgtEl>
                                          <p:spTgt spid="6369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9" grpId="0" animBg="1"/>
      <p:bldP spid="103429" grpId="1" animBg="1"/>
      <p:bldP spid="103433" grpId="0" animBg="1"/>
      <p:bldP spid="103433" grpId="1" animBg="1"/>
      <p:bldP spid="103436" grpId="0" animBg="1"/>
      <p:bldP spid="103436" grpId="1" animBg="1"/>
      <p:bldP spid="103437" grpId="0" animBg="1"/>
      <p:bldP spid="103437" grpId="1" animBg="1"/>
      <p:bldP spid="103439" grpId="0" animBg="1"/>
      <p:bldP spid="103439" grpId="1" animBg="1"/>
      <p:bldP spid="103439" grpId="2" animBg="1"/>
      <p:bldP spid="103442" grpId="0" animBg="1"/>
      <p:bldP spid="103447" grpId="0" animBg="1"/>
      <p:bldP spid="103447" grpId="1" animBg="1"/>
      <p:bldP spid="103449" grpId="0" animBg="1"/>
      <p:bldP spid="103449" grpId="1" animBg="1"/>
      <p:bldP spid="103451" grpId="0" animBg="1"/>
      <p:bldP spid="103451" grpId="1" animBg="1"/>
      <p:bldP spid="103453" grpId="0" animBg="1"/>
      <p:bldP spid="103453" grpId="1" animBg="1"/>
      <p:bldP spid="103475" grpId="0" animBg="1"/>
      <p:bldP spid="103475" grpId="1" animBg="1"/>
      <p:bldP spid="103476" grpId="0"/>
      <p:bldP spid="103481" grpId="0"/>
      <p:bldP spid="103482" grpId="0"/>
      <p:bldP spid="103483" grpId="0"/>
      <p:bldP spid="103484" grpId="0"/>
      <p:bldP spid="103485" grpId="0"/>
      <p:bldP spid="103486" grpId="0"/>
      <p:bldP spid="103487" grpId="0"/>
      <p:bldP spid="636950" grpId="0"/>
      <p:bldP spid="27" grpId="0" animBg="1"/>
      <p:bldP spid="27" grpId="1" animBg="1"/>
      <p:bldP spid="28" grpId="0" animBg="1"/>
      <p:bldP spid="28" grpId="1" animBg="1"/>
      <p:bldP spid="30" grpId="0" animBg="1"/>
      <p:bldP spid="30" grpId="1" animBg="1"/>
      <p:bldP spid="30" grpId="2" animBg="1"/>
      <p:bldP spid="31" grpId="0" animBg="1"/>
      <p:bldP spid="31" grpId="1" animBg="1"/>
      <p:bldP spid="32" grpId="0" animBg="1"/>
      <p:bldP spid="32" grpId="1" animBg="1"/>
      <p:bldP spid="32" grpId="2" animBg="1"/>
      <p:bldP spid="33" grpId="0" animBg="1"/>
      <p:bldP spid="33" grpId="1" animBg="1"/>
      <p:bldP spid="33" grpId="2" animBg="1"/>
      <p:bldP spid="34" grpId="0" animBg="1"/>
      <p:bldP spid="34" grpId="1" animBg="1"/>
      <p:bldP spid="34" grpId="2" animBg="1"/>
      <p:bldP spid="35" grpId="0" animBg="1"/>
      <p:bldP spid="35" grpId="1" animBg="1"/>
      <p:bldP spid="35" grpId="2" animBg="1"/>
      <p:bldP spid="36" grpId="0" animBg="1"/>
      <p:bldP spid="36" grpId="1" animBg="1"/>
      <p:bldP spid="37" grpId="0" animBg="1"/>
      <p:bldP spid="37"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FC47AC-FFB7-4295-AF65-D02801AE5B1D}" type="slidenum">
              <a:rPr lang="en-US" altLang="en-US" sz="1000" smtClean="0"/>
              <a:pPr>
                <a:spcBef>
                  <a:spcPct val="0"/>
                </a:spcBef>
                <a:buClrTx/>
                <a:buSzTx/>
                <a:buFontTx/>
                <a:buNone/>
              </a:pPr>
              <a:t>14</a:t>
            </a:fld>
            <a:endParaRPr lang="en-US" altLang="en-US" sz="1000"/>
          </a:p>
        </p:txBody>
      </p:sp>
      <p:sp>
        <p:nvSpPr>
          <p:cNvPr id="17411" name="Rectangle 2"/>
          <p:cNvSpPr>
            <a:spLocks noGrp="1" noChangeArrowheads="1"/>
          </p:cNvSpPr>
          <p:nvPr>
            <p:ph type="title"/>
          </p:nvPr>
        </p:nvSpPr>
        <p:spPr/>
        <p:txBody>
          <a:bodyPr/>
          <a:lstStyle/>
          <a:p>
            <a:pPr eaLnBrk="1" hangingPunct="1"/>
            <a:r>
              <a:rPr lang="en-US" altLang="vi-VN"/>
              <a:t>Chu trình và đường đi Euler</a:t>
            </a:r>
          </a:p>
        </p:txBody>
      </p:sp>
      <p:sp>
        <p:nvSpPr>
          <p:cNvPr id="141315" name="Rectangle 3"/>
          <p:cNvSpPr>
            <a:spLocks noGrp="1" noChangeArrowheads="1"/>
          </p:cNvSpPr>
          <p:nvPr>
            <p:ph type="body" idx="1"/>
          </p:nvPr>
        </p:nvSpPr>
        <p:spPr>
          <a:xfrm>
            <a:off x="457200" y="1417638"/>
            <a:ext cx="8229600" cy="4713287"/>
          </a:xfrm>
        </p:spPr>
        <p:txBody>
          <a:bodyPr/>
          <a:lstStyle/>
          <a:p>
            <a:pPr eaLnBrk="1" hangingPunct="1"/>
            <a:r>
              <a:rPr lang="en-US" altLang="vi-VN" dirty="0" err="1"/>
              <a:t>Trong</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vô</a:t>
            </a:r>
            <a:r>
              <a:rPr lang="en-US" altLang="vi-VN" dirty="0"/>
              <a:t> </a:t>
            </a:r>
            <a:r>
              <a:rPr lang="en-US" altLang="vi-VN" dirty="0" err="1"/>
              <a:t>hướng</a:t>
            </a:r>
            <a:endParaRPr lang="en-US" altLang="vi-VN" dirty="0"/>
          </a:p>
          <a:p>
            <a:pPr lvl="1" eaLnBrk="1" hangingPunct="1"/>
            <a:r>
              <a:rPr lang="en-US" altLang="vi-VN" dirty="0" err="1"/>
              <a:t>Định</a:t>
            </a:r>
            <a:r>
              <a:rPr lang="en-US" altLang="vi-VN" dirty="0"/>
              <a:t> </a:t>
            </a:r>
            <a:r>
              <a:rPr lang="en-US" altLang="vi-VN" dirty="0" err="1"/>
              <a:t>lý</a:t>
            </a:r>
            <a:r>
              <a:rPr lang="en-US" altLang="vi-VN" dirty="0"/>
              <a:t> </a:t>
            </a:r>
            <a:r>
              <a:rPr lang="en-US" altLang="vi-VN" dirty="0" err="1"/>
              <a:t>về</a:t>
            </a:r>
            <a:r>
              <a:rPr lang="en-US" altLang="vi-VN" dirty="0"/>
              <a:t> </a:t>
            </a:r>
            <a:r>
              <a:rPr lang="en-US" altLang="vi-VN" dirty="0" err="1"/>
              <a:t>đường</a:t>
            </a:r>
            <a:r>
              <a:rPr lang="en-US" altLang="vi-VN" dirty="0"/>
              <a:t> </a:t>
            </a:r>
            <a:r>
              <a:rPr lang="en-US" altLang="vi-VN" dirty="0" err="1"/>
              <a:t>đi</a:t>
            </a:r>
            <a:r>
              <a:rPr lang="en-US" altLang="vi-VN" dirty="0"/>
              <a:t> Euler</a:t>
            </a:r>
          </a:p>
          <a:p>
            <a:pPr lvl="2" eaLnBrk="1" hangingPunct="1"/>
            <a:r>
              <a:rPr lang="en-US" altLang="vi-VN" dirty="0" err="1"/>
              <a:t>Đồ</a:t>
            </a:r>
            <a:r>
              <a:rPr lang="en-US" altLang="vi-VN" dirty="0"/>
              <a:t> </a:t>
            </a:r>
            <a:r>
              <a:rPr lang="en-US" altLang="vi-VN" dirty="0" err="1"/>
              <a:t>thị</a:t>
            </a:r>
            <a:r>
              <a:rPr lang="en-US" altLang="vi-VN" dirty="0"/>
              <a:t> </a:t>
            </a:r>
            <a:r>
              <a:rPr lang="en-US" altLang="vi-VN" dirty="0" err="1"/>
              <a:t>liên</a:t>
            </a:r>
            <a:r>
              <a:rPr lang="en-US" altLang="vi-VN" dirty="0"/>
              <a:t> </a:t>
            </a:r>
            <a:r>
              <a:rPr lang="en-US" altLang="vi-VN" dirty="0" err="1"/>
              <a:t>thông</a:t>
            </a:r>
            <a:r>
              <a:rPr lang="en-US" altLang="vi-VN" dirty="0"/>
              <a:t> G </a:t>
            </a:r>
            <a:r>
              <a:rPr lang="en-US" altLang="vi-VN" dirty="0" err="1"/>
              <a:t>có</a:t>
            </a:r>
            <a:r>
              <a:rPr lang="en-US" altLang="vi-VN" dirty="0"/>
              <a:t> </a:t>
            </a:r>
            <a:r>
              <a:rPr lang="en-US" altLang="vi-VN" dirty="0" err="1"/>
              <a:t>đường</a:t>
            </a:r>
            <a:r>
              <a:rPr lang="en-US" altLang="vi-VN" dirty="0"/>
              <a:t> </a:t>
            </a:r>
            <a:r>
              <a:rPr lang="en-US" altLang="vi-VN" dirty="0" err="1"/>
              <a:t>đi</a:t>
            </a:r>
            <a:r>
              <a:rPr lang="en-US" altLang="vi-VN" dirty="0"/>
              <a:t> Euler, </a:t>
            </a:r>
            <a:r>
              <a:rPr lang="en-US" altLang="vi-VN" dirty="0" err="1"/>
              <a:t>không</a:t>
            </a:r>
            <a:r>
              <a:rPr lang="en-US" altLang="vi-VN" dirty="0"/>
              <a:t> </a:t>
            </a:r>
            <a:r>
              <a:rPr lang="en-US" altLang="vi-VN" dirty="0" err="1"/>
              <a:t>có</a:t>
            </a:r>
            <a:r>
              <a:rPr lang="en-US" altLang="vi-VN" dirty="0"/>
              <a:t> </a:t>
            </a:r>
            <a:r>
              <a:rPr lang="en-US" altLang="vi-VN" dirty="0" err="1"/>
              <a:t>chu</a:t>
            </a:r>
            <a:r>
              <a:rPr lang="en-US" altLang="vi-VN" dirty="0"/>
              <a:t> </a:t>
            </a:r>
            <a:r>
              <a:rPr lang="en-US" altLang="vi-VN" dirty="0" err="1"/>
              <a:t>trình</a:t>
            </a:r>
            <a:r>
              <a:rPr lang="en-US" altLang="vi-VN" dirty="0"/>
              <a:t> Euler </a:t>
            </a:r>
            <a:r>
              <a:rPr lang="en-US" altLang="vi-VN" dirty="0" err="1"/>
              <a:t>khi</a:t>
            </a:r>
            <a:r>
              <a:rPr lang="en-US" altLang="vi-VN" dirty="0"/>
              <a:t> </a:t>
            </a:r>
            <a:r>
              <a:rPr lang="en-US" altLang="vi-VN" dirty="0" err="1"/>
              <a:t>và</a:t>
            </a:r>
            <a:r>
              <a:rPr lang="en-US" altLang="vi-VN" dirty="0"/>
              <a:t> </a:t>
            </a:r>
            <a:r>
              <a:rPr lang="en-US" altLang="vi-VN" dirty="0" err="1"/>
              <a:t>chỉ</a:t>
            </a:r>
            <a:r>
              <a:rPr lang="en-US" altLang="vi-VN" dirty="0"/>
              <a:t> </a:t>
            </a:r>
            <a:r>
              <a:rPr lang="en-US" altLang="vi-VN" dirty="0" err="1"/>
              <a:t>khi</a:t>
            </a:r>
            <a:r>
              <a:rPr lang="en-US" altLang="vi-VN" dirty="0"/>
              <a:t> G </a:t>
            </a:r>
            <a:r>
              <a:rPr lang="en-US" altLang="vi-VN" dirty="0" err="1"/>
              <a:t>có</a:t>
            </a:r>
            <a:r>
              <a:rPr lang="en-US" altLang="vi-VN" dirty="0"/>
              <a:t> </a:t>
            </a:r>
            <a:r>
              <a:rPr lang="en-US" altLang="vi-VN" dirty="0" err="1"/>
              <a:t>đúng</a:t>
            </a:r>
            <a:r>
              <a:rPr lang="en-US" altLang="vi-VN" dirty="0"/>
              <a:t> 2 </a:t>
            </a:r>
            <a:r>
              <a:rPr lang="en-US" altLang="vi-VN" dirty="0" err="1"/>
              <a:t>đỉnh</a:t>
            </a:r>
            <a:r>
              <a:rPr lang="en-US" altLang="vi-VN" dirty="0"/>
              <a:t> </a:t>
            </a:r>
            <a:r>
              <a:rPr lang="en-US" altLang="vi-VN" dirty="0" err="1"/>
              <a:t>bậc</a:t>
            </a:r>
            <a:r>
              <a:rPr lang="en-US" altLang="vi-VN" dirty="0"/>
              <a:t> </a:t>
            </a:r>
            <a:r>
              <a:rPr lang="en-US" altLang="vi-VN" dirty="0" err="1"/>
              <a:t>lẻ</a:t>
            </a:r>
            <a:endParaRPr lang="en-US" altLang="vi-VN" dirty="0"/>
          </a:p>
          <a:p>
            <a:pPr lvl="2" eaLnBrk="1" hangingPunct="1"/>
            <a:r>
              <a:rPr lang="en-US" altLang="vi-VN" dirty="0" err="1"/>
              <a:t>Ví</a:t>
            </a:r>
            <a:r>
              <a:rPr lang="en-US" altLang="vi-VN" dirty="0"/>
              <a:t> </a:t>
            </a:r>
            <a:r>
              <a:rPr lang="en-US" altLang="vi-VN" dirty="0" err="1"/>
              <a:t>dụ</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nào</a:t>
            </a:r>
            <a:r>
              <a:rPr lang="en-US" altLang="vi-VN" dirty="0"/>
              <a:t> </a:t>
            </a:r>
            <a:r>
              <a:rPr lang="en-US" altLang="vi-VN" dirty="0" err="1"/>
              <a:t>có</a:t>
            </a:r>
            <a:r>
              <a:rPr lang="en-US" altLang="vi-VN" dirty="0"/>
              <a:t> </a:t>
            </a:r>
            <a:r>
              <a:rPr lang="en-US" altLang="vi-VN" dirty="0" err="1"/>
              <a:t>đường</a:t>
            </a:r>
            <a:r>
              <a:rPr lang="en-US" altLang="vi-VN" dirty="0"/>
              <a:t> </a:t>
            </a:r>
            <a:r>
              <a:rPr lang="en-US" altLang="vi-VN" dirty="0" err="1"/>
              <a:t>đi</a:t>
            </a:r>
            <a:r>
              <a:rPr lang="en-US" altLang="vi-VN" dirty="0"/>
              <a:t> Euler</a:t>
            </a:r>
          </a:p>
          <a:p>
            <a:pPr lvl="2" eaLnBrk="1" hangingPunct="1">
              <a:buFont typeface="Wingdings" panose="05000000000000000000" pitchFamily="2" charset="2"/>
              <a:buNone/>
            </a:pPr>
            <a:endParaRPr lang="en-US" altLang="vi-VN" dirty="0"/>
          </a:p>
        </p:txBody>
      </p:sp>
      <p:sp>
        <p:nvSpPr>
          <p:cNvPr id="17413"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9920" y="3581400"/>
            <a:ext cx="7602538"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fade">
                                      <p:cBhvr>
                                        <p:cTn id="7" dur="1000"/>
                                        <p:tgtEl>
                                          <p:spTgt spid="141315">
                                            <p:txEl>
                                              <p:pRg st="0" end="0"/>
                                            </p:txEl>
                                          </p:spTgt>
                                        </p:tgtEl>
                                      </p:cBhvr>
                                    </p:animEffect>
                                    <p:anim calcmode="lin" valueType="num">
                                      <p:cBhvr>
                                        <p:cTn id="8" dur="1000" fill="hold"/>
                                        <p:tgtEl>
                                          <p:spTgt spid="1413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131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1315">
                                            <p:txEl>
                                              <p:pRg st="1" end="1"/>
                                            </p:txEl>
                                          </p:spTgt>
                                        </p:tgtEl>
                                        <p:attrNameLst>
                                          <p:attrName>style.visibility</p:attrName>
                                        </p:attrNameLst>
                                      </p:cBhvr>
                                      <p:to>
                                        <p:strVal val="visible"/>
                                      </p:to>
                                    </p:set>
                                    <p:animEffect transition="in" filter="fade">
                                      <p:cBhvr>
                                        <p:cTn id="12" dur="1000"/>
                                        <p:tgtEl>
                                          <p:spTgt spid="141315">
                                            <p:txEl>
                                              <p:pRg st="1" end="1"/>
                                            </p:txEl>
                                          </p:spTgt>
                                        </p:tgtEl>
                                      </p:cBhvr>
                                    </p:animEffect>
                                    <p:anim calcmode="lin" valueType="num">
                                      <p:cBhvr>
                                        <p:cTn id="13" dur="1000" fill="hold"/>
                                        <p:tgtEl>
                                          <p:spTgt spid="14131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4131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1315">
                                            <p:txEl>
                                              <p:pRg st="2" end="2"/>
                                            </p:txEl>
                                          </p:spTgt>
                                        </p:tgtEl>
                                        <p:attrNameLst>
                                          <p:attrName>style.visibility</p:attrName>
                                        </p:attrNameLst>
                                      </p:cBhvr>
                                      <p:to>
                                        <p:strVal val="visible"/>
                                      </p:to>
                                    </p:set>
                                    <p:animEffect transition="in" filter="fade">
                                      <p:cBhvr>
                                        <p:cTn id="17" dur="1000"/>
                                        <p:tgtEl>
                                          <p:spTgt spid="141315">
                                            <p:txEl>
                                              <p:pRg st="2" end="2"/>
                                            </p:txEl>
                                          </p:spTgt>
                                        </p:tgtEl>
                                      </p:cBhvr>
                                    </p:animEffect>
                                    <p:anim calcmode="lin" valueType="num">
                                      <p:cBhvr>
                                        <p:cTn id="18" dur="1000" fill="hold"/>
                                        <p:tgtEl>
                                          <p:spTgt spid="14131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413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41315">
                                            <p:txEl>
                                              <p:pRg st="3" end="3"/>
                                            </p:txEl>
                                          </p:spTgt>
                                        </p:tgtEl>
                                        <p:attrNameLst>
                                          <p:attrName>style.visibility</p:attrName>
                                        </p:attrNameLst>
                                      </p:cBhvr>
                                      <p:to>
                                        <p:strVal val="visible"/>
                                      </p:to>
                                    </p:set>
                                    <p:animEffect transition="in" filter="fade">
                                      <p:cBhvr>
                                        <p:cTn id="24" dur="1000"/>
                                        <p:tgtEl>
                                          <p:spTgt spid="141315">
                                            <p:txEl>
                                              <p:pRg st="3" end="3"/>
                                            </p:txEl>
                                          </p:spTgt>
                                        </p:tgtEl>
                                      </p:cBhvr>
                                    </p:animEffect>
                                    <p:anim calcmode="lin" valueType="num">
                                      <p:cBhvr>
                                        <p:cTn id="25" dur="1000" fill="hold"/>
                                        <p:tgtEl>
                                          <p:spTgt spid="141315">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413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FC47AC-FFB7-4295-AF65-D02801AE5B1D}" type="slidenum">
              <a:rPr lang="en-US" altLang="en-US" sz="1000" smtClean="0"/>
              <a:pPr>
                <a:spcBef>
                  <a:spcPct val="0"/>
                </a:spcBef>
                <a:buClrTx/>
                <a:buSzTx/>
                <a:buFontTx/>
                <a:buNone/>
              </a:pPr>
              <a:t>15</a:t>
            </a:fld>
            <a:endParaRPr lang="en-US" altLang="en-US" sz="1000"/>
          </a:p>
        </p:txBody>
      </p:sp>
      <p:sp>
        <p:nvSpPr>
          <p:cNvPr id="17411" name="Rectangle 2"/>
          <p:cNvSpPr>
            <a:spLocks noGrp="1" noChangeArrowheads="1"/>
          </p:cNvSpPr>
          <p:nvPr>
            <p:ph type="title"/>
          </p:nvPr>
        </p:nvSpPr>
        <p:spPr/>
        <p:txBody>
          <a:bodyPr/>
          <a:lstStyle/>
          <a:p>
            <a:pPr eaLnBrk="1" hangingPunct="1"/>
            <a:r>
              <a:rPr lang="en-US" altLang="vi-VN"/>
              <a:t>Chu trình và đường đi Euler</a:t>
            </a:r>
          </a:p>
        </p:txBody>
      </p:sp>
      <p:sp>
        <p:nvSpPr>
          <p:cNvPr id="141315" name="Rectangle 3"/>
          <p:cNvSpPr>
            <a:spLocks noGrp="1" noChangeArrowheads="1"/>
          </p:cNvSpPr>
          <p:nvPr>
            <p:ph type="body" idx="1"/>
          </p:nvPr>
        </p:nvSpPr>
        <p:spPr>
          <a:xfrm>
            <a:off x="457200" y="1417638"/>
            <a:ext cx="8229600" cy="4713287"/>
          </a:xfrm>
        </p:spPr>
        <p:txBody>
          <a:bodyPr/>
          <a:lstStyle/>
          <a:p>
            <a:pPr eaLnBrk="1" hangingPunct="1"/>
            <a:r>
              <a:rPr lang="en-US" altLang="vi-VN" dirty="0" err="1"/>
              <a:t>Trong</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vô</a:t>
            </a:r>
            <a:r>
              <a:rPr lang="en-US" altLang="vi-VN" dirty="0"/>
              <a:t> </a:t>
            </a:r>
            <a:r>
              <a:rPr lang="en-US" altLang="vi-VN" dirty="0" err="1"/>
              <a:t>hướng</a:t>
            </a:r>
            <a:endParaRPr lang="en-US" altLang="vi-VN" dirty="0"/>
          </a:p>
          <a:p>
            <a:pPr lvl="1" eaLnBrk="1" hangingPunct="1"/>
            <a:r>
              <a:rPr lang="en-US" altLang="vi-VN" dirty="0" err="1"/>
              <a:t>Định</a:t>
            </a:r>
            <a:r>
              <a:rPr lang="en-US" altLang="vi-VN" dirty="0"/>
              <a:t> </a:t>
            </a:r>
            <a:r>
              <a:rPr lang="en-US" altLang="vi-VN" dirty="0" err="1"/>
              <a:t>lý</a:t>
            </a:r>
            <a:r>
              <a:rPr lang="en-US" altLang="vi-VN" dirty="0"/>
              <a:t> </a:t>
            </a:r>
            <a:r>
              <a:rPr lang="en-US" altLang="vi-VN" dirty="0" err="1"/>
              <a:t>về</a:t>
            </a:r>
            <a:r>
              <a:rPr lang="en-US" altLang="vi-VN" dirty="0"/>
              <a:t> </a:t>
            </a:r>
            <a:r>
              <a:rPr lang="en-US" altLang="vi-VN" dirty="0" err="1"/>
              <a:t>đường</a:t>
            </a:r>
            <a:r>
              <a:rPr lang="en-US" altLang="vi-VN" dirty="0"/>
              <a:t> </a:t>
            </a:r>
            <a:r>
              <a:rPr lang="en-US" altLang="vi-VN" dirty="0" err="1"/>
              <a:t>đi</a:t>
            </a:r>
            <a:r>
              <a:rPr lang="en-US" altLang="vi-VN" dirty="0"/>
              <a:t> Euler</a:t>
            </a:r>
          </a:p>
          <a:p>
            <a:pPr lvl="2" eaLnBrk="1" hangingPunct="1"/>
            <a:r>
              <a:rPr lang="en-US" altLang="vi-VN" dirty="0" err="1"/>
              <a:t>Đồ</a:t>
            </a:r>
            <a:r>
              <a:rPr lang="en-US" altLang="vi-VN" dirty="0"/>
              <a:t> </a:t>
            </a:r>
            <a:r>
              <a:rPr lang="en-US" altLang="vi-VN" dirty="0" err="1"/>
              <a:t>thị</a:t>
            </a:r>
            <a:r>
              <a:rPr lang="en-US" altLang="vi-VN" dirty="0"/>
              <a:t> </a:t>
            </a:r>
            <a:r>
              <a:rPr lang="en-US" altLang="vi-VN" dirty="0" err="1"/>
              <a:t>liên</a:t>
            </a:r>
            <a:r>
              <a:rPr lang="en-US" altLang="vi-VN" dirty="0"/>
              <a:t> </a:t>
            </a:r>
            <a:r>
              <a:rPr lang="en-US" altLang="vi-VN" dirty="0" err="1"/>
              <a:t>thông</a:t>
            </a:r>
            <a:r>
              <a:rPr lang="en-US" altLang="vi-VN" dirty="0"/>
              <a:t> G </a:t>
            </a:r>
            <a:r>
              <a:rPr lang="en-US" altLang="vi-VN" dirty="0" err="1"/>
              <a:t>có</a:t>
            </a:r>
            <a:r>
              <a:rPr lang="en-US" altLang="vi-VN" dirty="0"/>
              <a:t> </a:t>
            </a:r>
            <a:r>
              <a:rPr lang="en-US" altLang="vi-VN" dirty="0" err="1"/>
              <a:t>đường</a:t>
            </a:r>
            <a:r>
              <a:rPr lang="en-US" altLang="vi-VN" dirty="0"/>
              <a:t> </a:t>
            </a:r>
            <a:r>
              <a:rPr lang="en-US" altLang="vi-VN" dirty="0" err="1"/>
              <a:t>đi</a:t>
            </a:r>
            <a:r>
              <a:rPr lang="en-US" altLang="vi-VN" dirty="0"/>
              <a:t> Euler, </a:t>
            </a:r>
            <a:r>
              <a:rPr lang="en-US" altLang="vi-VN" dirty="0" err="1"/>
              <a:t>không</a:t>
            </a:r>
            <a:r>
              <a:rPr lang="en-US" altLang="vi-VN" dirty="0"/>
              <a:t> </a:t>
            </a:r>
            <a:r>
              <a:rPr lang="en-US" altLang="vi-VN" dirty="0" err="1"/>
              <a:t>có</a:t>
            </a:r>
            <a:r>
              <a:rPr lang="en-US" altLang="vi-VN" dirty="0"/>
              <a:t> </a:t>
            </a:r>
            <a:r>
              <a:rPr lang="en-US" altLang="vi-VN" dirty="0" err="1"/>
              <a:t>chu</a:t>
            </a:r>
            <a:r>
              <a:rPr lang="en-US" altLang="vi-VN" dirty="0"/>
              <a:t> </a:t>
            </a:r>
            <a:r>
              <a:rPr lang="en-US" altLang="vi-VN" dirty="0" err="1"/>
              <a:t>trình</a:t>
            </a:r>
            <a:r>
              <a:rPr lang="en-US" altLang="vi-VN" dirty="0"/>
              <a:t> Euler </a:t>
            </a:r>
            <a:r>
              <a:rPr lang="en-US" altLang="vi-VN" dirty="0" err="1"/>
              <a:t>khi</a:t>
            </a:r>
            <a:r>
              <a:rPr lang="en-US" altLang="vi-VN" dirty="0"/>
              <a:t> </a:t>
            </a:r>
            <a:r>
              <a:rPr lang="en-US" altLang="vi-VN" dirty="0" err="1"/>
              <a:t>và</a:t>
            </a:r>
            <a:r>
              <a:rPr lang="en-US" altLang="vi-VN" dirty="0"/>
              <a:t> </a:t>
            </a:r>
            <a:r>
              <a:rPr lang="en-US" altLang="vi-VN" dirty="0" err="1"/>
              <a:t>chỉ</a:t>
            </a:r>
            <a:r>
              <a:rPr lang="en-US" altLang="vi-VN" dirty="0"/>
              <a:t> </a:t>
            </a:r>
            <a:r>
              <a:rPr lang="en-US" altLang="vi-VN" dirty="0" err="1"/>
              <a:t>khi</a:t>
            </a:r>
            <a:r>
              <a:rPr lang="en-US" altLang="vi-VN" dirty="0"/>
              <a:t> G </a:t>
            </a:r>
            <a:r>
              <a:rPr lang="en-US" altLang="vi-VN" dirty="0" err="1"/>
              <a:t>có</a:t>
            </a:r>
            <a:r>
              <a:rPr lang="en-US" altLang="vi-VN" dirty="0"/>
              <a:t> </a:t>
            </a:r>
            <a:r>
              <a:rPr lang="en-US" altLang="vi-VN" dirty="0" err="1"/>
              <a:t>đúng</a:t>
            </a:r>
            <a:r>
              <a:rPr lang="en-US" altLang="vi-VN" dirty="0"/>
              <a:t> 2 </a:t>
            </a:r>
            <a:r>
              <a:rPr lang="en-US" altLang="vi-VN" dirty="0" err="1"/>
              <a:t>đỉnh</a:t>
            </a:r>
            <a:r>
              <a:rPr lang="en-US" altLang="vi-VN" dirty="0"/>
              <a:t> </a:t>
            </a:r>
            <a:r>
              <a:rPr lang="en-US" altLang="vi-VN" dirty="0" err="1"/>
              <a:t>bậc</a:t>
            </a:r>
            <a:r>
              <a:rPr lang="en-US" altLang="vi-VN" dirty="0"/>
              <a:t> </a:t>
            </a:r>
            <a:r>
              <a:rPr lang="en-US" altLang="vi-VN" dirty="0" err="1"/>
              <a:t>lẻ</a:t>
            </a:r>
            <a:endParaRPr lang="en-US" altLang="vi-VN" dirty="0"/>
          </a:p>
          <a:p>
            <a:pPr lvl="2" eaLnBrk="1" hangingPunct="1"/>
            <a:r>
              <a:rPr lang="en-US" altLang="vi-VN" dirty="0" err="1"/>
              <a:t>Ví</a:t>
            </a:r>
            <a:r>
              <a:rPr lang="en-US" altLang="vi-VN" dirty="0"/>
              <a:t> </a:t>
            </a:r>
            <a:r>
              <a:rPr lang="en-US" altLang="vi-VN" dirty="0" err="1"/>
              <a:t>dụ</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nào</a:t>
            </a:r>
            <a:r>
              <a:rPr lang="en-US" altLang="vi-VN" dirty="0"/>
              <a:t> </a:t>
            </a:r>
            <a:r>
              <a:rPr lang="en-US" altLang="vi-VN" dirty="0" err="1"/>
              <a:t>có</a:t>
            </a:r>
            <a:r>
              <a:rPr lang="en-US" altLang="vi-VN" dirty="0"/>
              <a:t> </a:t>
            </a:r>
            <a:r>
              <a:rPr lang="en-US" altLang="vi-VN" dirty="0" err="1"/>
              <a:t>đường</a:t>
            </a:r>
            <a:r>
              <a:rPr lang="en-US" altLang="vi-VN" dirty="0"/>
              <a:t> </a:t>
            </a:r>
            <a:r>
              <a:rPr lang="en-US" altLang="vi-VN" dirty="0" err="1"/>
              <a:t>đi</a:t>
            </a:r>
            <a:r>
              <a:rPr lang="en-US" altLang="vi-VN" dirty="0"/>
              <a:t> Euler</a:t>
            </a:r>
          </a:p>
          <a:p>
            <a:pPr lvl="2" eaLnBrk="1" hangingPunct="1">
              <a:buFont typeface="Wingdings" panose="05000000000000000000" pitchFamily="2" charset="2"/>
              <a:buNone/>
            </a:pPr>
            <a:endParaRPr lang="en-US" altLang="vi-VN" dirty="0"/>
          </a:p>
        </p:txBody>
      </p:sp>
      <p:sp>
        <p:nvSpPr>
          <p:cNvPr id="17413"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2" name="Ảnh 1"/>
          <p:cNvPicPr>
            <a:picLocks noChangeAspect="1"/>
          </p:cNvPicPr>
          <p:nvPr/>
        </p:nvPicPr>
        <p:blipFill>
          <a:blip r:embed="rId2"/>
          <a:stretch>
            <a:fillRect/>
          </a:stretch>
        </p:blipFill>
        <p:spPr>
          <a:xfrm>
            <a:off x="1438275" y="3793070"/>
            <a:ext cx="1238250" cy="2143125"/>
          </a:xfrm>
          <a:prstGeom prst="rect">
            <a:avLst/>
          </a:prstGeom>
        </p:spPr>
      </p:pic>
      <p:pic>
        <p:nvPicPr>
          <p:cNvPr id="4" name="Ảnh 3"/>
          <p:cNvPicPr>
            <a:picLocks noChangeAspect="1"/>
          </p:cNvPicPr>
          <p:nvPr/>
        </p:nvPicPr>
        <p:blipFill>
          <a:blip r:embed="rId3"/>
          <a:stretch>
            <a:fillRect/>
          </a:stretch>
        </p:blipFill>
        <p:spPr>
          <a:xfrm>
            <a:off x="5157461" y="4441691"/>
            <a:ext cx="647700" cy="219075"/>
          </a:xfrm>
          <a:prstGeom prst="rect">
            <a:avLst/>
          </a:prstGeom>
        </p:spPr>
      </p:pic>
      <p:pic>
        <p:nvPicPr>
          <p:cNvPr id="5" name="Ảnh 4"/>
          <p:cNvPicPr>
            <a:picLocks noChangeAspect="1"/>
          </p:cNvPicPr>
          <p:nvPr/>
        </p:nvPicPr>
        <p:blipFill>
          <a:blip r:embed="rId4"/>
          <a:stretch>
            <a:fillRect/>
          </a:stretch>
        </p:blipFill>
        <p:spPr>
          <a:xfrm>
            <a:off x="5157461" y="4753810"/>
            <a:ext cx="733425" cy="266700"/>
          </a:xfrm>
          <a:prstGeom prst="rect">
            <a:avLst/>
          </a:prstGeom>
        </p:spPr>
      </p:pic>
      <p:pic>
        <p:nvPicPr>
          <p:cNvPr id="6" name="Ảnh 5"/>
          <p:cNvPicPr>
            <a:picLocks noChangeAspect="1"/>
          </p:cNvPicPr>
          <p:nvPr/>
        </p:nvPicPr>
        <p:blipFill>
          <a:blip r:embed="rId5"/>
          <a:stretch>
            <a:fillRect/>
          </a:stretch>
        </p:blipFill>
        <p:spPr>
          <a:xfrm>
            <a:off x="4033837" y="3774281"/>
            <a:ext cx="1647825" cy="295275"/>
          </a:xfrm>
          <a:prstGeom prst="rect">
            <a:avLst/>
          </a:prstGeom>
        </p:spPr>
      </p:pic>
      <p:pic>
        <p:nvPicPr>
          <p:cNvPr id="9" name="Ảnh 8"/>
          <p:cNvPicPr>
            <a:picLocks noChangeAspect="1"/>
          </p:cNvPicPr>
          <p:nvPr/>
        </p:nvPicPr>
        <p:blipFill>
          <a:blip r:embed="rId6"/>
          <a:stretch>
            <a:fillRect/>
          </a:stretch>
        </p:blipFill>
        <p:spPr>
          <a:xfrm>
            <a:off x="4021311" y="4423308"/>
            <a:ext cx="971550" cy="285750"/>
          </a:xfrm>
          <a:prstGeom prst="rect">
            <a:avLst/>
          </a:prstGeom>
        </p:spPr>
      </p:pic>
      <p:pic>
        <p:nvPicPr>
          <p:cNvPr id="10" name="Ảnh 9"/>
          <p:cNvPicPr>
            <a:picLocks noChangeAspect="1"/>
          </p:cNvPicPr>
          <p:nvPr/>
        </p:nvPicPr>
        <p:blipFill>
          <a:blip r:embed="rId7"/>
          <a:stretch>
            <a:fillRect/>
          </a:stretch>
        </p:blipFill>
        <p:spPr>
          <a:xfrm>
            <a:off x="4046689" y="4098664"/>
            <a:ext cx="1724025" cy="266700"/>
          </a:xfrm>
          <a:prstGeom prst="rect">
            <a:avLst/>
          </a:prstGeom>
        </p:spPr>
      </p:pic>
    </p:spTree>
    <p:extLst>
      <p:ext uri="{BB962C8B-B14F-4D97-AF65-F5344CB8AC3E}">
        <p14:creationId xmlns:p14="http://schemas.microsoft.com/office/powerpoint/2010/main" val="3311792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fade">
                                      <p:cBhvr>
                                        <p:cTn id="7" dur="1000"/>
                                        <p:tgtEl>
                                          <p:spTgt spid="141315">
                                            <p:txEl>
                                              <p:pRg st="0" end="0"/>
                                            </p:txEl>
                                          </p:spTgt>
                                        </p:tgtEl>
                                      </p:cBhvr>
                                    </p:animEffect>
                                    <p:anim calcmode="lin" valueType="num">
                                      <p:cBhvr>
                                        <p:cTn id="8" dur="1000" fill="hold"/>
                                        <p:tgtEl>
                                          <p:spTgt spid="1413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4131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1315">
                                            <p:txEl>
                                              <p:pRg st="1" end="1"/>
                                            </p:txEl>
                                          </p:spTgt>
                                        </p:tgtEl>
                                        <p:attrNameLst>
                                          <p:attrName>style.visibility</p:attrName>
                                        </p:attrNameLst>
                                      </p:cBhvr>
                                      <p:to>
                                        <p:strVal val="visible"/>
                                      </p:to>
                                    </p:set>
                                    <p:animEffect transition="in" filter="fade">
                                      <p:cBhvr>
                                        <p:cTn id="12" dur="1000"/>
                                        <p:tgtEl>
                                          <p:spTgt spid="141315">
                                            <p:txEl>
                                              <p:pRg st="1" end="1"/>
                                            </p:txEl>
                                          </p:spTgt>
                                        </p:tgtEl>
                                      </p:cBhvr>
                                    </p:animEffect>
                                    <p:anim calcmode="lin" valueType="num">
                                      <p:cBhvr>
                                        <p:cTn id="13" dur="1000" fill="hold"/>
                                        <p:tgtEl>
                                          <p:spTgt spid="14131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4131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41315">
                                            <p:txEl>
                                              <p:pRg st="2" end="2"/>
                                            </p:txEl>
                                          </p:spTgt>
                                        </p:tgtEl>
                                        <p:attrNameLst>
                                          <p:attrName>style.visibility</p:attrName>
                                        </p:attrNameLst>
                                      </p:cBhvr>
                                      <p:to>
                                        <p:strVal val="visible"/>
                                      </p:to>
                                    </p:set>
                                    <p:animEffect transition="in" filter="fade">
                                      <p:cBhvr>
                                        <p:cTn id="17" dur="1000"/>
                                        <p:tgtEl>
                                          <p:spTgt spid="141315">
                                            <p:txEl>
                                              <p:pRg st="2" end="2"/>
                                            </p:txEl>
                                          </p:spTgt>
                                        </p:tgtEl>
                                      </p:cBhvr>
                                    </p:animEffect>
                                    <p:anim calcmode="lin" valueType="num">
                                      <p:cBhvr>
                                        <p:cTn id="18" dur="1000" fill="hold"/>
                                        <p:tgtEl>
                                          <p:spTgt spid="141315">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413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41315">
                                            <p:txEl>
                                              <p:pRg st="3" end="3"/>
                                            </p:txEl>
                                          </p:spTgt>
                                        </p:tgtEl>
                                        <p:attrNameLst>
                                          <p:attrName>style.visibility</p:attrName>
                                        </p:attrNameLst>
                                      </p:cBhvr>
                                      <p:to>
                                        <p:strVal val="visible"/>
                                      </p:to>
                                    </p:set>
                                    <p:animEffect transition="in" filter="fade">
                                      <p:cBhvr>
                                        <p:cTn id="24" dur="1000"/>
                                        <p:tgtEl>
                                          <p:spTgt spid="141315">
                                            <p:txEl>
                                              <p:pRg st="3" end="3"/>
                                            </p:txEl>
                                          </p:spTgt>
                                        </p:tgtEl>
                                      </p:cBhvr>
                                    </p:animEffect>
                                    <p:anim calcmode="lin" valueType="num">
                                      <p:cBhvr>
                                        <p:cTn id="25" dur="1000" fill="hold"/>
                                        <p:tgtEl>
                                          <p:spTgt spid="141315">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14131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1000"/>
                                        <p:tgtEl>
                                          <p:spTgt spid="2"/>
                                        </p:tgtEl>
                                      </p:cBhvr>
                                    </p:animEffect>
                                    <p:anim calcmode="lin" valueType="num">
                                      <p:cBhvr>
                                        <p:cTn id="32" dur="1000" fill="hold"/>
                                        <p:tgtEl>
                                          <p:spTgt spid="2"/>
                                        </p:tgtEl>
                                        <p:attrNameLst>
                                          <p:attrName>ppt_x</p:attrName>
                                        </p:attrNameLst>
                                      </p:cBhvr>
                                      <p:tavLst>
                                        <p:tav tm="0">
                                          <p:val>
                                            <p:strVal val="#ppt_x"/>
                                          </p:val>
                                        </p:tav>
                                        <p:tav tm="100000">
                                          <p:val>
                                            <p:strVal val="#ppt_x"/>
                                          </p:val>
                                        </p:tav>
                                      </p:tavLst>
                                    </p:anim>
                                    <p:anim calcmode="lin" valueType="num">
                                      <p:cBhvr>
                                        <p:cTn id="33"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1000"/>
                                        <p:tgtEl>
                                          <p:spTgt spid="9"/>
                                        </p:tgtEl>
                                      </p:cBhvr>
                                    </p:animEffect>
                                    <p:anim calcmode="lin" valueType="num">
                                      <p:cBhvr>
                                        <p:cTn id="53" dur="1000" fill="hold"/>
                                        <p:tgtEl>
                                          <p:spTgt spid="9"/>
                                        </p:tgtEl>
                                        <p:attrNameLst>
                                          <p:attrName>ppt_x</p:attrName>
                                        </p:attrNameLst>
                                      </p:cBhvr>
                                      <p:tavLst>
                                        <p:tav tm="0">
                                          <p:val>
                                            <p:strVal val="#ppt_x"/>
                                          </p:val>
                                        </p:tav>
                                        <p:tav tm="100000">
                                          <p:val>
                                            <p:strVal val="#ppt_x"/>
                                          </p:val>
                                        </p:tav>
                                      </p:tavLst>
                                    </p:anim>
                                    <p:anim calcmode="lin" valueType="num">
                                      <p:cBhvr>
                                        <p:cTn id="5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Effect transition="in" filter="fade">
                                      <p:cBhvr>
                                        <p:cTn id="59" dur="1000"/>
                                        <p:tgtEl>
                                          <p:spTgt spid="4"/>
                                        </p:tgtEl>
                                      </p:cBhvr>
                                    </p:animEffect>
                                    <p:anim calcmode="lin" valueType="num">
                                      <p:cBhvr>
                                        <p:cTn id="60" dur="1000" fill="hold"/>
                                        <p:tgtEl>
                                          <p:spTgt spid="4"/>
                                        </p:tgtEl>
                                        <p:attrNameLst>
                                          <p:attrName>ppt_x</p:attrName>
                                        </p:attrNameLst>
                                      </p:cBhvr>
                                      <p:tavLst>
                                        <p:tav tm="0">
                                          <p:val>
                                            <p:strVal val="#ppt_x"/>
                                          </p:val>
                                        </p:tav>
                                        <p:tav tm="100000">
                                          <p:val>
                                            <p:strVal val="#ppt_x"/>
                                          </p:val>
                                        </p:tav>
                                      </p:tavLst>
                                    </p:anim>
                                    <p:anim calcmode="lin" valueType="num">
                                      <p:cBhvr>
                                        <p:cTn id="6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5"/>
                                        </p:tgtEl>
                                        <p:attrNameLst>
                                          <p:attrName>style.visibility</p:attrName>
                                        </p:attrNameLst>
                                      </p:cBhvr>
                                      <p:to>
                                        <p:strVal val="visible"/>
                                      </p:to>
                                    </p:set>
                                    <p:animEffect transition="in" filter="fade">
                                      <p:cBhvr>
                                        <p:cTn id="66" dur="1000"/>
                                        <p:tgtEl>
                                          <p:spTgt spid="5"/>
                                        </p:tgtEl>
                                      </p:cBhvr>
                                    </p:animEffect>
                                    <p:anim calcmode="lin" valueType="num">
                                      <p:cBhvr>
                                        <p:cTn id="67" dur="1000" fill="hold"/>
                                        <p:tgtEl>
                                          <p:spTgt spid="5"/>
                                        </p:tgtEl>
                                        <p:attrNameLst>
                                          <p:attrName>ppt_x</p:attrName>
                                        </p:attrNameLst>
                                      </p:cBhvr>
                                      <p:tavLst>
                                        <p:tav tm="0">
                                          <p:val>
                                            <p:strVal val="#ppt_x"/>
                                          </p:val>
                                        </p:tav>
                                        <p:tav tm="100000">
                                          <p:val>
                                            <p:strVal val="#ppt_x"/>
                                          </p:val>
                                        </p:tav>
                                      </p:tavLst>
                                    </p:anim>
                                    <p:anim calcmode="lin" valueType="num">
                                      <p:cBhvr>
                                        <p:cTn id="6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B745E8D-4624-4865-BEB9-FB080BE7F8D0}" type="slidenum">
              <a:rPr lang="en-US" altLang="en-US" sz="1000" smtClean="0"/>
              <a:pPr>
                <a:spcBef>
                  <a:spcPct val="0"/>
                </a:spcBef>
                <a:buClrTx/>
                <a:buSzTx/>
                <a:buFontTx/>
                <a:buNone/>
              </a:pPr>
              <a:t>16</a:t>
            </a:fld>
            <a:endParaRPr lang="en-US" altLang="en-US" sz="1000"/>
          </a:p>
        </p:txBody>
      </p:sp>
      <p:sp>
        <p:nvSpPr>
          <p:cNvPr id="19459" name="Rectangle 2"/>
          <p:cNvSpPr>
            <a:spLocks noGrp="1" noChangeArrowheads="1"/>
          </p:cNvSpPr>
          <p:nvPr>
            <p:ph type="title"/>
          </p:nvPr>
        </p:nvSpPr>
        <p:spPr>
          <a:xfrm>
            <a:off x="457200" y="122238"/>
            <a:ext cx="7543800" cy="868362"/>
          </a:xfrm>
        </p:spPr>
        <p:txBody>
          <a:bodyPr/>
          <a:lstStyle/>
          <a:p>
            <a:pPr eaLnBrk="1" hangingPunct="1"/>
            <a:r>
              <a:rPr lang="en-US" altLang="vi-VN" dirty="0"/>
              <a:t>Chu </a:t>
            </a:r>
            <a:r>
              <a:rPr lang="en-US" altLang="vi-VN" dirty="0" err="1"/>
              <a:t>trình</a:t>
            </a:r>
            <a:r>
              <a:rPr lang="en-US" altLang="vi-VN" dirty="0"/>
              <a:t> </a:t>
            </a:r>
            <a:r>
              <a:rPr lang="en-US" altLang="vi-VN" dirty="0" err="1"/>
              <a:t>và</a:t>
            </a:r>
            <a:r>
              <a:rPr lang="en-US" altLang="vi-VN" dirty="0"/>
              <a:t> </a:t>
            </a:r>
            <a:r>
              <a:rPr lang="en-US" altLang="vi-VN" dirty="0" err="1"/>
              <a:t>đường</a:t>
            </a:r>
            <a:r>
              <a:rPr lang="en-US" altLang="vi-VN" dirty="0"/>
              <a:t> </a:t>
            </a:r>
            <a:r>
              <a:rPr lang="en-US" altLang="vi-VN" dirty="0" err="1"/>
              <a:t>đi</a:t>
            </a:r>
            <a:r>
              <a:rPr lang="en-US" altLang="vi-VN" dirty="0"/>
              <a:t> Euler</a:t>
            </a:r>
          </a:p>
        </p:txBody>
      </p:sp>
      <p:sp>
        <p:nvSpPr>
          <p:cNvPr id="19460" name="Rectangle 3"/>
          <p:cNvSpPr>
            <a:spLocks noGrp="1" noChangeArrowheads="1"/>
          </p:cNvSpPr>
          <p:nvPr>
            <p:ph type="body" idx="1"/>
          </p:nvPr>
        </p:nvSpPr>
        <p:spPr>
          <a:xfrm>
            <a:off x="457200" y="990600"/>
            <a:ext cx="8229600" cy="5140325"/>
          </a:xfrm>
        </p:spPr>
        <p:txBody>
          <a:bodyPr/>
          <a:lstStyle/>
          <a:p>
            <a:pPr eaLnBrk="1" hangingPunct="1"/>
            <a:r>
              <a:rPr lang="en-US" altLang="vi-VN" dirty="0" err="1"/>
              <a:t>Trong</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có</a:t>
            </a:r>
            <a:r>
              <a:rPr lang="en-US" altLang="vi-VN" dirty="0"/>
              <a:t> </a:t>
            </a:r>
            <a:r>
              <a:rPr lang="en-US" altLang="vi-VN" dirty="0" err="1"/>
              <a:t>hướng</a:t>
            </a:r>
            <a:endParaRPr lang="en-US" altLang="vi-VN" dirty="0"/>
          </a:p>
          <a:p>
            <a:pPr lvl="1" eaLnBrk="1" hangingPunct="1"/>
            <a:r>
              <a:rPr lang="en-US" altLang="vi-VN" dirty="0" err="1"/>
              <a:t>Định</a:t>
            </a:r>
            <a:r>
              <a:rPr lang="en-US" altLang="vi-VN" dirty="0"/>
              <a:t> </a:t>
            </a:r>
            <a:r>
              <a:rPr lang="en-US" altLang="vi-VN" dirty="0" err="1"/>
              <a:t>lý</a:t>
            </a:r>
            <a:r>
              <a:rPr lang="en-US" altLang="vi-VN" dirty="0"/>
              <a:t> </a:t>
            </a:r>
            <a:r>
              <a:rPr lang="en-US" altLang="vi-VN" dirty="0" err="1"/>
              <a:t>về</a:t>
            </a:r>
            <a:r>
              <a:rPr lang="en-US" altLang="vi-VN" dirty="0"/>
              <a:t> </a:t>
            </a:r>
            <a:r>
              <a:rPr lang="en-US" altLang="vi-VN" dirty="0" err="1"/>
              <a:t>chu</a:t>
            </a:r>
            <a:r>
              <a:rPr lang="en-US" altLang="vi-VN" dirty="0"/>
              <a:t> </a:t>
            </a:r>
            <a:r>
              <a:rPr lang="en-US" altLang="vi-VN" dirty="0" err="1"/>
              <a:t>trình</a:t>
            </a:r>
            <a:r>
              <a:rPr lang="en-US" altLang="vi-VN" dirty="0"/>
              <a:t> Euler</a:t>
            </a:r>
          </a:p>
          <a:p>
            <a:pPr lvl="2" eaLnBrk="1" hangingPunct="1"/>
            <a:r>
              <a:rPr lang="en-US" altLang="vi-VN" i="1" dirty="0" err="1"/>
              <a:t>Đồ</a:t>
            </a:r>
            <a:r>
              <a:rPr lang="en-US" altLang="vi-VN" i="1" dirty="0"/>
              <a:t> </a:t>
            </a:r>
            <a:r>
              <a:rPr lang="en-US" altLang="vi-VN" i="1" dirty="0" err="1"/>
              <a:t>thị</a:t>
            </a:r>
            <a:r>
              <a:rPr lang="en-US" altLang="vi-VN" i="1" dirty="0"/>
              <a:t> </a:t>
            </a:r>
            <a:r>
              <a:rPr lang="en-US" altLang="vi-VN" i="1" dirty="0" err="1"/>
              <a:t>có</a:t>
            </a:r>
            <a:r>
              <a:rPr lang="en-US" altLang="vi-VN" i="1" dirty="0"/>
              <a:t> </a:t>
            </a:r>
            <a:r>
              <a:rPr lang="en-US" altLang="vi-VN" i="1" dirty="0" err="1"/>
              <a:t>hướng</a:t>
            </a:r>
            <a:r>
              <a:rPr lang="en-US" altLang="vi-VN" i="1" dirty="0"/>
              <a:t> G=(V, E) </a:t>
            </a:r>
            <a:r>
              <a:rPr lang="en-US" altLang="vi-VN" i="1" dirty="0" err="1"/>
              <a:t>có</a:t>
            </a:r>
            <a:r>
              <a:rPr lang="en-US" altLang="vi-VN" i="1" dirty="0"/>
              <a:t> </a:t>
            </a:r>
            <a:r>
              <a:rPr lang="en-US" altLang="vi-VN" i="1" dirty="0" err="1"/>
              <a:t>chu</a:t>
            </a:r>
            <a:r>
              <a:rPr lang="en-US" altLang="vi-VN" i="1" dirty="0"/>
              <a:t> </a:t>
            </a:r>
            <a:r>
              <a:rPr lang="en-US" altLang="vi-VN" i="1" dirty="0" err="1"/>
              <a:t>trình</a:t>
            </a:r>
            <a:r>
              <a:rPr lang="en-US" altLang="vi-VN" i="1" dirty="0"/>
              <a:t> Euler </a:t>
            </a:r>
            <a:r>
              <a:rPr lang="en-US" altLang="vi-VN" i="1" dirty="0" err="1"/>
              <a:t>khi</a:t>
            </a:r>
            <a:r>
              <a:rPr lang="en-US" altLang="vi-VN" i="1" dirty="0"/>
              <a:t> </a:t>
            </a:r>
            <a:r>
              <a:rPr lang="en-US" altLang="vi-VN" i="1" dirty="0" err="1"/>
              <a:t>và</a:t>
            </a:r>
            <a:r>
              <a:rPr lang="en-US" altLang="vi-VN" i="1" dirty="0"/>
              <a:t> </a:t>
            </a:r>
            <a:r>
              <a:rPr lang="en-US" altLang="vi-VN" i="1" dirty="0" err="1"/>
              <a:t>chỉ</a:t>
            </a:r>
            <a:r>
              <a:rPr lang="en-US" altLang="vi-VN" i="1" dirty="0"/>
              <a:t> </a:t>
            </a:r>
            <a:r>
              <a:rPr lang="en-US" altLang="vi-VN" i="1" dirty="0" err="1"/>
              <a:t>khi</a:t>
            </a:r>
            <a:r>
              <a:rPr lang="en-US" altLang="vi-VN" i="1" dirty="0"/>
              <a:t> </a:t>
            </a:r>
          </a:p>
          <a:p>
            <a:pPr lvl="3" eaLnBrk="1" hangingPunct="1"/>
            <a:r>
              <a:rPr lang="en-US" altLang="vi-VN" i="1" dirty="0"/>
              <a:t>G </a:t>
            </a:r>
            <a:r>
              <a:rPr lang="en-US" altLang="vi-VN" i="1" dirty="0" err="1"/>
              <a:t>liên</a:t>
            </a:r>
            <a:r>
              <a:rPr lang="en-US" altLang="vi-VN" i="1" dirty="0"/>
              <a:t> </a:t>
            </a:r>
            <a:r>
              <a:rPr lang="en-US" altLang="vi-VN" i="1" dirty="0" err="1"/>
              <a:t>thông</a:t>
            </a:r>
            <a:r>
              <a:rPr lang="en-US" altLang="vi-VN" i="1" dirty="0"/>
              <a:t> </a:t>
            </a:r>
            <a:r>
              <a:rPr lang="en-US" altLang="vi-VN" i="1" dirty="0" err="1"/>
              <a:t>mạnh</a:t>
            </a:r>
            <a:endParaRPr lang="en-US" altLang="vi-VN" i="1" dirty="0"/>
          </a:p>
          <a:p>
            <a:pPr lvl="3" eaLnBrk="1" hangingPunct="1"/>
            <a:r>
              <a:rPr lang="en-US" altLang="vi-VN" i="1" dirty="0" err="1"/>
              <a:t>deg</a:t>
            </a:r>
            <a:r>
              <a:rPr lang="en-US" altLang="vi-VN" i="1" baseline="30000" dirty="0"/>
              <a:t>+</a:t>
            </a:r>
            <a:r>
              <a:rPr lang="en-US" altLang="vi-VN" i="1" dirty="0"/>
              <a:t>(v) = </a:t>
            </a:r>
            <a:r>
              <a:rPr lang="en-US" altLang="vi-VN" i="1" dirty="0" err="1"/>
              <a:t>deg</a:t>
            </a:r>
            <a:r>
              <a:rPr lang="en-US" altLang="vi-VN" i="1" baseline="30000" dirty="0"/>
              <a:t>-</a:t>
            </a:r>
            <a:r>
              <a:rPr lang="en-US" altLang="vi-VN" i="1" dirty="0"/>
              <a:t>(v), </a:t>
            </a:r>
            <a:r>
              <a:rPr lang="en-US" altLang="vi-VN" i="1" dirty="0">
                <a:sym typeface="Symbol" panose="05050102010706020507" pitchFamily="18" charset="2"/>
              </a:rPr>
              <a:t> </a:t>
            </a:r>
            <a:r>
              <a:rPr lang="en-US" altLang="vi-VN" i="1" dirty="0" err="1">
                <a:sym typeface="Symbol" panose="05050102010706020507" pitchFamily="18" charset="2"/>
              </a:rPr>
              <a:t>vV</a:t>
            </a:r>
            <a:endParaRPr lang="en-US" altLang="vi-VN" i="1" dirty="0">
              <a:sym typeface="Symbol" panose="05050102010706020507" pitchFamily="18" charset="2"/>
            </a:endParaRPr>
          </a:p>
          <a:p>
            <a:pPr lvl="1" eaLnBrk="1" hangingPunct="1"/>
            <a:r>
              <a:rPr lang="en-US" altLang="vi-VN" sz="2400" dirty="0" err="1"/>
              <a:t>Ví</a:t>
            </a:r>
            <a:r>
              <a:rPr lang="en-US" altLang="vi-VN" sz="2400" dirty="0"/>
              <a:t> </a:t>
            </a:r>
            <a:r>
              <a:rPr lang="en-US" altLang="vi-VN" sz="2400" dirty="0" err="1"/>
              <a:t>dụ</a:t>
            </a:r>
            <a:r>
              <a:rPr lang="en-US" altLang="vi-VN" sz="2400" dirty="0"/>
              <a:t>: </a:t>
            </a:r>
            <a:r>
              <a:rPr lang="en-US" altLang="vi-VN" sz="2400" dirty="0" err="1"/>
              <a:t>Đồ</a:t>
            </a:r>
            <a:r>
              <a:rPr lang="en-US" altLang="vi-VN" sz="2400" dirty="0"/>
              <a:t> </a:t>
            </a:r>
            <a:r>
              <a:rPr lang="en-US" altLang="vi-VN" sz="2400" dirty="0" err="1"/>
              <a:t>thị</a:t>
            </a:r>
            <a:r>
              <a:rPr lang="en-US" altLang="vi-VN" sz="2400" dirty="0"/>
              <a:t> </a:t>
            </a:r>
            <a:r>
              <a:rPr lang="en-US" altLang="vi-VN" sz="2400" dirty="0" err="1"/>
              <a:t>nào</a:t>
            </a:r>
            <a:r>
              <a:rPr lang="en-US" altLang="vi-VN" sz="2400" dirty="0"/>
              <a:t> </a:t>
            </a:r>
            <a:r>
              <a:rPr lang="en-US" altLang="vi-VN" sz="2400" dirty="0" err="1"/>
              <a:t>có</a:t>
            </a:r>
            <a:r>
              <a:rPr lang="en-US" altLang="vi-VN" sz="2400" dirty="0"/>
              <a:t> </a:t>
            </a:r>
            <a:r>
              <a:rPr lang="en-US" altLang="vi-VN" sz="2400" dirty="0" err="1"/>
              <a:t>chu</a:t>
            </a:r>
            <a:r>
              <a:rPr lang="en-US" altLang="vi-VN" sz="2400" dirty="0"/>
              <a:t> </a:t>
            </a:r>
            <a:r>
              <a:rPr lang="en-US" altLang="vi-VN" sz="2400" dirty="0" err="1"/>
              <a:t>trình</a:t>
            </a:r>
            <a:r>
              <a:rPr lang="en-US" altLang="vi-VN" sz="2400" dirty="0"/>
              <a:t> Euler</a:t>
            </a:r>
          </a:p>
        </p:txBody>
      </p:sp>
      <p:sp>
        <p:nvSpPr>
          <p:cNvPr id="19461"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grpSp>
        <p:nvGrpSpPr>
          <p:cNvPr id="6" name="Group 8"/>
          <p:cNvGrpSpPr>
            <a:grpSpLocks/>
          </p:cNvGrpSpPr>
          <p:nvPr/>
        </p:nvGrpSpPr>
        <p:grpSpPr bwMode="auto">
          <a:xfrm>
            <a:off x="2057400" y="4127500"/>
            <a:ext cx="5334000" cy="2003425"/>
            <a:chOff x="1981200" y="3733800"/>
            <a:chExt cx="5334000" cy="2003425"/>
          </a:xfrm>
        </p:grpSpPr>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733800"/>
              <a:ext cx="5334000"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Arrow Connector 7"/>
            <p:cNvCxnSpPr/>
            <p:nvPr/>
          </p:nvCxnSpPr>
          <p:spPr>
            <a:xfrm rot="5400000">
              <a:off x="4929188" y="4000500"/>
              <a:ext cx="152400" cy="76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460">
                                            <p:txEl>
                                              <p:pRg st="0" end="0"/>
                                            </p:txEl>
                                          </p:spTgt>
                                        </p:tgtEl>
                                        <p:attrNameLst>
                                          <p:attrName>style.visibility</p:attrName>
                                        </p:attrNameLst>
                                      </p:cBhvr>
                                      <p:to>
                                        <p:strVal val="visible"/>
                                      </p:to>
                                    </p:set>
                                    <p:animEffect transition="in" filter="fade">
                                      <p:cBhvr>
                                        <p:cTn id="7" dur="1000"/>
                                        <p:tgtEl>
                                          <p:spTgt spid="19460">
                                            <p:txEl>
                                              <p:pRg st="0" end="0"/>
                                            </p:txEl>
                                          </p:spTgt>
                                        </p:tgtEl>
                                      </p:cBhvr>
                                    </p:animEffect>
                                    <p:anim calcmode="lin" valueType="num">
                                      <p:cBhvr>
                                        <p:cTn id="8" dur="1000" fill="hold"/>
                                        <p:tgtEl>
                                          <p:spTgt spid="1946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460">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460">
                                            <p:txEl>
                                              <p:pRg st="1" end="1"/>
                                            </p:txEl>
                                          </p:spTgt>
                                        </p:tgtEl>
                                        <p:attrNameLst>
                                          <p:attrName>style.visibility</p:attrName>
                                        </p:attrNameLst>
                                      </p:cBhvr>
                                      <p:to>
                                        <p:strVal val="visible"/>
                                      </p:to>
                                    </p:set>
                                    <p:animEffect transition="in" filter="fade">
                                      <p:cBhvr>
                                        <p:cTn id="12" dur="1000"/>
                                        <p:tgtEl>
                                          <p:spTgt spid="19460">
                                            <p:txEl>
                                              <p:pRg st="1" end="1"/>
                                            </p:txEl>
                                          </p:spTgt>
                                        </p:tgtEl>
                                      </p:cBhvr>
                                    </p:animEffect>
                                    <p:anim calcmode="lin" valueType="num">
                                      <p:cBhvr>
                                        <p:cTn id="13" dur="1000" fill="hold"/>
                                        <p:tgtEl>
                                          <p:spTgt spid="19460">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9460">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9460">
                                            <p:txEl>
                                              <p:pRg st="2" end="2"/>
                                            </p:txEl>
                                          </p:spTgt>
                                        </p:tgtEl>
                                        <p:attrNameLst>
                                          <p:attrName>style.visibility</p:attrName>
                                        </p:attrNameLst>
                                      </p:cBhvr>
                                      <p:to>
                                        <p:strVal val="visible"/>
                                      </p:to>
                                    </p:set>
                                    <p:animEffect transition="in" filter="fade">
                                      <p:cBhvr>
                                        <p:cTn id="17" dur="1000"/>
                                        <p:tgtEl>
                                          <p:spTgt spid="19460">
                                            <p:txEl>
                                              <p:pRg st="2" end="2"/>
                                            </p:txEl>
                                          </p:spTgt>
                                        </p:tgtEl>
                                      </p:cBhvr>
                                    </p:animEffect>
                                    <p:anim calcmode="lin" valueType="num">
                                      <p:cBhvr>
                                        <p:cTn id="18" dur="1000" fill="hold"/>
                                        <p:tgtEl>
                                          <p:spTgt spid="19460">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9460">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9460">
                                            <p:txEl>
                                              <p:pRg st="3" end="3"/>
                                            </p:txEl>
                                          </p:spTgt>
                                        </p:tgtEl>
                                        <p:attrNameLst>
                                          <p:attrName>style.visibility</p:attrName>
                                        </p:attrNameLst>
                                      </p:cBhvr>
                                      <p:to>
                                        <p:strVal val="visible"/>
                                      </p:to>
                                    </p:set>
                                    <p:animEffect transition="in" filter="fade">
                                      <p:cBhvr>
                                        <p:cTn id="22" dur="1000"/>
                                        <p:tgtEl>
                                          <p:spTgt spid="19460">
                                            <p:txEl>
                                              <p:pRg st="3" end="3"/>
                                            </p:txEl>
                                          </p:spTgt>
                                        </p:tgtEl>
                                      </p:cBhvr>
                                    </p:animEffect>
                                    <p:anim calcmode="lin" valueType="num">
                                      <p:cBhvr>
                                        <p:cTn id="23" dur="1000" fill="hold"/>
                                        <p:tgtEl>
                                          <p:spTgt spid="19460">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9460">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9460">
                                            <p:txEl>
                                              <p:pRg st="4" end="4"/>
                                            </p:txEl>
                                          </p:spTgt>
                                        </p:tgtEl>
                                        <p:attrNameLst>
                                          <p:attrName>style.visibility</p:attrName>
                                        </p:attrNameLst>
                                      </p:cBhvr>
                                      <p:to>
                                        <p:strVal val="visible"/>
                                      </p:to>
                                    </p:set>
                                    <p:animEffect transition="in" filter="fade">
                                      <p:cBhvr>
                                        <p:cTn id="27" dur="1000"/>
                                        <p:tgtEl>
                                          <p:spTgt spid="19460">
                                            <p:txEl>
                                              <p:pRg st="4" end="4"/>
                                            </p:txEl>
                                          </p:spTgt>
                                        </p:tgtEl>
                                      </p:cBhvr>
                                    </p:animEffect>
                                    <p:anim calcmode="lin" valueType="num">
                                      <p:cBhvr>
                                        <p:cTn id="28" dur="1000" fill="hold"/>
                                        <p:tgtEl>
                                          <p:spTgt spid="19460">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946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9460">
                                            <p:txEl>
                                              <p:pRg st="5" end="5"/>
                                            </p:txEl>
                                          </p:spTgt>
                                        </p:tgtEl>
                                        <p:attrNameLst>
                                          <p:attrName>style.visibility</p:attrName>
                                        </p:attrNameLst>
                                      </p:cBhvr>
                                      <p:to>
                                        <p:strVal val="visible"/>
                                      </p:to>
                                    </p:set>
                                    <p:animEffect transition="in" filter="fade">
                                      <p:cBhvr>
                                        <p:cTn id="34" dur="1000"/>
                                        <p:tgtEl>
                                          <p:spTgt spid="19460">
                                            <p:txEl>
                                              <p:pRg st="5" end="5"/>
                                            </p:txEl>
                                          </p:spTgt>
                                        </p:tgtEl>
                                      </p:cBhvr>
                                    </p:animEffect>
                                    <p:anim calcmode="lin" valueType="num">
                                      <p:cBhvr>
                                        <p:cTn id="35" dur="1000" fill="hold"/>
                                        <p:tgtEl>
                                          <p:spTgt spid="19460">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1946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1000"/>
                                        <p:tgtEl>
                                          <p:spTgt spid="6"/>
                                        </p:tgtEl>
                                      </p:cBhvr>
                                    </p:animEffect>
                                    <p:anim calcmode="lin" valueType="num">
                                      <p:cBhvr>
                                        <p:cTn id="42" dur="1000" fill="hold"/>
                                        <p:tgtEl>
                                          <p:spTgt spid="6"/>
                                        </p:tgtEl>
                                        <p:attrNameLst>
                                          <p:attrName>ppt_x</p:attrName>
                                        </p:attrNameLst>
                                      </p:cBhvr>
                                      <p:tavLst>
                                        <p:tav tm="0">
                                          <p:val>
                                            <p:strVal val="#ppt_x"/>
                                          </p:val>
                                        </p:tav>
                                        <p:tav tm="100000">
                                          <p:val>
                                            <p:strVal val="#ppt_x"/>
                                          </p:val>
                                        </p:tav>
                                      </p:tavLst>
                                    </p:anim>
                                    <p:anim calcmode="lin" valueType="num">
                                      <p:cBhvr>
                                        <p:cTn id="4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099CBEC-A4DF-4DB0-8390-D095DC47AA53}" type="slidenum">
              <a:rPr lang="en-US" altLang="en-US" sz="1000" smtClean="0"/>
              <a:pPr>
                <a:spcBef>
                  <a:spcPct val="0"/>
                </a:spcBef>
                <a:buClrTx/>
                <a:buSzTx/>
                <a:buFontTx/>
                <a:buNone/>
              </a:pPr>
              <a:t>17</a:t>
            </a:fld>
            <a:endParaRPr lang="en-US" altLang="en-US" sz="1000"/>
          </a:p>
        </p:txBody>
      </p:sp>
      <p:sp>
        <p:nvSpPr>
          <p:cNvPr id="21507" name="Rectangle 2"/>
          <p:cNvSpPr>
            <a:spLocks noGrp="1" noChangeArrowheads="1"/>
          </p:cNvSpPr>
          <p:nvPr>
            <p:ph type="title"/>
          </p:nvPr>
        </p:nvSpPr>
        <p:spPr/>
        <p:txBody>
          <a:bodyPr/>
          <a:lstStyle/>
          <a:p>
            <a:pPr eaLnBrk="1" hangingPunct="1"/>
            <a:r>
              <a:rPr lang="en-US" altLang="vi-VN"/>
              <a:t>Chu trình và đường đi Euler</a:t>
            </a:r>
          </a:p>
        </p:txBody>
      </p:sp>
      <p:sp>
        <p:nvSpPr>
          <p:cNvPr id="21508" name="Rectangle 3"/>
          <p:cNvSpPr>
            <a:spLocks noGrp="1" noChangeArrowheads="1"/>
          </p:cNvSpPr>
          <p:nvPr>
            <p:ph type="body" idx="1"/>
          </p:nvPr>
        </p:nvSpPr>
        <p:spPr/>
        <p:txBody>
          <a:bodyPr/>
          <a:lstStyle/>
          <a:p>
            <a:pPr eaLnBrk="1" hangingPunct="1"/>
            <a:r>
              <a:rPr lang="en-US" altLang="vi-VN" dirty="0" err="1"/>
              <a:t>Trong</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có</a:t>
            </a:r>
            <a:r>
              <a:rPr lang="en-US" altLang="vi-VN" dirty="0"/>
              <a:t> </a:t>
            </a:r>
            <a:r>
              <a:rPr lang="en-US" altLang="vi-VN" dirty="0" err="1"/>
              <a:t>hướng</a:t>
            </a:r>
            <a:endParaRPr lang="en-US" altLang="vi-VN" dirty="0"/>
          </a:p>
          <a:p>
            <a:pPr lvl="1" eaLnBrk="1" hangingPunct="1"/>
            <a:r>
              <a:rPr lang="en-US" altLang="vi-VN" dirty="0" err="1"/>
              <a:t>Định</a:t>
            </a:r>
            <a:r>
              <a:rPr lang="en-US" altLang="vi-VN" dirty="0"/>
              <a:t> </a:t>
            </a:r>
            <a:r>
              <a:rPr lang="en-US" altLang="vi-VN" dirty="0" err="1"/>
              <a:t>lý</a:t>
            </a:r>
            <a:r>
              <a:rPr lang="en-US" altLang="vi-VN" dirty="0"/>
              <a:t> </a:t>
            </a:r>
            <a:r>
              <a:rPr lang="en-US" altLang="vi-VN" dirty="0" err="1"/>
              <a:t>về</a:t>
            </a:r>
            <a:r>
              <a:rPr lang="en-US" altLang="vi-VN" dirty="0"/>
              <a:t> </a:t>
            </a:r>
            <a:r>
              <a:rPr lang="en-US" altLang="vi-VN" dirty="0" err="1"/>
              <a:t>đường</a:t>
            </a:r>
            <a:r>
              <a:rPr lang="en-US" altLang="vi-VN" dirty="0"/>
              <a:t> </a:t>
            </a:r>
            <a:r>
              <a:rPr lang="en-US" altLang="vi-VN" dirty="0" err="1"/>
              <a:t>đi</a:t>
            </a:r>
            <a:r>
              <a:rPr lang="en-US" altLang="vi-VN" dirty="0"/>
              <a:t> Euler</a:t>
            </a:r>
          </a:p>
          <a:p>
            <a:pPr lvl="2" eaLnBrk="1" hangingPunct="1"/>
            <a:r>
              <a:rPr lang="en-US" altLang="vi-VN" dirty="0"/>
              <a:t>G = (V, E) </a:t>
            </a:r>
            <a:r>
              <a:rPr lang="en-US" altLang="vi-VN" dirty="0" err="1"/>
              <a:t>là</a:t>
            </a:r>
            <a:r>
              <a:rPr lang="en-US" altLang="vi-VN" dirty="0"/>
              <a:t> </a:t>
            </a:r>
            <a:r>
              <a:rPr lang="en-US" altLang="vi-VN" dirty="0" err="1"/>
              <a:t>đồ</a:t>
            </a:r>
            <a:r>
              <a:rPr lang="en-US" altLang="vi-VN" dirty="0"/>
              <a:t> </a:t>
            </a:r>
            <a:r>
              <a:rPr lang="en-US" altLang="vi-VN" dirty="0" err="1"/>
              <a:t>thị</a:t>
            </a:r>
            <a:r>
              <a:rPr lang="en-US" altLang="vi-VN" dirty="0"/>
              <a:t> </a:t>
            </a:r>
            <a:r>
              <a:rPr lang="en-US" altLang="vi-VN" dirty="0" err="1"/>
              <a:t>có</a:t>
            </a:r>
            <a:r>
              <a:rPr lang="en-US" altLang="vi-VN" dirty="0"/>
              <a:t> </a:t>
            </a:r>
            <a:r>
              <a:rPr lang="en-US" altLang="vi-VN" dirty="0" err="1"/>
              <a:t>hướng</a:t>
            </a:r>
            <a:r>
              <a:rPr lang="en-US" altLang="vi-VN" dirty="0"/>
              <a:t> </a:t>
            </a:r>
          </a:p>
          <a:p>
            <a:pPr lvl="2" eaLnBrk="1" hangingPunct="1"/>
            <a:r>
              <a:rPr lang="en-US" altLang="vi-VN" dirty="0"/>
              <a:t>G </a:t>
            </a:r>
            <a:r>
              <a:rPr lang="en-US" altLang="vi-VN" dirty="0" err="1"/>
              <a:t>có</a:t>
            </a:r>
            <a:r>
              <a:rPr lang="en-US" altLang="vi-VN" dirty="0"/>
              <a:t> </a:t>
            </a:r>
            <a:r>
              <a:rPr lang="en-US" altLang="vi-VN" dirty="0" err="1"/>
              <a:t>đường</a:t>
            </a:r>
            <a:r>
              <a:rPr lang="en-US" altLang="vi-VN" dirty="0"/>
              <a:t> </a:t>
            </a:r>
            <a:r>
              <a:rPr lang="en-US" altLang="vi-VN" dirty="0" err="1"/>
              <a:t>đi</a:t>
            </a:r>
            <a:r>
              <a:rPr lang="en-US" altLang="vi-VN" dirty="0"/>
              <a:t> Euler </a:t>
            </a:r>
            <a:r>
              <a:rPr lang="en-US" altLang="vi-VN" dirty="0" err="1"/>
              <a:t>nhưng</a:t>
            </a:r>
            <a:r>
              <a:rPr lang="en-US" altLang="vi-VN" dirty="0"/>
              <a:t> </a:t>
            </a:r>
            <a:r>
              <a:rPr lang="en-US" altLang="vi-VN" dirty="0" err="1"/>
              <a:t>không</a:t>
            </a:r>
            <a:r>
              <a:rPr lang="en-US" altLang="vi-VN" dirty="0"/>
              <a:t> </a:t>
            </a:r>
            <a:r>
              <a:rPr lang="en-US" altLang="vi-VN" dirty="0" err="1"/>
              <a:t>có</a:t>
            </a:r>
            <a:r>
              <a:rPr lang="en-US" altLang="vi-VN" dirty="0"/>
              <a:t> </a:t>
            </a:r>
            <a:r>
              <a:rPr lang="en-US" altLang="vi-VN" dirty="0" err="1"/>
              <a:t>chu</a:t>
            </a:r>
            <a:r>
              <a:rPr lang="en-US" altLang="vi-VN" dirty="0"/>
              <a:t> </a:t>
            </a:r>
            <a:r>
              <a:rPr lang="en-US" altLang="vi-VN" dirty="0" err="1"/>
              <a:t>trình</a:t>
            </a:r>
            <a:r>
              <a:rPr lang="en-US" altLang="vi-VN" dirty="0"/>
              <a:t> Euler </a:t>
            </a:r>
            <a:r>
              <a:rPr lang="en-US" altLang="vi-VN" dirty="0" err="1"/>
              <a:t>khi</a:t>
            </a:r>
            <a:r>
              <a:rPr lang="en-US" altLang="vi-VN" dirty="0"/>
              <a:t> </a:t>
            </a:r>
            <a:r>
              <a:rPr lang="en-US" altLang="vi-VN" dirty="0" err="1"/>
              <a:t>và</a:t>
            </a:r>
            <a:r>
              <a:rPr lang="en-US" altLang="vi-VN" dirty="0"/>
              <a:t> </a:t>
            </a:r>
            <a:r>
              <a:rPr lang="en-US" altLang="vi-VN" dirty="0" err="1"/>
              <a:t>chỉ</a:t>
            </a:r>
            <a:r>
              <a:rPr lang="en-US" altLang="vi-VN" dirty="0"/>
              <a:t> </a:t>
            </a:r>
            <a:r>
              <a:rPr lang="en-US" altLang="vi-VN" dirty="0" err="1"/>
              <a:t>khi</a:t>
            </a:r>
            <a:endParaRPr lang="en-US" altLang="vi-VN" dirty="0"/>
          </a:p>
          <a:p>
            <a:pPr lvl="3" eaLnBrk="1" hangingPunct="1"/>
            <a:r>
              <a:rPr lang="en-US" altLang="vi-VN" dirty="0"/>
              <a:t>G </a:t>
            </a:r>
            <a:r>
              <a:rPr lang="en-US" altLang="vi-VN" dirty="0" err="1"/>
              <a:t>liên</a:t>
            </a:r>
            <a:r>
              <a:rPr lang="en-US" altLang="vi-VN" dirty="0"/>
              <a:t> </a:t>
            </a:r>
            <a:r>
              <a:rPr lang="en-US" altLang="vi-VN" dirty="0" err="1"/>
              <a:t>thông</a:t>
            </a:r>
            <a:r>
              <a:rPr lang="en-US" altLang="vi-VN" dirty="0"/>
              <a:t> </a:t>
            </a:r>
            <a:r>
              <a:rPr lang="en-US" altLang="vi-VN" dirty="0" err="1"/>
              <a:t>yếu</a:t>
            </a:r>
            <a:endParaRPr lang="en-US" altLang="vi-VN" dirty="0"/>
          </a:p>
          <a:p>
            <a:pPr lvl="3" eaLnBrk="1" hangingPunct="1"/>
            <a:r>
              <a:rPr lang="en-US" altLang="vi-VN" dirty="0">
                <a:sym typeface="Symbol" panose="05050102010706020507" pitchFamily="18" charset="2"/>
              </a:rPr>
              <a:t> </a:t>
            </a:r>
            <a:r>
              <a:rPr lang="en-US" altLang="vi-VN" i="1" dirty="0" err="1">
                <a:sym typeface="Symbol" panose="05050102010706020507" pitchFamily="18" charset="2"/>
              </a:rPr>
              <a:t>s</a:t>
            </a:r>
            <a:r>
              <a:rPr lang="en-US" altLang="vi-VN" dirty="0" err="1">
                <a:sym typeface="Symbol" panose="05050102010706020507" pitchFamily="18" charset="2"/>
              </a:rPr>
              <a:t></a:t>
            </a:r>
            <a:r>
              <a:rPr lang="en-US" altLang="vi-VN" i="1" dirty="0" err="1">
                <a:sym typeface="Symbol" panose="05050102010706020507" pitchFamily="18" charset="2"/>
              </a:rPr>
              <a:t>V</a:t>
            </a:r>
            <a:r>
              <a:rPr lang="en-US" altLang="vi-VN" i="1" dirty="0">
                <a:sym typeface="Symbol" panose="05050102010706020507" pitchFamily="18" charset="2"/>
              </a:rPr>
              <a:t> </a:t>
            </a:r>
            <a:r>
              <a:rPr lang="en-US" altLang="vi-VN" dirty="0">
                <a:sym typeface="Symbol" panose="05050102010706020507" pitchFamily="18" charset="2"/>
              </a:rPr>
              <a:t>: </a:t>
            </a:r>
            <a:r>
              <a:rPr lang="en-US" altLang="vi-VN" dirty="0" err="1"/>
              <a:t>deg</a:t>
            </a:r>
            <a:r>
              <a:rPr lang="en-US" altLang="vi-VN" baseline="30000" dirty="0"/>
              <a:t>+</a:t>
            </a:r>
            <a:r>
              <a:rPr lang="en-US" altLang="vi-VN" dirty="0"/>
              <a:t>(</a:t>
            </a:r>
            <a:r>
              <a:rPr lang="en-US" altLang="vi-VN" i="1" dirty="0"/>
              <a:t>s</a:t>
            </a:r>
            <a:r>
              <a:rPr lang="en-US" altLang="vi-VN" dirty="0"/>
              <a:t>) = </a:t>
            </a:r>
            <a:r>
              <a:rPr lang="en-US" altLang="vi-VN" dirty="0" err="1"/>
              <a:t>deg</a:t>
            </a:r>
            <a:r>
              <a:rPr lang="en-US" altLang="vi-VN" baseline="30000" dirty="0"/>
              <a:t>-</a:t>
            </a:r>
            <a:r>
              <a:rPr lang="en-US" altLang="vi-VN" dirty="0"/>
              <a:t>(</a:t>
            </a:r>
            <a:r>
              <a:rPr lang="en-US" altLang="vi-VN" i="1" dirty="0"/>
              <a:t>s</a:t>
            </a:r>
            <a:r>
              <a:rPr lang="en-US" altLang="vi-VN" dirty="0"/>
              <a:t>)  + 1</a:t>
            </a:r>
          </a:p>
          <a:p>
            <a:pPr lvl="3" eaLnBrk="1" hangingPunct="1"/>
            <a:r>
              <a:rPr lang="en-US" altLang="vi-VN" dirty="0">
                <a:sym typeface="Symbol" panose="05050102010706020507" pitchFamily="18" charset="2"/>
              </a:rPr>
              <a:t> </a:t>
            </a:r>
            <a:r>
              <a:rPr lang="en-US" altLang="vi-VN" i="1" dirty="0" err="1">
                <a:sym typeface="Symbol" panose="05050102010706020507" pitchFamily="18" charset="2"/>
              </a:rPr>
              <a:t>t</a:t>
            </a:r>
            <a:r>
              <a:rPr lang="en-US" altLang="vi-VN" dirty="0" err="1">
                <a:sym typeface="Symbol" panose="05050102010706020507" pitchFamily="18" charset="2"/>
              </a:rPr>
              <a:t></a:t>
            </a:r>
            <a:r>
              <a:rPr lang="en-US" altLang="vi-VN" i="1" dirty="0" err="1">
                <a:sym typeface="Symbol" panose="05050102010706020507" pitchFamily="18" charset="2"/>
              </a:rPr>
              <a:t>V</a:t>
            </a:r>
            <a:r>
              <a:rPr lang="en-US" altLang="vi-VN" i="1" dirty="0">
                <a:sym typeface="Symbol" panose="05050102010706020507" pitchFamily="18" charset="2"/>
              </a:rPr>
              <a:t> : </a:t>
            </a:r>
            <a:r>
              <a:rPr lang="en-US" altLang="vi-VN" dirty="0" err="1"/>
              <a:t>deg</a:t>
            </a:r>
            <a:r>
              <a:rPr lang="en-US" altLang="vi-VN" baseline="30000" dirty="0"/>
              <a:t>+</a:t>
            </a:r>
            <a:r>
              <a:rPr lang="en-US" altLang="vi-VN" dirty="0"/>
              <a:t>(</a:t>
            </a:r>
            <a:r>
              <a:rPr lang="en-US" altLang="vi-VN" i="1" dirty="0"/>
              <a:t>t</a:t>
            </a:r>
            <a:r>
              <a:rPr lang="en-US" altLang="vi-VN" dirty="0"/>
              <a:t>) = </a:t>
            </a:r>
            <a:r>
              <a:rPr lang="en-US" altLang="vi-VN" dirty="0" err="1"/>
              <a:t>deg</a:t>
            </a:r>
            <a:r>
              <a:rPr lang="en-US" altLang="vi-VN" baseline="30000" dirty="0"/>
              <a:t>-</a:t>
            </a:r>
            <a:r>
              <a:rPr lang="en-US" altLang="vi-VN" dirty="0"/>
              <a:t>(</a:t>
            </a:r>
            <a:r>
              <a:rPr lang="en-US" altLang="vi-VN" i="1" dirty="0"/>
              <a:t>t</a:t>
            </a:r>
            <a:r>
              <a:rPr lang="en-US" altLang="vi-VN" dirty="0"/>
              <a:t>)  - 1</a:t>
            </a:r>
          </a:p>
          <a:p>
            <a:pPr lvl="3" eaLnBrk="1" hangingPunct="1"/>
            <a:r>
              <a:rPr lang="en-US" altLang="vi-VN" dirty="0" err="1"/>
              <a:t>deg</a:t>
            </a:r>
            <a:r>
              <a:rPr lang="en-US" altLang="vi-VN" baseline="30000" dirty="0"/>
              <a:t>+</a:t>
            </a:r>
            <a:r>
              <a:rPr lang="en-US" altLang="vi-VN" dirty="0"/>
              <a:t>(</a:t>
            </a:r>
            <a:r>
              <a:rPr lang="en-US" altLang="vi-VN" i="1" dirty="0"/>
              <a:t>v</a:t>
            </a:r>
            <a:r>
              <a:rPr lang="en-US" altLang="vi-VN" dirty="0"/>
              <a:t>) = </a:t>
            </a:r>
            <a:r>
              <a:rPr lang="en-US" altLang="vi-VN" dirty="0" err="1"/>
              <a:t>deg</a:t>
            </a:r>
            <a:r>
              <a:rPr lang="en-US" altLang="vi-VN" baseline="30000" dirty="0"/>
              <a:t>-</a:t>
            </a:r>
            <a:r>
              <a:rPr lang="en-US" altLang="vi-VN" dirty="0"/>
              <a:t>(</a:t>
            </a:r>
            <a:r>
              <a:rPr lang="en-US" altLang="vi-VN" i="1" dirty="0"/>
              <a:t>v</a:t>
            </a:r>
            <a:r>
              <a:rPr lang="en-US" altLang="vi-VN" dirty="0"/>
              <a:t>), </a:t>
            </a:r>
            <a:r>
              <a:rPr lang="en-US" altLang="vi-VN" i="1" dirty="0">
                <a:sym typeface="Symbol" panose="05050102010706020507" pitchFamily="18" charset="2"/>
              </a:rPr>
              <a:t> </a:t>
            </a:r>
            <a:r>
              <a:rPr lang="en-US" altLang="vi-VN" i="1" dirty="0" err="1">
                <a:sym typeface="Symbol" panose="05050102010706020507" pitchFamily="18" charset="2"/>
              </a:rPr>
              <a:t>vV</a:t>
            </a:r>
            <a:r>
              <a:rPr lang="en-US" altLang="vi-VN" i="1" dirty="0">
                <a:sym typeface="Symbol" panose="05050102010706020507" pitchFamily="18" charset="2"/>
              </a:rPr>
              <a:t> \ {s, t}</a:t>
            </a:r>
            <a:endParaRPr lang="en-US" altLang="vi-VN" dirty="0"/>
          </a:p>
          <a:p>
            <a:pPr lvl="1" eaLnBrk="1" hangingPunct="1"/>
            <a:endParaRPr lang="en-US" altLang="vi-VN" dirty="0"/>
          </a:p>
        </p:txBody>
      </p:sp>
      <p:sp>
        <p:nvSpPr>
          <p:cNvPr id="21509"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1508">
                                            <p:txEl>
                                              <p:pRg st="0" end="0"/>
                                            </p:txEl>
                                          </p:spTgt>
                                        </p:tgtEl>
                                        <p:attrNameLst>
                                          <p:attrName>style.visibility</p:attrName>
                                        </p:attrNameLst>
                                      </p:cBhvr>
                                      <p:to>
                                        <p:strVal val="visible"/>
                                      </p:to>
                                    </p:set>
                                    <p:animEffect transition="in" filter="fade">
                                      <p:cBhvr>
                                        <p:cTn id="7" dur="1000"/>
                                        <p:tgtEl>
                                          <p:spTgt spid="21508">
                                            <p:txEl>
                                              <p:pRg st="0" end="0"/>
                                            </p:txEl>
                                          </p:spTgt>
                                        </p:tgtEl>
                                      </p:cBhvr>
                                    </p:animEffect>
                                    <p:anim calcmode="lin" valueType="num">
                                      <p:cBhvr>
                                        <p:cTn id="8" dur="1000" fill="hold"/>
                                        <p:tgtEl>
                                          <p:spTgt spid="2150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150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1508">
                                            <p:txEl>
                                              <p:pRg st="1" end="1"/>
                                            </p:txEl>
                                          </p:spTgt>
                                        </p:tgtEl>
                                        <p:attrNameLst>
                                          <p:attrName>style.visibility</p:attrName>
                                        </p:attrNameLst>
                                      </p:cBhvr>
                                      <p:to>
                                        <p:strVal val="visible"/>
                                      </p:to>
                                    </p:set>
                                    <p:animEffect transition="in" filter="fade">
                                      <p:cBhvr>
                                        <p:cTn id="12" dur="1000"/>
                                        <p:tgtEl>
                                          <p:spTgt spid="21508">
                                            <p:txEl>
                                              <p:pRg st="1" end="1"/>
                                            </p:txEl>
                                          </p:spTgt>
                                        </p:tgtEl>
                                      </p:cBhvr>
                                    </p:animEffect>
                                    <p:anim calcmode="lin" valueType="num">
                                      <p:cBhvr>
                                        <p:cTn id="13" dur="1000" fill="hold"/>
                                        <p:tgtEl>
                                          <p:spTgt spid="2150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1508">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1508">
                                            <p:txEl>
                                              <p:pRg st="2" end="2"/>
                                            </p:txEl>
                                          </p:spTgt>
                                        </p:tgtEl>
                                        <p:attrNameLst>
                                          <p:attrName>style.visibility</p:attrName>
                                        </p:attrNameLst>
                                      </p:cBhvr>
                                      <p:to>
                                        <p:strVal val="visible"/>
                                      </p:to>
                                    </p:set>
                                    <p:animEffect transition="in" filter="fade">
                                      <p:cBhvr>
                                        <p:cTn id="17" dur="1000"/>
                                        <p:tgtEl>
                                          <p:spTgt spid="21508">
                                            <p:txEl>
                                              <p:pRg st="2" end="2"/>
                                            </p:txEl>
                                          </p:spTgt>
                                        </p:tgtEl>
                                      </p:cBhvr>
                                    </p:animEffect>
                                    <p:anim calcmode="lin" valueType="num">
                                      <p:cBhvr>
                                        <p:cTn id="18" dur="1000" fill="hold"/>
                                        <p:tgtEl>
                                          <p:spTgt spid="2150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150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1508">
                                            <p:txEl>
                                              <p:pRg st="3" end="3"/>
                                            </p:txEl>
                                          </p:spTgt>
                                        </p:tgtEl>
                                        <p:attrNameLst>
                                          <p:attrName>style.visibility</p:attrName>
                                        </p:attrNameLst>
                                      </p:cBhvr>
                                      <p:to>
                                        <p:strVal val="visible"/>
                                      </p:to>
                                    </p:set>
                                    <p:animEffect transition="in" filter="fade">
                                      <p:cBhvr>
                                        <p:cTn id="22" dur="1000"/>
                                        <p:tgtEl>
                                          <p:spTgt spid="21508">
                                            <p:txEl>
                                              <p:pRg st="3" end="3"/>
                                            </p:txEl>
                                          </p:spTgt>
                                        </p:tgtEl>
                                      </p:cBhvr>
                                    </p:animEffect>
                                    <p:anim calcmode="lin" valueType="num">
                                      <p:cBhvr>
                                        <p:cTn id="23" dur="1000" fill="hold"/>
                                        <p:tgtEl>
                                          <p:spTgt spid="2150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150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21508">
                                            <p:txEl>
                                              <p:pRg st="4" end="4"/>
                                            </p:txEl>
                                          </p:spTgt>
                                        </p:tgtEl>
                                        <p:attrNameLst>
                                          <p:attrName>style.visibility</p:attrName>
                                        </p:attrNameLst>
                                      </p:cBhvr>
                                      <p:to>
                                        <p:strVal val="visible"/>
                                      </p:to>
                                    </p:set>
                                    <p:animEffect transition="in" filter="fade">
                                      <p:cBhvr>
                                        <p:cTn id="29" dur="1000"/>
                                        <p:tgtEl>
                                          <p:spTgt spid="21508">
                                            <p:txEl>
                                              <p:pRg st="4" end="4"/>
                                            </p:txEl>
                                          </p:spTgt>
                                        </p:tgtEl>
                                      </p:cBhvr>
                                    </p:animEffect>
                                    <p:anim calcmode="lin" valueType="num">
                                      <p:cBhvr>
                                        <p:cTn id="30" dur="1000" fill="hold"/>
                                        <p:tgtEl>
                                          <p:spTgt spid="21508">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1508">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1508">
                                            <p:txEl>
                                              <p:pRg st="5" end="5"/>
                                            </p:txEl>
                                          </p:spTgt>
                                        </p:tgtEl>
                                        <p:attrNameLst>
                                          <p:attrName>style.visibility</p:attrName>
                                        </p:attrNameLst>
                                      </p:cBhvr>
                                      <p:to>
                                        <p:strVal val="visible"/>
                                      </p:to>
                                    </p:set>
                                    <p:animEffect transition="in" filter="fade">
                                      <p:cBhvr>
                                        <p:cTn id="34" dur="1000"/>
                                        <p:tgtEl>
                                          <p:spTgt spid="21508">
                                            <p:txEl>
                                              <p:pRg st="5" end="5"/>
                                            </p:txEl>
                                          </p:spTgt>
                                        </p:tgtEl>
                                      </p:cBhvr>
                                    </p:animEffect>
                                    <p:anim calcmode="lin" valueType="num">
                                      <p:cBhvr>
                                        <p:cTn id="35" dur="1000" fill="hold"/>
                                        <p:tgtEl>
                                          <p:spTgt spid="21508">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21508">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1508">
                                            <p:txEl>
                                              <p:pRg st="6" end="6"/>
                                            </p:txEl>
                                          </p:spTgt>
                                        </p:tgtEl>
                                        <p:attrNameLst>
                                          <p:attrName>style.visibility</p:attrName>
                                        </p:attrNameLst>
                                      </p:cBhvr>
                                      <p:to>
                                        <p:strVal val="visible"/>
                                      </p:to>
                                    </p:set>
                                    <p:animEffect transition="in" filter="fade">
                                      <p:cBhvr>
                                        <p:cTn id="39" dur="1000"/>
                                        <p:tgtEl>
                                          <p:spTgt spid="21508">
                                            <p:txEl>
                                              <p:pRg st="6" end="6"/>
                                            </p:txEl>
                                          </p:spTgt>
                                        </p:tgtEl>
                                      </p:cBhvr>
                                    </p:animEffect>
                                    <p:anim calcmode="lin" valueType="num">
                                      <p:cBhvr>
                                        <p:cTn id="40" dur="1000" fill="hold"/>
                                        <p:tgtEl>
                                          <p:spTgt spid="21508">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21508">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1508">
                                            <p:txEl>
                                              <p:pRg st="7" end="7"/>
                                            </p:txEl>
                                          </p:spTgt>
                                        </p:tgtEl>
                                        <p:attrNameLst>
                                          <p:attrName>style.visibility</p:attrName>
                                        </p:attrNameLst>
                                      </p:cBhvr>
                                      <p:to>
                                        <p:strVal val="visible"/>
                                      </p:to>
                                    </p:set>
                                    <p:animEffect transition="in" filter="fade">
                                      <p:cBhvr>
                                        <p:cTn id="44" dur="1000"/>
                                        <p:tgtEl>
                                          <p:spTgt spid="21508">
                                            <p:txEl>
                                              <p:pRg st="7" end="7"/>
                                            </p:txEl>
                                          </p:spTgt>
                                        </p:tgtEl>
                                      </p:cBhvr>
                                    </p:animEffect>
                                    <p:anim calcmode="lin" valueType="num">
                                      <p:cBhvr>
                                        <p:cTn id="45" dur="1000" fill="hold"/>
                                        <p:tgtEl>
                                          <p:spTgt spid="21508">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21508">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A314272-26EA-48DF-B835-E4C3598EEE8E}" type="slidenum">
              <a:rPr lang="en-US" altLang="en-US" sz="1000" smtClean="0"/>
              <a:pPr>
                <a:spcBef>
                  <a:spcPct val="0"/>
                </a:spcBef>
                <a:buClrTx/>
                <a:buSzTx/>
                <a:buFontTx/>
                <a:buNone/>
              </a:pPr>
              <a:t>18</a:t>
            </a:fld>
            <a:endParaRPr lang="en-US" altLang="en-US" sz="1000"/>
          </a:p>
        </p:txBody>
      </p:sp>
      <p:sp>
        <p:nvSpPr>
          <p:cNvPr id="22531" name="Rectangle 2"/>
          <p:cNvSpPr>
            <a:spLocks noGrp="1" noChangeArrowheads="1"/>
          </p:cNvSpPr>
          <p:nvPr>
            <p:ph type="title"/>
          </p:nvPr>
        </p:nvSpPr>
        <p:spPr/>
        <p:txBody>
          <a:bodyPr/>
          <a:lstStyle/>
          <a:p>
            <a:pPr eaLnBrk="1" hangingPunct="1"/>
            <a:r>
              <a:rPr lang="en-US" altLang="vi-VN"/>
              <a:t>Chu trình và đường đi Euler</a:t>
            </a:r>
          </a:p>
        </p:txBody>
      </p:sp>
      <p:sp>
        <p:nvSpPr>
          <p:cNvPr id="22532" name="Rectangle 3"/>
          <p:cNvSpPr>
            <a:spLocks noGrp="1" noChangeArrowheads="1"/>
          </p:cNvSpPr>
          <p:nvPr>
            <p:ph type="body" idx="1"/>
          </p:nvPr>
        </p:nvSpPr>
        <p:spPr/>
        <p:txBody>
          <a:bodyPr/>
          <a:lstStyle/>
          <a:p>
            <a:pPr eaLnBrk="1" hangingPunct="1"/>
            <a:r>
              <a:rPr lang="en-US" altLang="vi-VN"/>
              <a:t>Trong đồ thị có hướng</a:t>
            </a:r>
          </a:p>
          <a:p>
            <a:pPr lvl="1" eaLnBrk="1" hangingPunct="1"/>
            <a:r>
              <a:rPr lang="en-US" altLang="vi-VN"/>
              <a:t>Định lý về đường đi Euler</a:t>
            </a:r>
          </a:p>
          <a:p>
            <a:pPr lvl="2" eaLnBrk="1" hangingPunct="1"/>
            <a:r>
              <a:rPr lang="en-US" altLang="vi-VN"/>
              <a:t>Ví dụ</a:t>
            </a:r>
          </a:p>
          <a:p>
            <a:pPr lvl="1" eaLnBrk="1" hangingPunct="1"/>
            <a:endParaRPr lang="en-US" altLang="vi-VN"/>
          </a:p>
        </p:txBody>
      </p:sp>
      <p:sp>
        <p:nvSpPr>
          <p:cNvPr id="22533"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grpSp>
        <p:nvGrpSpPr>
          <p:cNvPr id="22534" name="Group 6"/>
          <p:cNvGrpSpPr>
            <a:grpSpLocks/>
          </p:cNvGrpSpPr>
          <p:nvPr/>
        </p:nvGrpSpPr>
        <p:grpSpPr bwMode="auto">
          <a:xfrm>
            <a:off x="1752600" y="3505200"/>
            <a:ext cx="5334000" cy="2003425"/>
            <a:chOff x="1981200" y="3733800"/>
            <a:chExt cx="5334000" cy="2003425"/>
          </a:xfrm>
        </p:grpSpPr>
        <p:pic>
          <p:nvPicPr>
            <p:cNvPr id="2253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733800"/>
              <a:ext cx="5334000" cy="200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Straight Arrow Connector 8"/>
            <p:cNvCxnSpPr/>
            <p:nvPr/>
          </p:nvCxnSpPr>
          <p:spPr>
            <a:xfrm rot="5400000">
              <a:off x="4929188" y="4000500"/>
              <a:ext cx="152400" cy="7620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3752FA7-CD85-4299-ADBC-7C5225372586}" type="slidenum">
              <a:rPr lang="en-US" altLang="en-US" sz="1000" smtClean="0"/>
              <a:pPr>
                <a:spcBef>
                  <a:spcPct val="0"/>
                </a:spcBef>
                <a:buClrTx/>
                <a:buSzTx/>
                <a:buFontTx/>
                <a:buNone/>
              </a:pPr>
              <a:t>19</a:t>
            </a:fld>
            <a:endParaRPr lang="en-US" altLang="en-US" sz="1000"/>
          </a:p>
        </p:txBody>
      </p:sp>
      <p:sp>
        <p:nvSpPr>
          <p:cNvPr id="23555" name="Rectangle 2"/>
          <p:cNvSpPr>
            <a:spLocks noGrp="1" noChangeArrowheads="1"/>
          </p:cNvSpPr>
          <p:nvPr>
            <p:ph type="title"/>
          </p:nvPr>
        </p:nvSpPr>
        <p:spPr/>
        <p:txBody>
          <a:bodyPr/>
          <a:lstStyle/>
          <a:p>
            <a:pPr eaLnBrk="1" hangingPunct="1"/>
            <a:r>
              <a:rPr lang="en-US" altLang="vi-VN"/>
              <a:t>Chu trình &amp; đường đi Hamilton</a:t>
            </a:r>
          </a:p>
        </p:txBody>
      </p:sp>
      <p:sp>
        <p:nvSpPr>
          <p:cNvPr id="23556" name="Rectangle 3"/>
          <p:cNvSpPr>
            <a:spLocks noGrp="1" noChangeArrowheads="1"/>
          </p:cNvSpPr>
          <p:nvPr>
            <p:ph type="body" sz="half" idx="1"/>
          </p:nvPr>
        </p:nvSpPr>
        <p:spPr/>
        <p:txBody>
          <a:bodyPr/>
          <a:lstStyle/>
          <a:p>
            <a:pPr marL="571500" indent="-571500" eaLnBrk="1" hangingPunct="1"/>
            <a:r>
              <a:rPr lang="en-US" altLang="vi-VN" sz="2600" dirty="0"/>
              <a:t>Chu </a:t>
            </a:r>
            <a:r>
              <a:rPr lang="en-US" altLang="vi-VN" sz="2600" dirty="0" err="1"/>
              <a:t>trình</a:t>
            </a:r>
            <a:r>
              <a:rPr lang="en-US" altLang="vi-VN" sz="2600" dirty="0"/>
              <a:t> Hamilton</a:t>
            </a:r>
          </a:p>
          <a:p>
            <a:pPr marL="839788" lvl="1" indent="-495300" eaLnBrk="1" hangingPunct="1"/>
            <a:r>
              <a:rPr lang="en-US" altLang="vi-VN" sz="2200" dirty="0" err="1"/>
              <a:t>Định</a:t>
            </a:r>
            <a:r>
              <a:rPr lang="en-US" altLang="vi-VN" sz="2200" dirty="0"/>
              <a:t> </a:t>
            </a:r>
            <a:r>
              <a:rPr lang="en-US" altLang="vi-VN" sz="2200" dirty="0" err="1"/>
              <a:t>nghĩa</a:t>
            </a:r>
            <a:endParaRPr lang="en-US" altLang="vi-VN" sz="2200" dirty="0"/>
          </a:p>
          <a:p>
            <a:pPr marL="1131888" lvl="2" indent="-438150" eaLnBrk="1" hangingPunct="1"/>
            <a:r>
              <a:rPr lang="en-US" altLang="vi-VN" sz="2100" dirty="0"/>
              <a:t>Chu </a:t>
            </a:r>
            <a:r>
              <a:rPr lang="en-US" altLang="vi-VN" sz="2100" dirty="0" err="1"/>
              <a:t>trình</a:t>
            </a:r>
            <a:r>
              <a:rPr lang="en-US" altLang="vi-VN" sz="2100" dirty="0"/>
              <a:t> Hamilton</a:t>
            </a:r>
          </a:p>
          <a:p>
            <a:pPr marL="1370013" lvl="3" indent="-381000" eaLnBrk="1" hangingPunct="1"/>
            <a:r>
              <a:rPr lang="vi-VN" altLang="vi-VN" sz="1800" dirty="0">
                <a:solidFill>
                  <a:srgbClr val="FF0000"/>
                </a:solidFill>
              </a:rPr>
              <a:t>Chu </a:t>
            </a:r>
            <a:r>
              <a:rPr lang="vi-VN" altLang="vi-VN" sz="1800" dirty="0" err="1">
                <a:solidFill>
                  <a:srgbClr val="FF0000"/>
                </a:solidFill>
              </a:rPr>
              <a:t>trình</a:t>
            </a:r>
            <a:r>
              <a:rPr lang="vi-VN" altLang="vi-VN" sz="1800" dirty="0">
                <a:solidFill>
                  <a:srgbClr val="FF0000"/>
                </a:solidFill>
              </a:rPr>
              <a:t> </a:t>
            </a:r>
            <a:r>
              <a:rPr lang="vi-VN" altLang="vi-VN" sz="1800" dirty="0" err="1">
                <a:solidFill>
                  <a:srgbClr val="FF0000"/>
                </a:solidFill>
              </a:rPr>
              <a:t>bắt</a:t>
            </a:r>
            <a:r>
              <a:rPr lang="vi-VN" altLang="vi-VN" sz="1800" dirty="0">
                <a:solidFill>
                  <a:srgbClr val="FF0000"/>
                </a:solidFill>
              </a:rPr>
              <a:t> </a:t>
            </a:r>
            <a:r>
              <a:rPr lang="vi-VN" altLang="vi-VN" sz="1800" dirty="0" err="1">
                <a:solidFill>
                  <a:srgbClr val="FF0000"/>
                </a:solidFill>
              </a:rPr>
              <a:t>đầu</a:t>
            </a:r>
            <a:r>
              <a:rPr lang="vi-VN" altLang="vi-VN" sz="1800" dirty="0">
                <a:solidFill>
                  <a:srgbClr val="FF0000"/>
                </a:solidFill>
              </a:rPr>
              <a:t> </a:t>
            </a:r>
            <a:r>
              <a:rPr lang="vi-VN" altLang="vi-VN" sz="1800" dirty="0" err="1">
                <a:solidFill>
                  <a:srgbClr val="FF0000"/>
                </a:solidFill>
              </a:rPr>
              <a:t>từ</a:t>
            </a:r>
            <a:r>
              <a:rPr lang="vi-VN" altLang="vi-VN" sz="1800" dirty="0">
                <a:solidFill>
                  <a:srgbClr val="FF0000"/>
                </a:solidFill>
              </a:rPr>
              <a:t> </a:t>
            </a:r>
            <a:r>
              <a:rPr lang="vi-VN" altLang="vi-VN" sz="1800" dirty="0" err="1">
                <a:solidFill>
                  <a:srgbClr val="FF0000"/>
                </a:solidFill>
              </a:rPr>
              <a:t>một</a:t>
            </a:r>
            <a:r>
              <a:rPr lang="vi-VN" altLang="vi-VN" sz="1800" dirty="0">
                <a:solidFill>
                  <a:srgbClr val="FF0000"/>
                </a:solidFill>
              </a:rPr>
              <a:t> </a:t>
            </a:r>
            <a:r>
              <a:rPr lang="vi-VN" altLang="vi-VN" sz="1800" dirty="0" err="1">
                <a:solidFill>
                  <a:srgbClr val="FF0000"/>
                </a:solidFill>
              </a:rPr>
              <a:t>đỉnh</a:t>
            </a:r>
            <a:r>
              <a:rPr lang="vi-VN" altLang="vi-VN" sz="1800" dirty="0">
                <a:solidFill>
                  <a:srgbClr val="FF0000"/>
                </a:solidFill>
              </a:rPr>
              <a:t> v </a:t>
            </a:r>
            <a:r>
              <a:rPr lang="vi-VN" altLang="vi-VN" sz="1800" dirty="0" err="1">
                <a:solidFill>
                  <a:srgbClr val="FF0000"/>
                </a:solidFill>
              </a:rPr>
              <a:t>nào</a:t>
            </a:r>
            <a:r>
              <a:rPr lang="vi-VN" altLang="vi-VN" sz="1800" dirty="0">
                <a:solidFill>
                  <a:srgbClr val="FF0000"/>
                </a:solidFill>
              </a:rPr>
              <a:t> </a:t>
            </a:r>
            <a:r>
              <a:rPr lang="vi-VN" altLang="vi-VN" sz="1800" dirty="0" err="1">
                <a:solidFill>
                  <a:srgbClr val="FF0000"/>
                </a:solidFill>
              </a:rPr>
              <a:t>đó</a:t>
            </a:r>
            <a:r>
              <a:rPr lang="vi-VN" altLang="vi-VN" sz="1800" dirty="0">
                <a:solidFill>
                  <a:srgbClr val="FF0000"/>
                </a:solidFill>
              </a:rPr>
              <a:t> qua </a:t>
            </a:r>
            <a:r>
              <a:rPr lang="vi-VN" altLang="vi-VN" sz="1800" dirty="0" err="1">
                <a:solidFill>
                  <a:srgbClr val="FF0000"/>
                </a:solidFill>
              </a:rPr>
              <a:t>tất</a:t>
            </a:r>
            <a:r>
              <a:rPr lang="vi-VN" altLang="vi-VN" sz="1800" dirty="0">
                <a:solidFill>
                  <a:srgbClr val="FF0000"/>
                </a:solidFill>
              </a:rPr>
              <a:t> </a:t>
            </a:r>
            <a:r>
              <a:rPr lang="vi-VN" altLang="vi-VN" sz="1800" dirty="0" err="1">
                <a:solidFill>
                  <a:srgbClr val="FF0000"/>
                </a:solidFill>
              </a:rPr>
              <a:t>cả</a:t>
            </a:r>
            <a:r>
              <a:rPr lang="vi-VN" altLang="vi-VN" sz="1800" dirty="0">
                <a:solidFill>
                  <a:srgbClr val="FF0000"/>
                </a:solidFill>
              </a:rPr>
              <a:t> </a:t>
            </a:r>
            <a:r>
              <a:rPr lang="vi-VN" altLang="vi-VN" sz="1800" dirty="0" err="1">
                <a:solidFill>
                  <a:srgbClr val="FF0000"/>
                </a:solidFill>
              </a:rPr>
              <a:t>các</a:t>
            </a:r>
            <a:r>
              <a:rPr lang="vi-VN" altLang="vi-VN" sz="1800" dirty="0">
                <a:solidFill>
                  <a:srgbClr val="FF0000"/>
                </a:solidFill>
              </a:rPr>
              <a:t> </a:t>
            </a:r>
            <a:r>
              <a:rPr lang="vi-VN" altLang="vi-VN" sz="1800" dirty="0" err="1">
                <a:solidFill>
                  <a:srgbClr val="FF0000"/>
                </a:solidFill>
              </a:rPr>
              <a:t>đỉnh</a:t>
            </a:r>
            <a:r>
              <a:rPr lang="vi-VN" altLang="vi-VN" sz="1800" dirty="0">
                <a:solidFill>
                  <a:srgbClr val="FF0000"/>
                </a:solidFill>
              </a:rPr>
              <a:t> </a:t>
            </a:r>
            <a:r>
              <a:rPr lang="vi-VN" altLang="vi-VN" sz="1800" dirty="0" err="1">
                <a:solidFill>
                  <a:srgbClr val="FF0000"/>
                </a:solidFill>
              </a:rPr>
              <a:t>còn</a:t>
            </a:r>
            <a:r>
              <a:rPr lang="vi-VN" altLang="vi-VN" sz="1800" dirty="0">
                <a:solidFill>
                  <a:srgbClr val="FF0000"/>
                </a:solidFill>
              </a:rPr>
              <a:t> </a:t>
            </a:r>
            <a:r>
              <a:rPr lang="vi-VN" altLang="vi-VN" sz="1800" dirty="0" err="1">
                <a:solidFill>
                  <a:srgbClr val="FF0000"/>
                </a:solidFill>
              </a:rPr>
              <a:t>lại</a:t>
            </a:r>
            <a:r>
              <a:rPr lang="vi-VN" altLang="vi-VN" sz="1800" dirty="0">
                <a:solidFill>
                  <a:srgbClr val="FF0000"/>
                </a:solidFill>
              </a:rPr>
              <a:t> </a:t>
            </a:r>
            <a:r>
              <a:rPr lang="vi-VN" altLang="vi-VN" sz="1800" dirty="0" err="1">
                <a:solidFill>
                  <a:srgbClr val="FF0000"/>
                </a:solidFill>
              </a:rPr>
              <a:t>mỗi</a:t>
            </a:r>
            <a:r>
              <a:rPr lang="vi-VN" altLang="vi-VN" sz="1800" dirty="0">
                <a:solidFill>
                  <a:srgbClr val="FF0000"/>
                </a:solidFill>
              </a:rPr>
              <a:t> </a:t>
            </a:r>
            <a:r>
              <a:rPr lang="vi-VN" altLang="vi-VN" sz="1800" dirty="0" err="1">
                <a:solidFill>
                  <a:srgbClr val="FF0000"/>
                </a:solidFill>
              </a:rPr>
              <a:t>đỉnh</a:t>
            </a:r>
            <a:r>
              <a:rPr lang="vi-VN" altLang="vi-VN" sz="1800" dirty="0">
                <a:solidFill>
                  <a:srgbClr val="FF0000"/>
                </a:solidFill>
              </a:rPr>
              <a:t> </a:t>
            </a:r>
            <a:r>
              <a:rPr lang="vi-VN" altLang="vi-VN" sz="1800" dirty="0" err="1">
                <a:solidFill>
                  <a:srgbClr val="FF0000"/>
                </a:solidFill>
              </a:rPr>
              <a:t>đúng</a:t>
            </a:r>
            <a:r>
              <a:rPr lang="vi-VN" altLang="vi-VN" sz="1800" dirty="0">
                <a:solidFill>
                  <a:srgbClr val="FF0000"/>
                </a:solidFill>
              </a:rPr>
              <a:t> </a:t>
            </a:r>
            <a:r>
              <a:rPr lang="vi-VN" altLang="vi-VN" sz="1800" dirty="0" err="1">
                <a:solidFill>
                  <a:srgbClr val="FF0000"/>
                </a:solidFill>
              </a:rPr>
              <a:t>một</a:t>
            </a:r>
            <a:r>
              <a:rPr lang="vi-VN" altLang="vi-VN" sz="1800" dirty="0">
                <a:solidFill>
                  <a:srgbClr val="FF0000"/>
                </a:solidFill>
              </a:rPr>
              <a:t> </a:t>
            </a:r>
            <a:r>
              <a:rPr lang="vi-VN" altLang="vi-VN" sz="1800" dirty="0" err="1">
                <a:solidFill>
                  <a:srgbClr val="FF0000"/>
                </a:solidFill>
              </a:rPr>
              <a:t>lần</a:t>
            </a:r>
            <a:r>
              <a:rPr lang="vi-VN" altLang="vi-VN" sz="1800" dirty="0">
                <a:solidFill>
                  <a:srgbClr val="FF0000"/>
                </a:solidFill>
              </a:rPr>
              <a:t> </a:t>
            </a:r>
            <a:r>
              <a:rPr lang="vi-VN" altLang="vi-VN" sz="1800" dirty="0" err="1">
                <a:solidFill>
                  <a:srgbClr val="FF0000"/>
                </a:solidFill>
              </a:rPr>
              <a:t>rồi</a:t>
            </a:r>
            <a:r>
              <a:rPr lang="vi-VN" altLang="vi-VN" sz="1800" dirty="0">
                <a:solidFill>
                  <a:srgbClr val="FF0000"/>
                </a:solidFill>
              </a:rPr>
              <a:t> quay </a:t>
            </a:r>
            <a:r>
              <a:rPr lang="vi-VN" altLang="vi-VN" sz="1800" dirty="0" err="1">
                <a:solidFill>
                  <a:srgbClr val="FF0000"/>
                </a:solidFill>
              </a:rPr>
              <a:t>trở</a:t>
            </a:r>
            <a:r>
              <a:rPr lang="vi-VN" altLang="vi-VN" sz="1800" dirty="0">
                <a:solidFill>
                  <a:srgbClr val="FF0000"/>
                </a:solidFill>
              </a:rPr>
              <a:t> </a:t>
            </a:r>
            <a:r>
              <a:rPr lang="vi-VN" altLang="vi-VN" sz="1800" dirty="0" err="1">
                <a:solidFill>
                  <a:srgbClr val="FF0000"/>
                </a:solidFill>
              </a:rPr>
              <a:t>về</a:t>
            </a:r>
            <a:r>
              <a:rPr lang="vi-VN" altLang="vi-VN" sz="1800" dirty="0">
                <a:solidFill>
                  <a:srgbClr val="FF0000"/>
                </a:solidFill>
              </a:rPr>
              <a:t> v đ</a:t>
            </a:r>
            <a:r>
              <a:rPr lang="en-US" altLang="vi-VN" sz="1800" dirty="0">
                <a:solidFill>
                  <a:srgbClr val="FF0000"/>
                </a:solidFill>
              </a:rPr>
              <a:t>ư</a:t>
            </a:r>
            <a:r>
              <a:rPr lang="vi-VN" altLang="vi-VN" sz="1800" dirty="0" err="1">
                <a:solidFill>
                  <a:srgbClr val="FF0000"/>
                </a:solidFill>
              </a:rPr>
              <a:t>ợc</a:t>
            </a:r>
            <a:r>
              <a:rPr lang="vi-VN" altLang="vi-VN" sz="1800" dirty="0">
                <a:solidFill>
                  <a:srgbClr val="FF0000"/>
                </a:solidFill>
              </a:rPr>
              <a:t> </a:t>
            </a:r>
            <a:r>
              <a:rPr lang="vi-VN" altLang="vi-VN" sz="1800" dirty="0" err="1">
                <a:solidFill>
                  <a:srgbClr val="FF0000"/>
                </a:solidFill>
              </a:rPr>
              <a:t>gọi</a:t>
            </a:r>
            <a:r>
              <a:rPr lang="vi-VN" altLang="vi-VN" sz="1800" dirty="0">
                <a:solidFill>
                  <a:srgbClr val="FF0000"/>
                </a:solidFill>
              </a:rPr>
              <a:t> </a:t>
            </a:r>
            <a:r>
              <a:rPr lang="vi-VN" altLang="vi-VN" sz="1800" dirty="0" err="1">
                <a:solidFill>
                  <a:srgbClr val="FF0000"/>
                </a:solidFill>
              </a:rPr>
              <a:t>là</a:t>
            </a:r>
            <a:r>
              <a:rPr lang="vi-VN" altLang="vi-VN" sz="1800" dirty="0">
                <a:solidFill>
                  <a:srgbClr val="FF0000"/>
                </a:solidFill>
              </a:rPr>
              <a:t> chu  </a:t>
            </a:r>
            <a:r>
              <a:rPr lang="vi-VN" altLang="vi-VN" sz="1800" dirty="0" err="1">
                <a:solidFill>
                  <a:srgbClr val="FF0000"/>
                </a:solidFill>
              </a:rPr>
              <a:t>trình</a:t>
            </a:r>
            <a:r>
              <a:rPr lang="vi-VN" altLang="vi-VN" sz="1800" dirty="0">
                <a:solidFill>
                  <a:srgbClr val="FF0000"/>
                </a:solidFill>
              </a:rPr>
              <a:t> </a:t>
            </a:r>
            <a:r>
              <a:rPr lang="en-US" altLang="vi-VN" sz="1800" dirty="0">
                <a:solidFill>
                  <a:srgbClr val="FF0000"/>
                </a:solidFill>
              </a:rPr>
              <a:t>H</a:t>
            </a:r>
            <a:r>
              <a:rPr lang="vi-VN" altLang="vi-VN" sz="1800" dirty="0" err="1">
                <a:solidFill>
                  <a:srgbClr val="FF0000"/>
                </a:solidFill>
              </a:rPr>
              <a:t>amilton</a:t>
            </a:r>
            <a:endParaRPr lang="en-US" altLang="vi-VN" sz="1800" dirty="0"/>
          </a:p>
          <a:p>
            <a:pPr marL="1131888" lvl="2" indent="-438150" eaLnBrk="1" hangingPunct="1"/>
            <a:r>
              <a:rPr lang="en-US" altLang="vi-VN" sz="2100" dirty="0" err="1"/>
              <a:t>Đồ</a:t>
            </a:r>
            <a:r>
              <a:rPr lang="en-US" altLang="vi-VN" sz="2100" dirty="0"/>
              <a:t> </a:t>
            </a:r>
            <a:r>
              <a:rPr lang="en-US" altLang="vi-VN" sz="2100" dirty="0" err="1"/>
              <a:t>thị</a:t>
            </a:r>
            <a:r>
              <a:rPr lang="en-US" altLang="vi-VN" sz="2100" dirty="0"/>
              <a:t> Hamilton</a:t>
            </a:r>
          </a:p>
          <a:p>
            <a:pPr marL="1370013" lvl="3" indent="-381000" eaLnBrk="1" hangingPunct="1"/>
            <a:r>
              <a:rPr lang="en-US" altLang="vi-VN" sz="1800" dirty="0" err="1"/>
              <a:t>Đồ</a:t>
            </a:r>
            <a:r>
              <a:rPr lang="en-US" altLang="vi-VN" sz="1800" dirty="0"/>
              <a:t> </a:t>
            </a:r>
            <a:r>
              <a:rPr lang="en-US" altLang="vi-VN" sz="1800" dirty="0" err="1"/>
              <a:t>thị</a:t>
            </a:r>
            <a:r>
              <a:rPr lang="en-US" altLang="vi-VN" sz="1800" dirty="0"/>
              <a:t> </a:t>
            </a:r>
            <a:r>
              <a:rPr lang="en-US" altLang="vi-VN" sz="1800" dirty="0" err="1"/>
              <a:t>có</a:t>
            </a:r>
            <a:r>
              <a:rPr lang="en-US" altLang="vi-VN" sz="1800" dirty="0"/>
              <a:t> </a:t>
            </a:r>
            <a:r>
              <a:rPr lang="en-US" altLang="vi-VN" sz="1800" dirty="0" err="1"/>
              <a:t>chứa</a:t>
            </a:r>
            <a:r>
              <a:rPr lang="en-US" altLang="vi-VN" sz="1800" dirty="0"/>
              <a:t> </a:t>
            </a:r>
            <a:r>
              <a:rPr lang="en-US" altLang="vi-VN" sz="1800" dirty="0" err="1"/>
              <a:t>chu</a:t>
            </a:r>
            <a:r>
              <a:rPr lang="en-US" altLang="vi-VN" sz="1800" dirty="0"/>
              <a:t> </a:t>
            </a:r>
            <a:r>
              <a:rPr lang="en-US" altLang="vi-VN" sz="1800" dirty="0" err="1"/>
              <a:t>trình</a:t>
            </a:r>
            <a:r>
              <a:rPr lang="en-US" altLang="vi-VN" sz="1800" dirty="0"/>
              <a:t> Hamilton</a:t>
            </a:r>
          </a:p>
          <a:p>
            <a:pPr marL="1131888" lvl="2" indent="-438150" eaLnBrk="1" hangingPunct="1"/>
            <a:endParaRPr lang="en-US" altLang="vi-VN" sz="2100" dirty="0"/>
          </a:p>
        </p:txBody>
      </p:sp>
      <p:pic>
        <p:nvPicPr>
          <p:cNvPr id="23557" name="Picture 16" descr="Problem Input"/>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715000" y="1830388"/>
            <a:ext cx="1905000" cy="1905000"/>
          </a:xfrm>
          <a:noFill/>
        </p:spPr>
      </p:pic>
      <p:pic>
        <p:nvPicPr>
          <p:cNvPr id="171027" name="Picture 19" descr="Problem Output"/>
          <p:cNvPicPr>
            <a:picLocks noGrp="1" noChangeAspect="1" noChangeArrowheads="1"/>
          </p:cNvPicPr>
          <p:nvPr>
            <p:ph sz="quarter" idx="3"/>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a:xfrm>
            <a:off x="5715000" y="4113213"/>
            <a:ext cx="1905000" cy="1905000"/>
          </a:xfrm>
          <a:noFill/>
        </p:spPr>
      </p:pic>
      <p:sp>
        <p:nvSpPr>
          <p:cNvPr id="23559"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nodeType="clickEffect">
                                  <p:stCondLst>
                                    <p:cond delay="0"/>
                                  </p:stCondLst>
                                  <p:childTnLst>
                                    <p:set>
                                      <p:cBhvr>
                                        <p:cTn id="6" dur="1" fill="hold">
                                          <p:stCondLst>
                                            <p:cond delay="0"/>
                                          </p:stCondLst>
                                        </p:cTn>
                                        <p:tgtEl>
                                          <p:spTgt spid="171027"/>
                                        </p:tgtEl>
                                        <p:attrNameLst>
                                          <p:attrName>style.visibility</p:attrName>
                                        </p:attrNameLst>
                                      </p:cBhvr>
                                      <p:to>
                                        <p:strVal val="visible"/>
                                      </p:to>
                                    </p:set>
                                    <p:animEffect transition="in" filter="strips(downLeft)">
                                      <p:cBhvr>
                                        <p:cTn id="7" dur="500"/>
                                        <p:tgtEl>
                                          <p:spTgt spid="17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0FF6A04-EF81-483C-8B5A-072278D15C90}" type="slidenum">
              <a:rPr lang="en-US" altLang="en-US" sz="1000" smtClean="0"/>
              <a:pPr>
                <a:spcBef>
                  <a:spcPct val="0"/>
                </a:spcBef>
                <a:buClrTx/>
                <a:buSzTx/>
                <a:buFontTx/>
                <a:buNone/>
              </a:pPr>
              <a:t>20</a:t>
            </a:fld>
            <a:endParaRPr lang="en-US" altLang="en-US" sz="1000"/>
          </a:p>
        </p:txBody>
      </p:sp>
      <p:sp>
        <p:nvSpPr>
          <p:cNvPr id="24579" name="Rectangle 2"/>
          <p:cNvSpPr>
            <a:spLocks noGrp="1" noChangeArrowheads="1"/>
          </p:cNvSpPr>
          <p:nvPr>
            <p:ph type="title"/>
          </p:nvPr>
        </p:nvSpPr>
        <p:spPr/>
        <p:txBody>
          <a:bodyPr/>
          <a:lstStyle/>
          <a:p>
            <a:pPr eaLnBrk="1" hangingPunct="1"/>
            <a:r>
              <a:rPr lang="en-US" altLang="vi-VN"/>
              <a:t>Chu trình &amp; đường đi Hamilton</a:t>
            </a:r>
          </a:p>
        </p:txBody>
      </p:sp>
      <p:sp>
        <p:nvSpPr>
          <p:cNvPr id="24580"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Điều kiện đủ</a:t>
            </a:r>
          </a:p>
          <a:p>
            <a:pPr marL="1131888" lvl="2" indent="-438150" eaLnBrk="1" hangingPunct="1"/>
            <a:r>
              <a:rPr lang="en-US" altLang="vi-VN"/>
              <a:t>Định lý Ore (1960)</a:t>
            </a:r>
          </a:p>
          <a:p>
            <a:pPr marL="1370013" lvl="3" indent="-381000" eaLnBrk="1" hangingPunct="1"/>
            <a:r>
              <a:rPr lang="en-US" altLang="vi-VN"/>
              <a:t>Cho G = (V, E) là một </a:t>
            </a:r>
            <a:r>
              <a:rPr lang="en-US" altLang="vi-VN">
                <a:solidFill>
                  <a:srgbClr val="FF0000"/>
                </a:solidFill>
              </a:rPr>
              <a:t>đơn đồ thị liên thông</a:t>
            </a:r>
          </a:p>
          <a:p>
            <a:pPr marL="1663700" lvl="4" indent="-381000" eaLnBrk="1" hangingPunct="1"/>
            <a:r>
              <a:rPr lang="en-US" altLang="vi-VN"/>
              <a:t>|V| = n </a:t>
            </a:r>
            <a:r>
              <a:rPr lang="en-US" altLang="vi-VN">
                <a:sym typeface="Symbol" panose="05050102010706020507" pitchFamily="18" charset="2"/>
              </a:rPr>
              <a:t></a:t>
            </a:r>
            <a:r>
              <a:rPr lang="en-US" altLang="vi-VN"/>
              <a:t> 3</a:t>
            </a:r>
          </a:p>
          <a:p>
            <a:pPr marL="1663700" lvl="4" indent="-381000" eaLnBrk="1" hangingPunct="1"/>
            <a:r>
              <a:rPr lang="en-US" altLang="vi-VN"/>
              <a:t>deg(v) + deg(w) </a:t>
            </a:r>
            <a:r>
              <a:rPr lang="en-US" altLang="vi-VN">
                <a:sym typeface="Symbol" panose="05050102010706020507" pitchFamily="18" charset="2"/>
              </a:rPr>
              <a:t> n, với mọi cặp đỉnh không liền kề v, w</a:t>
            </a:r>
          </a:p>
          <a:p>
            <a:pPr marL="1370013" lvl="3" indent="-381000" eaLnBrk="1" hangingPunct="1">
              <a:buFont typeface="Wingdings" panose="05000000000000000000" pitchFamily="2" charset="2"/>
              <a:buNone/>
            </a:pPr>
            <a:r>
              <a:rPr lang="en-US" altLang="vi-VN">
                <a:sym typeface="Symbol" panose="05050102010706020507" pitchFamily="18" charset="2"/>
              </a:rPr>
              <a:t>Khi đó G có chu trình Hamilton</a:t>
            </a:r>
          </a:p>
          <a:p>
            <a:pPr marL="1131888" lvl="2" indent="-438150" eaLnBrk="1" hangingPunct="1">
              <a:buFont typeface="Wingdings" panose="05000000000000000000" pitchFamily="2" charset="2"/>
              <a:buNone/>
            </a:pPr>
            <a:endParaRPr lang="en-US" altLang="vi-VN"/>
          </a:p>
        </p:txBody>
      </p:sp>
      <p:sp>
        <p:nvSpPr>
          <p:cNvPr id="24581"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DC25DA9-275C-4A97-B66B-D1FD42558769}" type="slidenum">
              <a:rPr lang="en-US" altLang="en-US" sz="1000" smtClean="0"/>
              <a:pPr>
                <a:spcBef>
                  <a:spcPct val="0"/>
                </a:spcBef>
                <a:buClrTx/>
                <a:buSzTx/>
                <a:buFontTx/>
                <a:buNone/>
              </a:pPr>
              <a:t>21</a:t>
            </a:fld>
            <a:endParaRPr lang="en-US" altLang="en-US" sz="1000"/>
          </a:p>
        </p:txBody>
      </p:sp>
      <p:sp>
        <p:nvSpPr>
          <p:cNvPr id="25603" name="Rectangle 2"/>
          <p:cNvSpPr>
            <a:spLocks noGrp="1" noChangeArrowheads="1"/>
          </p:cNvSpPr>
          <p:nvPr>
            <p:ph type="title"/>
          </p:nvPr>
        </p:nvSpPr>
        <p:spPr/>
        <p:txBody>
          <a:bodyPr/>
          <a:lstStyle/>
          <a:p>
            <a:pPr eaLnBrk="1" hangingPunct="1"/>
            <a:r>
              <a:rPr lang="en-US" altLang="vi-VN"/>
              <a:t>Chu trình &amp; đường đi Hamilton</a:t>
            </a:r>
          </a:p>
        </p:txBody>
      </p:sp>
      <p:sp>
        <p:nvSpPr>
          <p:cNvPr id="25604"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Điều kiện đủ</a:t>
            </a:r>
          </a:p>
          <a:p>
            <a:pPr marL="1131888" lvl="2" indent="-438150" eaLnBrk="1" hangingPunct="1"/>
            <a:r>
              <a:rPr lang="en-US" altLang="vi-VN" i="1"/>
              <a:t>Hệ quả (Định lý Dirac-1952)</a:t>
            </a:r>
            <a:endParaRPr lang="en-US" altLang="vi-VN"/>
          </a:p>
          <a:p>
            <a:pPr marL="1370013" lvl="3" indent="-381000" eaLnBrk="1" hangingPunct="1"/>
            <a:r>
              <a:rPr lang="en-US" altLang="vi-VN"/>
              <a:t>Cho G = (V, E) là một đơn đồ thị</a:t>
            </a:r>
          </a:p>
          <a:p>
            <a:pPr marL="1663700" lvl="4" indent="-381000" eaLnBrk="1" hangingPunct="1"/>
            <a:r>
              <a:rPr lang="en-US" altLang="vi-VN"/>
              <a:t>|V| = n  </a:t>
            </a:r>
            <a:r>
              <a:rPr lang="en-US" altLang="vi-VN">
                <a:sym typeface="Symbol" panose="05050102010706020507" pitchFamily="18" charset="2"/>
              </a:rPr>
              <a:t></a:t>
            </a:r>
            <a:r>
              <a:rPr lang="en-US" altLang="vi-VN"/>
              <a:t> 3</a:t>
            </a:r>
          </a:p>
          <a:p>
            <a:pPr marL="1663700" lvl="4" indent="-381000" eaLnBrk="1" hangingPunct="1"/>
            <a:r>
              <a:rPr lang="en-US" altLang="vi-VN"/>
              <a:t>deg(v) </a:t>
            </a:r>
            <a:r>
              <a:rPr lang="en-US" altLang="vi-VN">
                <a:sym typeface="Symbol" panose="05050102010706020507" pitchFamily="18" charset="2"/>
              </a:rPr>
              <a:t> n/2, vV</a:t>
            </a:r>
          </a:p>
          <a:p>
            <a:pPr marL="1370013" lvl="3" indent="-381000" eaLnBrk="1" hangingPunct="1">
              <a:buFont typeface="Wingdings" panose="05000000000000000000" pitchFamily="2" charset="2"/>
              <a:buNone/>
            </a:pPr>
            <a:r>
              <a:rPr lang="en-US" altLang="vi-VN">
                <a:sym typeface="Symbol" panose="05050102010706020507" pitchFamily="18" charset="2"/>
              </a:rPr>
              <a:t>Khi đó G có chu trình Hamilton</a:t>
            </a:r>
          </a:p>
        </p:txBody>
      </p:sp>
      <p:sp>
        <p:nvSpPr>
          <p:cNvPr id="25605"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17181F4-A9B6-45D7-9CE2-2B9B6E64873C}" type="slidenum">
              <a:rPr lang="en-US" altLang="en-US" sz="1000" smtClean="0"/>
              <a:pPr>
                <a:spcBef>
                  <a:spcPct val="0"/>
                </a:spcBef>
                <a:buClrTx/>
                <a:buSzTx/>
                <a:buFontTx/>
                <a:buNone/>
              </a:pPr>
              <a:t>22</a:t>
            </a:fld>
            <a:endParaRPr lang="en-US" altLang="en-US" sz="1000"/>
          </a:p>
        </p:txBody>
      </p:sp>
      <p:sp>
        <p:nvSpPr>
          <p:cNvPr id="26627" name="Rectangle 2"/>
          <p:cNvSpPr>
            <a:spLocks noGrp="1" noChangeArrowheads="1"/>
          </p:cNvSpPr>
          <p:nvPr>
            <p:ph type="title"/>
          </p:nvPr>
        </p:nvSpPr>
        <p:spPr/>
        <p:txBody>
          <a:bodyPr/>
          <a:lstStyle/>
          <a:p>
            <a:pPr eaLnBrk="1" hangingPunct="1"/>
            <a:r>
              <a:rPr lang="en-US" altLang="vi-VN"/>
              <a:t>Chu trình &amp; đường đi Hamilton</a:t>
            </a:r>
          </a:p>
        </p:txBody>
      </p:sp>
      <p:sp>
        <p:nvSpPr>
          <p:cNvPr id="26628"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Điều kiện đủ</a:t>
            </a:r>
          </a:p>
          <a:p>
            <a:pPr marL="1131888" lvl="2" indent="-438150" eaLnBrk="1" hangingPunct="1"/>
            <a:r>
              <a:rPr lang="en-US" altLang="vi-VN"/>
              <a:t>Định lý Pósa</a:t>
            </a:r>
          </a:p>
          <a:p>
            <a:pPr marL="1370013" lvl="3" indent="-381000" eaLnBrk="1" hangingPunct="1"/>
            <a:r>
              <a:rPr lang="en-US" altLang="vi-VN"/>
              <a:t>Cho G = (V, E) là một đơn đồ thị, |V| = n  </a:t>
            </a:r>
            <a:r>
              <a:rPr lang="en-US" altLang="vi-VN">
                <a:sym typeface="Symbol" panose="05050102010706020507" pitchFamily="18" charset="2"/>
              </a:rPr>
              <a:t></a:t>
            </a:r>
            <a:r>
              <a:rPr lang="en-US" altLang="vi-VN"/>
              <a:t> 3</a:t>
            </a:r>
          </a:p>
          <a:p>
            <a:pPr marL="1663700" lvl="4" indent="-381000" eaLnBrk="1" hangingPunct="1"/>
            <a:r>
              <a:rPr lang="en-US" altLang="vi-VN"/>
              <a:t>|{v</a:t>
            </a:r>
            <a:r>
              <a:rPr lang="en-US" altLang="vi-VN">
                <a:sym typeface="Symbol" panose="05050102010706020507" pitchFamily="18" charset="2"/>
              </a:rPr>
              <a:t></a:t>
            </a:r>
            <a:r>
              <a:rPr lang="en-US" altLang="vi-VN"/>
              <a:t>V: deg(v) </a:t>
            </a:r>
            <a:r>
              <a:rPr lang="en-US" altLang="vi-VN">
                <a:sym typeface="Symbol" panose="05050102010706020507" pitchFamily="18" charset="2"/>
              </a:rPr>
              <a:t></a:t>
            </a:r>
            <a:r>
              <a:rPr lang="en-US" altLang="vi-VN"/>
              <a:t> k}| </a:t>
            </a:r>
            <a:r>
              <a:rPr lang="en-US" altLang="vi-VN">
                <a:sym typeface="Symbol" panose="05050102010706020507" pitchFamily="18" charset="2"/>
              </a:rPr>
              <a:t></a:t>
            </a:r>
            <a:r>
              <a:rPr lang="en-US" altLang="vi-VN"/>
              <a:t> k-1 </a:t>
            </a:r>
            <a:r>
              <a:rPr lang="en-US" altLang="vi-VN">
                <a:sym typeface="Symbol" panose="05050102010706020507" pitchFamily="18" charset="2"/>
              </a:rPr>
              <a:t> k  [1, (n-1)/2)</a:t>
            </a:r>
          </a:p>
          <a:p>
            <a:pPr marL="1663700" lvl="4" indent="-381000" eaLnBrk="1" hangingPunct="1"/>
            <a:r>
              <a:rPr lang="en-US" altLang="vi-VN"/>
              <a:t>|{v</a:t>
            </a:r>
            <a:r>
              <a:rPr lang="en-US" altLang="vi-VN">
                <a:sym typeface="Symbol" panose="05050102010706020507" pitchFamily="18" charset="2"/>
              </a:rPr>
              <a:t></a:t>
            </a:r>
            <a:r>
              <a:rPr lang="en-US" altLang="vi-VN"/>
              <a:t>V: deg(v) </a:t>
            </a:r>
            <a:r>
              <a:rPr lang="en-US" altLang="vi-VN">
                <a:sym typeface="Symbol" panose="05050102010706020507" pitchFamily="18" charset="2"/>
              </a:rPr>
              <a:t></a:t>
            </a:r>
            <a:r>
              <a:rPr lang="en-US" altLang="vi-VN"/>
              <a:t> (n-1)/2}| </a:t>
            </a:r>
            <a:r>
              <a:rPr lang="en-US" altLang="vi-VN">
                <a:sym typeface="Symbol" panose="05050102010706020507" pitchFamily="18" charset="2"/>
              </a:rPr>
              <a:t></a:t>
            </a:r>
            <a:r>
              <a:rPr lang="en-US" altLang="vi-VN"/>
              <a:t> (n-1)/2, nếu </a:t>
            </a:r>
            <a:r>
              <a:rPr lang="en-US" altLang="vi-VN" i="1"/>
              <a:t>n </a:t>
            </a:r>
            <a:r>
              <a:rPr lang="en-US" altLang="vi-VN"/>
              <a:t>lẻ</a:t>
            </a:r>
            <a:endParaRPr lang="en-US" altLang="vi-VN">
              <a:sym typeface="Symbol" panose="05050102010706020507" pitchFamily="18" charset="2"/>
            </a:endParaRPr>
          </a:p>
          <a:p>
            <a:pPr marL="1370013" lvl="3" indent="-381000" eaLnBrk="1" hangingPunct="1">
              <a:buFont typeface="Wingdings" panose="05000000000000000000" pitchFamily="2" charset="2"/>
              <a:buNone/>
            </a:pPr>
            <a:r>
              <a:rPr lang="en-US" altLang="vi-VN">
                <a:sym typeface="Symbol" panose="05050102010706020507" pitchFamily="18" charset="2"/>
              </a:rPr>
              <a:t>Khi đó G có chu trình Hamilton</a:t>
            </a:r>
          </a:p>
          <a:p>
            <a:pPr marL="1370013" lvl="3" indent="-381000" eaLnBrk="1" hangingPunct="1"/>
            <a:endParaRPr lang="en-US" altLang="vi-VN"/>
          </a:p>
          <a:p>
            <a:pPr marL="1131888" lvl="2" indent="-438150" eaLnBrk="1" hangingPunct="1"/>
            <a:endParaRPr lang="en-US" altLang="vi-VN"/>
          </a:p>
        </p:txBody>
      </p:sp>
      <p:sp>
        <p:nvSpPr>
          <p:cNvPr id="26629"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3ACAE55-2AE1-474D-8758-60979B035BA1}" type="slidenum">
              <a:rPr lang="en-US" altLang="en-US" sz="1000" smtClean="0"/>
              <a:pPr>
                <a:spcBef>
                  <a:spcPct val="0"/>
                </a:spcBef>
                <a:buClrTx/>
                <a:buSzTx/>
                <a:buFontTx/>
                <a:buNone/>
              </a:pPr>
              <a:t>23</a:t>
            </a:fld>
            <a:endParaRPr lang="en-US" altLang="en-US" sz="1000"/>
          </a:p>
        </p:txBody>
      </p:sp>
      <p:sp>
        <p:nvSpPr>
          <p:cNvPr id="27651" name="Rectangle 2"/>
          <p:cNvSpPr>
            <a:spLocks noGrp="1" noChangeArrowheads="1"/>
          </p:cNvSpPr>
          <p:nvPr>
            <p:ph type="title"/>
          </p:nvPr>
        </p:nvSpPr>
        <p:spPr/>
        <p:txBody>
          <a:bodyPr/>
          <a:lstStyle/>
          <a:p>
            <a:pPr eaLnBrk="1" hangingPunct="1"/>
            <a:r>
              <a:rPr lang="en-US" altLang="vi-VN"/>
              <a:t>Chu trình &amp; đường đi Hamilton</a:t>
            </a:r>
          </a:p>
        </p:txBody>
      </p:sp>
      <p:sp>
        <p:nvSpPr>
          <p:cNvPr id="27652"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Điều kiện đủ</a:t>
            </a:r>
          </a:p>
          <a:p>
            <a:pPr marL="1131888" lvl="2" indent="-438150" eaLnBrk="1" hangingPunct="1"/>
            <a:r>
              <a:rPr lang="en-US" altLang="vi-VN"/>
              <a:t>Ví dụ</a:t>
            </a:r>
            <a:endParaRPr lang="en-US" altLang="vi-VN" i="1"/>
          </a:p>
          <a:p>
            <a:pPr marL="1370013" lvl="3" indent="-381000" eaLnBrk="1" hangingPunct="1"/>
            <a:endParaRPr lang="en-US" altLang="vi-VN"/>
          </a:p>
          <a:p>
            <a:pPr marL="1131888" lvl="2" indent="-438150" eaLnBrk="1" hangingPunct="1"/>
            <a:endParaRPr lang="en-US" altLang="vi-VN"/>
          </a:p>
        </p:txBody>
      </p:sp>
      <p:sp>
        <p:nvSpPr>
          <p:cNvPr id="27653" name="Rectangle 4"/>
          <p:cNvSpPr>
            <a:spLocks noChangeArrowheads="1"/>
          </p:cNvSpPr>
          <p:nvPr/>
        </p:nvSpPr>
        <p:spPr bwMode="auto">
          <a:xfrm>
            <a:off x="2514600" y="3581400"/>
            <a:ext cx="4343400" cy="1524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
        <p:nvSpPr>
          <p:cNvPr id="27654" name="Line 6"/>
          <p:cNvSpPr>
            <a:spLocks noChangeShapeType="1"/>
          </p:cNvSpPr>
          <p:nvPr/>
        </p:nvSpPr>
        <p:spPr bwMode="auto">
          <a:xfrm>
            <a:off x="2514600" y="3581400"/>
            <a:ext cx="1143000" cy="1524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7655" name="Line 7"/>
          <p:cNvSpPr>
            <a:spLocks noChangeShapeType="1"/>
          </p:cNvSpPr>
          <p:nvPr/>
        </p:nvSpPr>
        <p:spPr bwMode="auto">
          <a:xfrm flipV="1">
            <a:off x="2514600" y="3581400"/>
            <a:ext cx="1371600" cy="1524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7656" name="Line 8"/>
          <p:cNvSpPr>
            <a:spLocks noChangeShapeType="1"/>
          </p:cNvSpPr>
          <p:nvPr/>
        </p:nvSpPr>
        <p:spPr bwMode="auto">
          <a:xfrm>
            <a:off x="5715000" y="3581400"/>
            <a:ext cx="1143000" cy="1524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7657" name="Line 9"/>
          <p:cNvSpPr>
            <a:spLocks noChangeShapeType="1"/>
          </p:cNvSpPr>
          <p:nvPr/>
        </p:nvSpPr>
        <p:spPr bwMode="auto">
          <a:xfrm flipV="1">
            <a:off x="5486400" y="3581400"/>
            <a:ext cx="1371600" cy="1524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7658"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F8C7481-B959-4E3C-AD0C-E1730BAD1A36}" type="slidenum">
              <a:rPr lang="en-US" altLang="en-US" sz="1000" smtClean="0"/>
              <a:pPr>
                <a:spcBef>
                  <a:spcPct val="0"/>
                </a:spcBef>
                <a:buClrTx/>
                <a:buSzTx/>
                <a:buFontTx/>
                <a:buNone/>
              </a:pPr>
              <a:t>24</a:t>
            </a:fld>
            <a:endParaRPr lang="en-US" altLang="en-US" sz="1000"/>
          </a:p>
        </p:txBody>
      </p:sp>
      <p:sp>
        <p:nvSpPr>
          <p:cNvPr id="28675" name="Rectangle 2"/>
          <p:cNvSpPr>
            <a:spLocks noGrp="1" noChangeArrowheads="1"/>
          </p:cNvSpPr>
          <p:nvPr>
            <p:ph type="title"/>
          </p:nvPr>
        </p:nvSpPr>
        <p:spPr/>
        <p:txBody>
          <a:bodyPr/>
          <a:lstStyle/>
          <a:p>
            <a:pPr eaLnBrk="1" hangingPunct="1"/>
            <a:r>
              <a:rPr lang="en-US" altLang="vi-VN"/>
              <a:t>Chu trình &amp; đường đi Hamilton</a:t>
            </a:r>
          </a:p>
        </p:txBody>
      </p:sp>
      <p:sp>
        <p:nvSpPr>
          <p:cNvPr id="29700"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Phương pháp tìm chu trình Hamilton</a:t>
            </a:r>
          </a:p>
          <a:p>
            <a:pPr marL="1370013" lvl="3" indent="-381000" eaLnBrk="1" hangingPunct="1"/>
            <a:r>
              <a:rPr lang="en-US" altLang="vi-VN">
                <a:solidFill>
                  <a:schemeClr val="tx2"/>
                </a:solidFill>
              </a:rPr>
              <a:t>Qui tắc 1:</a:t>
            </a:r>
            <a:r>
              <a:rPr lang="en-US" altLang="vi-VN"/>
              <a:t> Nếu tồn tại một đỉnh v của G có  d(v)&lt;=1 thì đồ thị G không có chu trình Hamilton.</a:t>
            </a:r>
          </a:p>
          <a:p>
            <a:pPr marL="1370013" lvl="3" indent="-381000" eaLnBrk="1" hangingPunct="1"/>
            <a:r>
              <a:rPr lang="en-US" altLang="vi-VN">
                <a:solidFill>
                  <a:schemeClr val="tx2"/>
                </a:solidFill>
              </a:rPr>
              <a:t>Qui tắc 2:</a:t>
            </a:r>
            <a:r>
              <a:rPr lang="en-US" altLang="vi-VN"/>
              <a:t>  Nếu đỉnh v có bậc là 2 thì cả 2 cạnh tới v đều phải thuộc chu trình Hamilton.</a:t>
            </a:r>
          </a:p>
          <a:p>
            <a:pPr marL="1370013" lvl="3" indent="-381000" eaLnBrk="1" hangingPunct="1"/>
            <a:r>
              <a:rPr lang="en-US" altLang="vi-VN">
                <a:solidFill>
                  <a:schemeClr val="tx2"/>
                </a:solidFill>
              </a:rPr>
              <a:t>Qui tắc 3:</a:t>
            </a:r>
            <a:r>
              <a:rPr lang="en-US" altLang="vi-VN"/>
              <a:t> Chu trình Hamilton không chứa bất kỳ chu trình con thực sự nào.</a:t>
            </a:r>
          </a:p>
          <a:p>
            <a:pPr marL="1370013" lvl="3" indent="-381000" algn="just" eaLnBrk="1" hangingPunct="1"/>
            <a:r>
              <a:rPr lang="en-US" altLang="vi-VN">
                <a:solidFill>
                  <a:schemeClr val="tx2"/>
                </a:solidFill>
              </a:rPr>
              <a:t>Qui tắc 4:</a:t>
            </a:r>
            <a:r>
              <a:rPr lang="en-US" altLang="vi-VN"/>
              <a:t> Trong quá trình xây dựng chu trình Hamilton, sau khi đã lấy 2 cạnh tới một đỉnh v đặt vào chu trình Hamilton rồi thì không thể lấy thêm cạnh nào tới v nữa, do đó có thể xóa mọi cạnh còn lại tới v.</a:t>
            </a:r>
          </a:p>
        </p:txBody>
      </p:sp>
      <p:sp>
        <p:nvSpPr>
          <p:cNvPr id="28677"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animEffect transition="in" filter="blinds(horizontal)">
                                      <p:cBhvr>
                                        <p:cTn id="7" dur="500"/>
                                        <p:tgtEl>
                                          <p:spTgt spid="29700">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9700">
                                            <p:txEl>
                                              <p:pRg st="1" end="1"/>
                                            </p:txEl>
                                          </p:spTgt>
                                        </p:tgtEl>
                                        <p:attrNameLst>
                                          <p:attrName>style.visibility</p:attrName>
                                        </p:attrNameLst>
                                      </p:cBhvr>
                                      <p:to>
                                        <p:strVal val="visible"/>
                                      </p:to>
                                    </p:set>
                                    <p:animEffect transition="in" filter="blinds(horizontal)">
                                      <p:cBhvr>
                                        <p:cTn id="10" dur="500"/>
                                        <p:tgtEl>
                                          <p:spTgt spid="29700">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9700">
                                            <p:txEl>
                                              <p:pRg st="2" end="2"/>
                                            </p:txEl>
                                          </p:spTgt>
                                        </p:tgtEl>
                                        <p:attrNameLst>
                                          <p:attrName>style.visibility</p:attrName>
                                        </p:attrNameLst>
                                      </p:cBhvr>
                                      <p:to>
                                        <p:strVal val="visible"/>
                                      </p:to>
                                    </p:set>
                                    <p:animEffect transition="in" filter="blinds(horizontal)">
                                      <p:cBhvr>
                                        <p:cTn id="13" dur="500"/>
                                        <p:tgtEl>
                                          <p:spTgt spid="29700">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9700">
                                            <p:txEl>
                                              <p:pRg st="3" end="3"/>
                                            </p:txEl>
                                          </p:spTgt>
                                        </p:tgtEl>
                                        <p:attrNameLst>
                                          <p:attrName>style.visibility</p:attrName>
                                        </p:attrNameLst>
                                      </p:cBhvr>
                                      <p:to>
                                        <p:strVal val="visible"/>
                                      </p:to>
                                    </p:set>
                                    <p:animEffect transition="in" filter="blinds(horizontal)">
                                      <p:cBhvr>
                                        <p:cTn id="18" dur="500"/>
                                        <p:tgtEl>
                                          <p:spTgt spid="29700">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9700">
                                            <p:txEl>
                                              <p:pRg st="4" end="4"/>
                                            </p:txEl>
                                          </p:spTgt>
                                        </p:tgtEl>
                                        <p:attrNameLst>
                                          <p:attrName>style.visibility</p:attrName>
                                        </p:attrNameLst>
                                      </p:cBhvr>
                                      <p:to>
                                        <p:strVal val="visible"/>
                                      </p:to>
                                    </p:set>
                                    <p:animEffect transition="in" filter="blinds(horizontal)">
                                      <p:cBhvr>
                                        <p:cTn id="23" dur="500"/>
                                        <p:tgtEl>
                                          <p:spTgt spid="29700">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9700">
                                            <p:txEl>
                                              <p:pRg st="5" end="5"/>
                                            </p:txEl>
                                          </p:spTgt>
                                        </p:tgtEl>
                                        <p:attrNameLst>
                                          <p:attrName>style.visibility</p:attrName>
                                        </p:attrNameLst>
                                      </p:cBhvr>
                                      <p:to>
                                        <p:strVal val="visible"/>
                                      </p:to>
                                    </p:set>
                                    <p:animEffect transition="in" filter="blinds(horizontal)">
                                      <p:cBhvr>
                                        <p:cTn id="28" dur="500"/>
                                        <p:tgtEl>
                                          <p:spTgt spid="2970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A395DEE-27AB-45BE-A207-38C005C2BA62}" type="slidenum">
              <a:rPr lang="en-US" altLang="en-US" sz="1000" smtClean="0"/>
              <a:pPr>
                <a:spcBef>
                  <a:spcPct val="0"/>
                </a:spcBef>
                <a:buClrTx/>
                <a:buSzTx/>
                <a:buFontTx/>
                <a:buNone/>
              </a:pPr>
              <a:t>25</a:t>
            </a:fld>
            <a:endParaRPr lang="en-US" altLang="en-US" sz="1000"/>
          </a:p>
        </p:txBody>
      </p:sp>
      <p:sp>
        <p:nvSpPr>
          <p:cNvPr id="29699" name="Rectangle 2"/>
          <p:cNvSpPr>
            <a:spLocks noGrp="1" noChangeArrowheads="1"/>
          </p:cNvSpPr>
          <p:nvPr>
            <p:ph type="title"/>
          </p:nvPr>
        </p:nvSpPr>
        <p:spPr/>
        <p:txBody>
          <a:bodyPr/>
          <a:lstStyle/>
          <a:p>
            <a:pPr eaLnBrk="1" hangingPunct="1"/>
            <a:r>
              <a:rPr lang="en-US" altLang="vi-VN"/>
              <a:t>Chu trình &amp; đường đi Hamilton</a:t>
            </a:r>
          </a:p>
        </p:txBody>
      </p:sp>
      <p:sp>
        <p:nvSpPr>
          <p:cNvPr id="29700"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Phương pháp tìm chu trình Hamilton</a:t>
            </a:r>
          </a:p>
          <a:p>
            <a:pPr marL="1131888" lvl="2" indent="-438150" eaLnBrk="1" hangingPunct="1"/>
            <a:r>
              <a:rPr lang="en-US" altLang="vi-VN"/>
              <a:t>Ví dụ 1: Tìm một chu trình Hamilton</a:t>
            </a:r>
          </a:p>
        </p:txBody>
      </p:sp>
      <p:sp>
        <p:nvSpPr>
          <p:cNvPr id="29701" name="Line 4"/>
          <p:cNvSpPr>
            <a:spLocks noChangeShapeType="1"/>
          </p:cNvSpPr>
          <p:nvPr/>
        </p:nvSpPr>
        <p:spPr bwMode="auto">
          <a:xfrm>
            <a:off x="2708275" y="3794125"/>
            <a:ext cx="1798638"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02" name="Line 5"/>
          <p:cNvSpPr>
            <a:spLocks noChangeShapeType="1"/>
          </p:cNvSpPr>
          <p:nvPr/>
        </p:nvSpPr>
        <p:spPr bwMode="auto">
          <a:xfrm>
            <a:off x="4506913" y="3794125"/>
            <a:ext cx="1797050"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03" name="Line 6"/>
          <p:cNvSpPr>
            <a:spLocks noChangeShapeType="1"/>
          </p:cNvSpPr>
          <p:nvPr/>
        </p:nvSpPr>
        <p:spPr bwMode="auto">
          <a:xfrm>
            <a:off x="4506913" y="5318125"/>
            <a:ext cx="1797050"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180231" name="Line 7"/>
          <p:cNvSpPr>
            <a:spLocks noChangeShapeType="1"/>
          </p:cNvSpPr>
          <p:nvPr/>
        </p:nvSpPr>
        <p:spPr bwMode="auto">
          <a:xfrm>
            <a:off x="2708275" y="5318125"/>
            <a:ext cx="1798638"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180235" name="Line 11"/>
          <p:cNvSpPr>
            <a:spLocks noChangeShapeType="1"/>
          </p:cNvSpPr>
          <p:nvPr/>
        </p:nvSpPr>
        <p:spPr bwMode="auto">
          <a:xfrm>
            <a:off x="2708275" y="4556125"/>
            <a:ext cx="1798638"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180236" name="Line 12"/>
          <p:cNvSpPr>
            <a:spLocks noChangeShapeType="1"/>
          </p:cNvSpPr>
          <p:nvPr/>
        </p:nvSpPr>
        <p:spPr bwMode="auto">
          <a:xfrm>
            <a:off x="4506913" y="4556125"/>
            <a:ext cx="1797050" cy="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07" name="Line 15"/>
          <p:cNvSpPr>
            <a:spLocks noChangeShapeType="1"/>
          </p:cNvSpPr>
          <p:nvPr/>
        </p:nvSpPr>
        <p:spPr bwMode="auto">
          <a:xfrm flipV="1">
            <a:off x="2708275" y="4556125"/>
            <a:ext cx="179863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80240" name="Line 16"/>
          <p:cNvSpPr>
            <a:spLocks noChangeShapeType="1"/>
          </p:cNvSpPr>
          <p:nvPr/>
        </p:nvSpPr>
        <p:spPr bwMode="auto">
          <a:xfrm flipV="1">
            <a:off x="4506913" y="3794125"/>
            <a:ext cx="179705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80241" name="Line 17"/>
          <p:cNvSpPr>
            <a:spLocks noChangeShapeType="1"/>
          </p:cNvSpPr>
          <p:nvPr/>
        </p:nvSpPr>
        <p:spPr bwMode="auto">
          <a:xfrm>
            <a:off x="2708275" y="3794125"/>
            <a:ext cx="1798638"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180242" name="Line 18"/>
          <p:cNvSpPr>
            <a:spLocks noChangeShapeType="1"/>
          </p:cNvSpPr>
          <p:nvPr/>
        </p:nvSpPr>
        <p:spPr bwMode="auto">
          <a:xfrm>
            <a:off x="4506913" y="4556125"/>
            <a:ext cx="179705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29711" name="Text Box 45"/>
          <p:cNvSpPr txBox="1">
            <a:spLocks noChangeArrowheads="1"/>
          </p:cNvSpPr>
          <p:nvPr/>
        </p:nvSpPr>
        <p:spPr bwMode="auto">
          <a:xfrm>
            <a:off x="2559050" y="3349625"/>
            <a:ext cx="3095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a</a:t>
            </a:r>
          </a:p>
        </p:txBody>
      </p:sp>
      <p:sp>
        <p:nvSpPr>
          <p:cNvPr id="29712" name="Text Box 46"/>
          <p:cNvSpPr txBox="1">
            <a:spLocks noChangeArrowheads="1"/>
          </p:cNvSpPr>
          <p:nvPr/>
        </p:nvSpPr>
        <p:spPr bwMode="auto">
          <a:xfrm>
            <a:off x="4370388" y="3321050"/>
            <a:ext cx="311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b</a:t>
            </a:r>
          </a:p>
        </p:txBody>
      </p:sp>
      <p:sp>
        <p:nvSpPr>
          <p:cNvPr id="29713" name="Text Box 47"/>
          <p:cNvSpPr txBox="1">
            <a:spLocks noChangeArrowheads="1"/>
          </p:cNvSpPr>
          <p:nvPr/>
        </p:nvSpPr>
        <p:spPr bwMode="auto">
          <a:xfrm>
            <a:off x="6154738" y="3321050"/>
            <a:ext cx="30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c</a:t>
            </a:r>
          </a:p>
        </p:txBody>
      </p:sp>
      <p:sp>
        <p:nvSpPr>
          <p:cNvPr id="29714" name="Text Box 48"/>
          <p:cNvSpPr txBox="1">
            <a:spLocks noChangeArrowheads="1"/>
          </p:cNvSpPr>
          <p:nvPr/>
        </p:nvSpPr>
        <p:spPr bwMode="auto">
          <a:xfrm>
            <a:off x="2547938" y="5346700"/>
            <a:ext cx="309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g</a:t>
            </a:r>
          </a:p>
        </p:txBody>
      </p:sp>
      <p:sp>
        <p:nvSpPr>
          <p:cNvPr id="29715" name="Text Box 49"/>
          <p:cNvSpPr txBox="1">
            <a:spLocks noChangeArrowheads="1"/>
          </p:cNvSpPr>
          <p:nvPr/>
        </p:nvSpPr>
        <p:spPr bwMode="auto">
          <a:xfrm>
            <a:off x="4359275" y="5318125"/>
            <a:ext cx="311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h</a:t>
            </a:r>
          </a:p>
        </p:txBody>
      </p:sp>
      <p:sp>
        <p:nvSpPr>
          <p:cNvPr id="29716" name="Text Box 50"/>
          <p:cNvSpPr txBox="1">
            <a:spLocks noChangeArrowheads="1"/>
          </p:cNvSpPr>
          <p:nvPr/>
        </p:nvSpPr>
        <p:spPr bwMode="auto">
          <a:xfrm>
            <a:off x="6143625" y="5318125"/>
            <a:ext cx="2349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i</a:t>
            </a:r>
          </a:p>
        </p:txBody>
      </p:sp>
      <p:sp>
        <p:nvSpPr>
          <p:cNvPr id="29717" name="Text Box 51"/>
          <p:cNvSpPr txBox="1">
            <a:spLocks noChangeArrowheads="1"/>
          </p:cNvSpPr>
          <p:nvPr/>
        </p:nvSpPr>
        <p:spPr bwMode="auto">
          <a:xfrm>
            <a:off x="2335213" y="4340225"/>
            <a:ext cx="309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d</a:t>
            </a:r>
          </a:p>
        </p:txBody>
      </p:sp>
      <p:sp>
        <p:nvSpPr>
          <p:cNvPr id="29718" name="Text Box 52"/>
          <p:cNvSpPr txBox="1">
            <a:spLocks noChangeArrowheads="1"/>
          </p:cNvSpPr>
          <p:nvPr/>
        </p:nvSpPr>
        <p:spPr bwMode="auto">
          <a:xfrm>
            <a:off x="4545013" y="4035425"/>
            <a:ext cx="3095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e</a:t>
            </a:r>
          </a:p>
        </p:txBody>
      </p:sp>
      <p:sp>
        <p:nvSpPr>
          <p:cNvPr id="29719" name="Text Box 53"/>
          <p:cNvSpPr txBox="1">
            <a:spLocks noChangeArrowheads="1"/>
          </p:cNvSpPr>
          <p:nvPr/>
        </p:nvSpPr>
        <p:spPr bwMode="auto">
          <a:xfrm>
            <a:off x="6303963" y="4264025"/>
            <a:ext cx="2492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f</a:t>
            </a:r>
          </a:p>
        </p:txBody>
      </p:sp>
      <p:sp>
        <p:nvSpPr>
          <p:cNvPr id="29720" name="Line 57"/>
          <p:cNvSpPr>
            <a:spLocks noChangeShapeType="1"/>
          </p:cNvSpPr>
          <p:nvPr/>
        </p:nvSpPr>
        <p:spPr bwMode="auto">
          <a:xfrm>
            <a:off x="2706688" y="3779838"/>
            <a:ext cx="0" cy="762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21" name="Line 58"/>
          <p:cNvSpPr>
            <a:spLocks noChangeShapeType="1"/>
          </p:cNvSpPr>
          <p:nvPr/>
        </p:nvSpPr>
        <p:spPr bwMode="auto">
          <a:xfrm>
            <a:off x="2706688" y="4541838"/>
            <a:ext cx="0" cy="762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180283" name="Line 59"/>
          <p:cNvSpPr>
            <a:spLocks noChangeShapeType="1"/>
          </p:cNvSpPr>
          <p:nvPr/>
        </p:nvSpPr>
        <p:spPr bwMode="auto">
          <a:xfrm>
            <a:off x="4502150" y="3779838"/>
            <a:ext cx="0" cy="762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23" name="Line 60"/>
          <p:cNvSpPr>
            <a:spLocks noChangeShapeType="1"/>
          </p:cNvSpPr>
          <p:nvPr/>
        </p:nvSpPr>
        <p:spPr bwMode="auto">
          <a:xfrm>
            <a:off x="4502150" y="4541838"/>
            <a:ext cx="0" cy="762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24" name="Line 61"/>
          <p:cNvSpPr>
            <a:spLocks noChangeShapeType="1"/>
          </p:cNvSpPr>
          <p:nvPr/>
        </p:nvSpPr>
        <p:spPr bwMode="auto">
          <a:xfrm>
            <a:off x="6302375" y="3779838"/>
            <a:ext cx="0" cy="762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25" name="Line 62"/>
          <p:cNvSpPr>
            <a:spLocks noChangeShapeType="1"/>
          </p:cNvSpPr>
          <p:nvPr/>
        </p:nvSpPr>
        <p:spPr bwMode="auto">
          <a:xfrm>
            <a:off x="6302375" y="4541838"/>
            <a:ext cx="0" cy="762000"/>
          </a:xfrm>
          <a:prstGeom prst="line">
            <a:avLst/>
          </a:prstGeom>
          <a:noFill/>
          <a:ln w="9525">
            <a:solidFill>
              <a:schemeClr val="tx1"/>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29726"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grpId="0" nodeType="clickEffect">
                                  <p:stCondLst>
                                    <p:cond delay="0"/>
                                  </p:stCondLst>
                                  <p:childTnLst>
                                    <p:anim calcmode="lin" valueType="num">
                                      <p:cBhvr additive="base">
                                        <p:cTn id="6" dur="500"/>
                                        <p:tgtEl>
                                          <p:spTgt spid="180241"/>
                                        </p:tgtEl>
                                        <p:attrNameLst>
                                          <p:attrName>ppt_x</p:attrName>
                                        </p:attrNameLst>
                                      </p:cBhvr>
                                      <p:tavLst>
                                        <p:tav tm="0">
                                          <p:val>
                                            <p:strVal val="ppt_x"/>
                                          </p:val>
                                        </p:tav>
                                        <p:tav tm="100000">
                                          <p:val>
                                            <p:strVal val="ppt_x"/>
                                          </p:val>
                                        </p:tav>
                                      </p:tavLst>
                                    </p:anim>
                                    <p:anim calcmode="lin" valueType="num">
                                      <p:cBhvr additive="base">
                                        <p:cTn id="7" dur="500"/>
                                        <p:tgtEl>
                                          <p:spTgt spid="180241"/>
                                        </p:tgtEl>
                                        <p:attrNameLst>
                                          <p:attrName>ppt_y</p:attrName>
                                        </p:attrNameLst>
                                      </p:cBhvr>
                                      <p:tavLst>
                                        <p:tav tm="0">
                                          <p:val>
                                            <p:strVal val="ppt_y"/>
                                          </p:val>
                                        </p:tav>
                                        <p:tav tm="100000">
                                          <p:val>
                                            <p:strVal val="1+ppt_h/2"/>
                                          </p:val>
                                        </p:tav>
                                      </p:tavLst>
                                    </p:anim>
                                    <p:set>
                                      <p:cBhvr>
                                        <p:cTn id="8" dur="1" fill="hold">
                                          <p:stCondLst>
                                            <p:cond delay="499"/>
                                          </p:stCondLst>
                                        </p:cTn>
                                        <p:tgtEl>
                                          <p:spTgt spid="180241"/>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xit" presetSubtype="4" fill="hold" grpId="0" nodeType="clickEffect">
                                  <p:stCondLst>
                                    <p:cond delay="0"/>
                                  </p:stCondLst>
                                  <p:childTnLst>
                                    <p:anim calcmode="lin" valueType="num">
                                      <p:cBhvr additive="base">
                                        <p:cTn id="12" dur="500"/>
                                        <p:tgtEl>
                                          <p:spTgt spid="180283"/>
                                        </p:tgtEl>
                                        <p:attrNameLst>
                                          <p:attrName>ppt_x</p:attrName>
                                        </p:attrNameLst>
                                      </p:cBhvr>
                                      <p:tavLst>
                                        <p:tav tm="0">
                                          <p:val>
                                            <p:strVal val="ppt_x"/>
                                          </p:val>
                                        </p:tav>
                                        <p:tav tm="100000">
                                          <p:val>
                                            <p:strVal val="ppt_x"/>
                                          </p:val>
                                        </p:tav>
                                      </p:tavLst>
                                    </p:anim>
                                    <p:anim calcmode="lin" valueType="num">
                                      <p:cBhvr additive="base">
                                        <p:cTn id="13" dur="500"/>
                                        <p:tgtEl>
                                          <p:spTgt spid="180283"/>
                                        </p:tgtEl>
                                        <p:attrNameLst>
                                          <p:attrName>ppt_y</p:attrName>
                                        </p:attrNameLst>
                                      </p:cBhvr>
                                      <p:tavLst>
                                        <p:tav tm="0">
                                          <p:val>
                                            <p:strVal val="ppt_y"/>
                                          </p:val>
                                        </p:tav>
                                        <p:tav tm="100000">
                                          <p:val>
                                            <p:strVal val="1+ppt_h/2"/>
                                          </p:val>
                                        </p:tav>
                                      </p:tavLst>
                                    </p:anim>
                                    <p:set>
                                      <p:cBhvr>
                                        <p:cTn id="14" dur="1" fill="hold">
                                          <p:stCondLst>
                                            <p:cond delay="499"/>
                                          </p:stCondLst>
                                        </p:cTn>
                                        <p:tgtEl>
                                          <p:spTgt spid="180283"/>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xit" presetSubtype="4" fill="hold" grpId="0" nodeType="clickEffect">
                                  <p:stCondLst>
                                    <p:cond delay="0"/>
                                  </p:stCondLst>
                                  <p:childTnLst>
                                    <p:anim calcmode="lin" valueType="num">
                                      <p:cBhvr additive="base">
                                        <p:cTn id="18" dur="500"/>
                                        <p:tgtEl>
                                          <p:spTgt spid="180240"/>
                                        </p:tgtEl>
                                        <p:attrNameLst>
                                          <p:attrName>ppt_x</p:attrName>
                                        </p:attrNameLst>
                                      </p:cBhvr>
                                      <p:tavLst>
                                        <p:tav tm="0">
                                          <p:val>
                                            <p:strVal val="ppt_x"/>
                                          </p:val>
                                        </p:tav>
                                        <p:tav tm="100000">
                                          <p:val>
                                            <p:strVal val="ppt_x"/>
                                          </p:val>
                                        </p:tav>
                                      </p:tavLst>
                                    </p:anim>
                                    <p:anim calcmode="lin" valueType="num">
                                      <p:cBhvr additive="base">
                                        <p:cTn id="19" dur="500"/>
                                        <p:tgtEl>
                                          <p:spTgt spid="180240"/>
                                        </p:tgtEl>
                                        <p:attrNameLst>
                                          <p:attrName>ppt_y</p:attrName>
                                        </p:attrNameLst>
                                      </p:cBhvr>
                                      <p:tavLst>
                                        <p:tav tm="0">
                                          <p:val>
                                            <p:strVal val="ppt_y"/>
                                          </p:val>
                                        </p:tav>
                                        <p:tav tm="100000">
                                          <p:val>
                                            <p:strVal val="1+ppt_h/2"/>
                                          </p:val>
                                        </p:tav>
                                      </p:tavLst>
                                    </p:anim>
                                    <p:set>
                                      <p:cBhvr>
                                        <p:cTn id="20" dur="1" fill="hold">
                                          <p:stCondLst>
                                            <p:cond delay="499"/>
                                          </p:stCondLst>
                                        </p:cTn>
                                        <p:tgtEl>
                                          <p:spTgt spid="180240"/>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xit" presetSubtype="4" fill="hold" grpId="0" nodeType="clickEffect">
                                  <p:stCondLst>
                                    <p:cond delay="0"/>
                                  </p:stCondLst>
                                  <p:childTnLst>
                                    <p:anim calcmode="lin" valueType="num">
                                      <p:cBhvr additive="base">
                                        <p:cTn id="24" dur="500"/>
                                        <p:tgtEl>
                                          <p:spTgt spid="180236"/>
                                        </p:tgtEl>
                                        <p:attrNameLst>
                                          <p:attrName>ppt_x</p:attrName>
                                        </p:attrNameLst>
                                      </p:cBhvr>
                                      <p:tavLst>
                                        <p:tav tm="0">
                                          <p:val>
                                            <p:strVal val="ppt_x"/>
                                          </p:val>
                                        </p:tav>
                                        <p:tav tm="100000">
                                          <p:val>
                                            <p:strVal val="ppt_x"/>
                                          </p:val>
                                        </p:tav>
                                      </p:tavLst>
                                    </p:anim>
                                    <p:anim calcmode="lin" valueType="num">
                                      <p:cBhvr additive="base">
                                        <p:cTn id="25" dur="500"/>
                                        <p:tgtEl>
                                          <p:spTgt spid="180236"/>
                                        </p:tgtEl>
                                        <p:attrNameLst>
                                          <p:attrName>ppt_y</p:attrName>
                                        </p:attrNameLst>
                                      </p:cBhvr>
                                      <p:tavLst>
                                        <p:tav tm="0">
                                          <p:val>
                                            <p:strVal val="ppt_y"/>
                                          </p:val>
                                        </p:tav>
                                        <p:tav tm="100000">
                                          <p:val>
                                            <p:strVal val="1+ppt_h/2"/>
                                          </p:val>
                                        </p:tav>
                                      </p:tavLst>
                                    </p:anim>
                                    <p:set>
                                      <p:cBhvr>
                                        <p:cTn id="26" dur="1" fill="hold">
                                          <p:stCondLst>
                                            <p:cond delay="499"/>
                                          </p:stCondLst>
                                        </p:cTn>
                                        <p:tgtEl>
                                          <p:spTgt spid="180236"/>
                                        </p:tgtEl>
                                        <p:attrNameLst>
                                          <p:attrName>style.visibility</p:attrName>
                                        </p:attrNameLst>
                                      </p:cBhvr>
                                      <p:to>
                                        <p:strVal val="hidden"/>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xit" presetSubtype="4" fill="hold" grpId="0" nodeType="clickEffect">
                                  <p:stCondLst>
                                    <p:cond delay="0"/>
                                  </p:stCondLst>
                                  <p:childTnLst>
                                    <p:anim calcmode="lin" valueType="num">
                                      <p:cBhvr additive="base">
                                        <p:cTn id="30" dur="500"/>
                                        <p:tgtEl>
                                          <p:spTgt spid="180242"/>
                                        </p:tgtEl>
                                        <p:attrNameLst>
                                          <p:attrName>ppt_x</p:attrName>
                                        </p:attrNameLst>
                                      </p:cBhvr>
                                      <p:tavLst>
                                        <p:tav tm="0">
                                          <p:val>
                                            <p:strVal val="ppt_x"/>
                                          </p:val>
                                        </p:tav>
                                        <p:tav tm="100000">
                                          <p:val>
                                            <p:strVal val="ppt_x"/>
                                          </p:val>
                                        </p:tav>
                                      </p:tavLst>
                                    </p:anim>
                                    <p:anim calcmode="lin" valueType="num">
                                      <p:cBhvr additive="base">
                                        <p:cTn id="31" dur="500"/>
                                        <p:tgtEl>
                                          <p:spTgt spid="180242"/>
                                        </p:tgtEl>
                                        <p:attrNameLst>
                                          <p:attrName>ppt_y</p:attrName>
                                        </p:attrNameLst>
                                      </p:cBhvr>
                                      <p:tavLst>
                                        <p:tav tm="0">
                                          <p:val>
                                            <p:strVal val="ppt_y"/>
                                          </p:val>
                                        </p:tav>
                                        <p:tav tm="100000">
                                          <p:val>
                                            <p:strVal val="1+ppt_h/2"/>
                                          </p:val>
                                        </p:tav>
                                      </p:tavLst>
                                    </p:anim>
                                    <p:set>
                                      <p:cBhvr>
                                        <p:cTn id="32" dur="1" fill="hold">
                                          <p:stCondLst>
                                            <p:cond delay="499"/>
                                          </p:stCondLst>
                                        </p:cTn>
                                        <p:tgtEl>
                                          <p:spTgt spid="180242"/>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xit" presetSubtype="4" fill="hold" grpId="0" nodeType="clickEffect">
                                  <p:stCondLst>
                                    <p:cond delay="0"/>
                                  </p:stCondLst>
                                  <p:childTnLst>
                                    <p:anim calcmode="lin" valueType="num">
                                      <p:cBhvr additive="base">
                                        <p:cTn id="36" dur="500"/>
                                        <p:tgtEl>
                                          <p:spTgt spid="180231"/>
                                        </p:tgtEl>
                                        <p:attrNameLst>
                                          <p:attrName>ppt_x</p:attrName>
                                        </p:attrNameLst>
                                      </p:cBhvr>
                                      <p:tavLst>
                                        <p:tav tm="0">
                                          <p:val>
                                            <p:strVal val="ppt_x"/>
                                          </p:val>
                                        </p:tav>
                                        <p:tav tm="100000">
                                          <p:val>
                                            <p:strVal val="ppt_x"/>
                                          </p:val>
                                        </p:tav>
                                      </p:tavLst>
                                    </p:anim>
                                    <p:anim calcmode="lin" valueType="num">
                                      <p:cBhvr additive="base">
                                        <p:cTn id="37" dur="500"/>
                                        <p:tgtEl>
                                          <p:spTgt spid="180231"/>
                                        </p:tgtEl>
                                        <p:attrNameLst>
                                          <p:attrName>ppt_y</p:attrName>
                                        </p:attrNameLst>
                                      </p:cBhvr>
                                      <p:tavLst>
                                        <p:tav tm="0">
                                          <p:val>
                                            <p:strVal val="ppt_y"/>
                                          </p:val>
                                        </p:tav>
                                        <p:tav tm="100000">
                                          <p:val>
                                            <p:strVal val="1+ppt_h/2"/>
                                          </p:val>
                                        </p:tav>
                                      </p:tavLst>
                                    </p:anim>
                                    <p:set>
                                      <p:cBhvr>
                                        <p:cTn id="38" dur="1" fill="hold">
                                          <p:stCondLst>
                                            <p:cond delay="499"/>
                                          </p:stCondLst>
                                        </p:cTn>
                                        <p:tgtEl>
                                          <p:spTgt spid="180231"/>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xit" presetSubtype="4" fill="hold" grpId="0" nodeType="clickEffect">
                                  <p:stCondLst>
                                    <p:cond delay="0"/>
                                  </p:stCondLst>
                                  <p:childTnLst>
                                    <p:anim calcmode="lin" valueType="num">
                                      <p:cBhvr additive="base">
                                        <p:cTn id="42" dur="500"/>
                                        <p:tgtEl>
                                          <p:spTgt spid="180235"/>
                                        </p:tgtEl>
                                        <p:attrNameLst>
                                          <p:attrName>ppt_x</p:attrName>
                                        </p:attrNameLst>
                                      </p:cBhvr>
                                      <p:tavLst>
                                        <p:tav tm="0">
                                          <p:val>
                                            <p:strVal val="ppt_x"/>
                                          </p:val>
                                        </p:tav>
                                        <p:tav tm="100000">
                                          <p:val>
                                            <p:strVal val="ppt_x"/>
                                          </p:val>
                                        </p:tav>
                                      </p:tavLst>
                                    </p:anim>
                                    <p:anim calcmode="lin" valueType="num">
                                      <p:cBhvr additive="base">
                                        <p:cTn id="43" dur="500"/>
                                        <p:tgtEl>
                                          <p:spTgt spid="180235"/>
                                        </p:tgtEl>
                                        <p:attrNameLst>
                                          <p:attrName>ppt_y</p:attrName>
                                        </p:attrNameLst>
                                      </p:cBhvr>
                                      <p:tavLst>
                                        <p:tav tm="0">
                                          <p:val>
                                            <p:strVal val="ppt_y"/>
                                          </p:val>
                                        </p:tav>
                                        <p:tav tm="100000">
                                          <p:val>
                                            <p:strVal val="1+ppt_h/2"/>
                                          </p:val>
                                        </p:tav>
                                      </p:tavLst>
                                    </p:anim>
                                    <p:set>
                                      <p:cBhvr>
                                        <p:cTn id="44" dur="1" fill="hold">
                                          <p:stCondLst>
                                            <p:cond delay="499"/>
                                          </p:stCondLst>
                                        </p:cTn>
                                        <p:tgtEl>
                                          <p:spTgt spid="1802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31" grpId="0" animBg="1"/>
      <p:bldP spid="180235" grpId="0" animBg="1"/>
      <p:bldP spid="180236" grpId="0" animBg="1"/>
      <p:bldP spid="180240" grpId="0" animBg="1"/>
      <p:bldP spid="180241" grpId="0" animBg="1"/>
      <p:bldP spid="180242" grpId="0" animBg="1"/>
      <p:bldP spid="18028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F379874-518B-4102-98C0-BA18AEB068FE}" type="slidenum">
              <a:rPr lang="en-US" altLang="en-US" sz="1000" smtClean="0"/>
              <a:pPr>
                <a:spcBef>
                  <a:spcPct val="0"/>
                </a:spcBef>
                <a:buClrTx/>
                <a:buSzTx/>
                <a:buFontTx/>
                <a:buNone/>
              </a:pPr>
              <a:t>26</a:t>
            </a:fld>
            <a:endParaRPr lang="en-US" altLang="en-US" sz="1000"/>
          </a:p>
        </p:txBody>
      </p:sp>
      <p:sp>
        <p:nvSpPr>
          <p:cNvPr id="30723" name="Rectangle 2"/>
          <p:cNvSpPr>
            <a:spLocks noGrp="1" noChangeArrowheads="1"/>
          </p:cNvSpPr>
          <p:nvPr>
            <p:ph type="title"/>
          </p:nvPr>
        </p:nvSpPr>
        <p:spPr/>
        <p:txBody>
          <a:bodyPr/>
          <a:lstStyle/>
          <a:p>
            <a:pPr eaLnBrk="1" hangingPunct="1"/>
            <a:r>
              <a:rPr lang="en-US" altLang="vi-VN"/>
              <a:t>Chu trình &amp; đường đi Hamilton</a:t>
            </a:r>
          </a:p>
        </p:txBody>
      </p:sp>
      <p:sp>
        <p:nvSpPr>
          <p:cNvPr id="30724"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Phương pháp tìm chu trình Hamilton</a:t>
            </a:r>
          </a:p>
          <a:p>
            <a:pPr marL="1131888" lvl="2" indent="-438150" eaLnBrk="1" hangingPunct="1"/>
            <a:r>
              <a:rPr lang="en-US" altLang="vi-VN"/>
              <a:t>Ví dụ 2: Đồ thị sau có chu trình Hamilton không?</a:t>
            </a:r>
          </a:p>
        </p:txBody>
      </p:sp>
      <p:pic>
        <p:nvPicPr>
          <p:cNvPr id="30725"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3505200"/>
            <a:ext cx="251460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FA617D8-F08B-45CB-9A87-E48BBE9C38BE}" type="slidenum">
              <a:rPr lang="en-US" altLang="en-US" sz="1000" smtClean="0"/>
              <a:pPr>
                <a:spcBef>
                  <a:spcPct val="0"/>
                </a:spcBef>
                <a:buClrTx/>
                <a:buSzTx/>
                <a:buFontTx/>
                <a:buNone/>
              </a:pPr>
              <a:t>27</a:t>
            </a:fld>
            <a:endParaRPr lang="en-US" altLang="en-US" sz="1000"/>
          </a:p>
        </p:txBody>
      </p:sp>
      <p:sp>
        <p:nvSpPr>
          <p:cNvPr id="31747" name="Rectangle 2"/>
          <p:cNvSpPr>
            <a:spLocks noGrp="1" noChangeArrowheads="1"/>
          </p:cNvSpPr>
          <p:nvPr>
            <p:ph type="title"/>
          </p:nvPr>
        </p:nvSpPr>
        <p:spPr/>
        <p:txBody>
          <a:bodyPr/>
          <a:lstStyle/>
          <a:p>
            <a:pPr eaLnBrk="1" hangingPunct="1"/>
            <a:r>
              <a:rPr lang="en-US" altLang="vi-VN"/>
              <a:t>Chu trình &amp; đường đi Hamilton</a:t>
            </a:r>
          </a:p>
        </p:txBody>
      </p:sp>
      <p:sp>
        <p:nvSpPr>
          <p:cNvPr id="31748" name="Rectangle 3"/>
          <p:cNvSpPr>
            <a:spLocks noGrp="1" noChangeArrowheads="1"/>
          </p:cNvSpPr>
          <p:nvPr>
            <p:ph type="body" idx="1"/>
          </p:nvPr>
        </p:nvSpPr>
        <p:spPr/>
        <p:txBody>
          <a:bodyPr/>
          <a:lstStyle/>
          <a:p>
            <a:pPr marL="571500" indent="-571500" eaLnBrk="1" hangingPunct="1"/>
            <a:r>
              <a:rPr lang="en-US" altLang="vi-VN"/>
              <a:t>Chu trình Hamilton</a:t>
            </a:r>
          </a:p>
          <a:p>
            <a:pPr marL="839788" lvl="1" indent="-495300" eaLnBrk="1" hangingPunct="1"/>
            <a:r>
              <a:rPr lang="en-US" altLang="vi-VN"/>
              <a:t>Phương pháp tìm chu trình Hamilton</a:t>
            </a:r>
          </a:p>
          <a:p>
            <a:pPr marL="1131888" lvl="2" indent="-438150" eaLnBrk="1" hangingPunct="1"/>
            <a:r>
              <a:rPr lang="en-US" altLang="vi-VN"/>
              <a:t>Ví dụ 3: Đồ thị sau có chu trình Hamilton không?</a:t>
            </a:r>
          </a:p>
        </p:txBody>
      </p:sp>
      <p:grpSp>
        <p:nvGrpSpPr>
          <p:cNvPr id="31749" name="Group 29"/>
          <p:cNvGrpSpPr>
            <a:grpSpLocks/>
          </p:cNvGrpSpPr>
          <p:nvPr/>
        </p:nvGrpSpPr>
        <p:grpSpPr bwMode="auto">
          <a:xfrm>
            <a:off x="3289300" y="3143250"/>
            <a:ext cx="2882900" cy="2800350"/>
            <a:chOff x="1344" y="2448"/>
            <a:chExt cx="1336" cy="1309"/>
          </a:xfrm>
        </p:grpSpPr>
        <p:grpSp>
          <p:nvGrpSpPr>
            <p:cNvPr id="31751" name="Group 7"/>
            <p:cNvGrpSpPr>
              <a:grpSpLocks/>
            </p:cNvGrpSpPr>
            <p:nvPr/>
          </p:nvGrpSpPr>
          <p:grpSpPr bwMode="auto">
            <a:xfrm>
              <a:off x="1501" y="2619"/>
              <a:ext cx="923" cy="1047"/>
              <a:chOff x="1981" y="12472"/>
              <a:chExt cx="2308" cy="3600"/>
            </a:xfrm>
          </p:grpSpPr>
          <p:sp>
            <p:nvSpPr>
              <p:cNvPr id="31763" name="AutoShape 8"/>
              <p:cNvSpPr>
                <a:spLocks noChangeArrowheads="1"/>
              </p:cNvSpPr>
              <p:nvPr/>
            </p:nvSpPr>
            <p:spPr bwMode="auto">
              <a:xfrm>
                <a:off x="2000" y="12472"/>
                <a:ext cx="2289" cy="771"/>
              </a:xfrm>
              <a:prstGeom prst="diamond">
                <a:avLst/>
              </a:prstGeom>
              <a:solidFill>
                <a:srgbClr val="FFFFFF"/>
              </a:solidFill>
              <a:ln w="9525">
                <a:solidFill>
                  <a:srgbClr val="000000"/>
                </a:solidFill>
                <a:miter lim="800000"/>
                <a:headEnd/>
                <a:tailEnd/>
              </a:ln>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
            <p:nvSpPr>
              <p:cNvPr id="31764" name="Line 9"/>
              <p:cNvSpPr>
                <a:spLocks noChangeShapeType="1"/>
              </p:cNvSpPr>
              <p:nvPr/>
            </p:nvSpPr>
            <p:spPr bwMode="auto">
              <a:xfrm>
                <a:off x="2000" y="12858"/>
                <a:ext cx="0" cy="3214"/>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31765" name="Line 10"/>
              <p:cNvSpPr>
                <a:spLocks noChangeShapeType="1"/>
              </p:cNvSpPr>
              <p:nvPr/>
            </p:nvSpPr>
            <p:spPr bwMode="auto">
              <a:xfrm>
                <a:off x="4289" y="12858"/>
                <a:ext cx="0" cy="3214"/>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31766" name="Line 11"/>
              <p:cNvSpPr>
                <a:spLocks noChangeShapeType="1"/>
              </p:cNvSpPr>
              <p:nvPr/>
            </p:nvSpPr>
            <p:spPr bwMode="auto">
              <a:xfrm>
                <a:off x="2000" y="16072"/>
                <a:ext cx="228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31767" name="Line 12"/>
              <p:cNvSpPr>
                <a:spLocks noChangeShapeType="1"/>
              </p:cNvSpPr>
              <p:nvPr/>
            </p:nvSpPr>
            <p:spPr bwMode="auto">
              <a:xfrm>
                <a:off x="3170" y="13243"/>
                <a:ext cx="0" cy="1543"/>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31768" name="Line 13"/>
              <p:cNvSpPr>
                <a:spLocks noChangeShapeType="1"/>
              </p:cNvSpPr>
              <p:nvPr/>
            </p:nvSpPr>
            <p:spPr bwMode="auto">
              <a:xfrm flipV="1">
                <a:off x="2000" y="15558"/>
                <a:ext cx="1199" cy="514"/>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31769" name="Line 14"/>
              <p:cNvSpPr>
                <a:spLocks noChangeShapeType="1"/>
              </p:cNvSpPr>
              <p:nvPr/>
            </p:nvSpPr>
            <p:spPr bwMode="auto">
              <a:xfrm>
                <a:off x="3199" y="15558"/>
                <a:ext cx="1090" cy="5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a:p>
            </p:txBody>
          </p:sp>
          <p:sp>
            <p:nvSpPr>
              <p:cNvPr id="31770" name="Line 15"/>
              <p:cNvSpPr>
                <a:spLocks noChangeShapeType="1"/>
              </p:cNvSpPr>
              <p:nvPr/>
            </p:nvSpPr>
            <p:spPr bwMode="auto">
              <a:xfrm flipV="1">
                <a:off x="1981" y="13886"/>
                <a:ext cx="1199" cy="515"/>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31771" name="Line 16"/>
              <p:cNvSpPr>
                <a:spLocks noChangeShapeType="1"/>
              </p:cNvSpPr>
              <p:nvPr/>
            </p:nvSpPr>
            <p:spPr bwMode="auto">
              <a:xfrm>
                <a:off x="3199" y="13886"/>
                <a:ext cx="1090" cy="345"/>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vi-VN"/>
              </a:p>
            </p:txBody>
          </p:sp>
          <p:sp>
            <p:nvSpPr>
              <p:cNvPr id="31772" name="Line 17"/>
              <p:cNvSpPr>
                <a:spLocks noChangeShapeType="1"/>
              </p:cNvSpPr>
              <p:nvPr/>
            </p:nvSpPr>
            <p:spPr bwMode="auto">
              <a:xfrm>
                <a:off x="3170" y="14786"/>
                <a:ext cx="0" cy="77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vi-VN"/>
              </a:p>
            </p:txBody>
          </p:sp>
        </p:grpSp>
        <p:sp>
          <p:nvSpPr>
            <p:cNvPr id="31752" name="Text Box 18"/>
            <p:cNvSpPr txBox="1">
              <a:spLocks noChangeArrowheads="1"/>
            </p:cNvSpPr>
            <p:nvPr/>
          </p:nvSpPr>
          <p:spPr bwMode="auto">
            <a:xfrm>
              <a:off x="1920" y="2658"/>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D</a:t>
              </a:r>
              <a:endParaRPr lang="en-US" altLang="vi-VN" sz="1800"/>
            </a:p>
          </p:txBody>
        </p:sp>
        <p:sp>
          <p:nvSpPr>
            <p:cNvPr id="31753" name="Text Box 19"/>
            <p:cNvSpPr txBox="1">
              <a:spLocks noChangeArrowheads="1"/>
            </p:cNvSpPr>
            <p:nvPr/>
          </p:nvSpPr>
          <p:spPr bwMode="auto">
            <a:xfrm>
              <a:off x="1888" y="2448"/>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A</a:t>
              </a:r>
              <a:endParaRPr lang="en-US" altLang="vi-VN" sz="1800"/>
            </a:p>
          </p:txBody>
        </p:sp>
        <p:sp>
          <p:nvSpPr>
            <p:cNvPr id="31754" name="Text Box 20"/>
            <p:cNvSpPr txBox="1">
              <a:spLocks noChangeArrowheads="1"/>
            </p:cNvSpPr>
            <p:nvPr/>
          </p:nvSpPr>
          <p:spPr bwMode="auto">
            <a:xfrm>
              <a:off x="1344" y="2658"/>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B</a:t>
              </a:r>
              <a:endParaRPr lang="en-US" altLang="vi-VN" sz="1800"/>
            </a:p>
          </p:txBody>
        </p:sp>
        <p:sp>
          <p:nvSpPr>
            <p:cNvPr id="31755" name="Text Box 21"/>
            <p:cNvSpPr txBox="1">
              <a:spLocks noChangeArrowheads="1"/>
            </p:cNvSpPr>
            <p:nvPr/>
          </p:nvSpPr>
          <p:spPr bwMode="auto">
            <a:xfrm>
              <a:off x="2418" y="2658"/>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C</a:t>
              </a:r>
              <a:endParaRPr lang="en-US" altLang="vi-VN" sz="1800"/>
            </a:p>
          </p:txBody>
        </p:sp>
        <p:sp>
          <p:nvSpPr>
            <p:cNvPr id="31756" name="Text Box 22"/>
            <p:cNvSpPr txBox="1">
              <a:spLocks noChangeArrowheads="1"/>
            </p:cNvSpPr>
            <p:nvPr/>
          </p:nvSpPr>
          <p:spPr bwMode="auto">
            <a:xfrm>
              <a:off x="1346" y="3090"/>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F</a:t>
              </a:r>
              <a:endParaRPr lang="en-US" altLang="vi-VN" sz="1800"/>
            </a:p>
          </p:txBody>
        </p:sp>
        <p:sp>
          <p:nvSpPr>
            <p:cNvPr id="31757" name="Text Box 23"/>
            <p:cNvSpPr txBox="1">
              <a:spLocks noChangeArrowheads="1"/>
            </p:cNvSpPr>
            <p:nvPr/>
          </p:nvSpPr>
          <p:spPr bwMode="auto">
            <a:xfrm>
              <a:off x="1973" y="3005"/>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E</a:t>
              </a:r>
              <a:endParaRPr lang="en-US" altLang="vi-VN" sz="1800"/>
            </a:p>
          </p:txBody>
        </p:sp>
        <p:sp>
          <p:nvSpPr>
            <p:cNvPr id="31758" name="Text Box 24"/>
            <p:cNvSpPr txBox="1">
              <a:spLocks noChangeArrowheads="1"/>
            </p:cNvSpPr>
            <p:nvPr/>
          </p:nvSpPr>
          <p:spPr bwMode="auto">
            <a:xfrm>
              <a:off x="2438" y="3070"/>
              <a:ext cx="216"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H</a:t>
              </a:r>
              <a:endParaRPr lang="en-US" altLang="vi-VN" sz="1800"/>
            </a:p>
          </p:txBody>
        </p:sp>
        <p:sp>
          <p:nvSpPr>
            <p:cNvPr id="31759" name="Text Box 25"/>
            <p:cNvSpPr txBox="1">
              <a:spLocks noChangeArrowheads="1"/>
            </p:cNvSpPr>
            <p:nvPr/>
          </p:nvSpPr>
          <p:spPr bwMode="auto">
            <a:xfrm>
              <a:off x="1986" y="3195"/>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G</a:t>
              </a:r>
              <a:endParaRPr lang="en-US" altLang="vi-VN" sz="1800"/>
            </a:p>
          </p:txBody>
        </p:sp>
        <p:sp>
          <p:nvSpPr>
            <p:cNvPr id="31760" name="Text Box 26"/>
            <p:cNvSpPr txBox="1">
              <a:spLocks noChangeArrowheads="1"/>
            </p:cNvSpPr>
            <p:nvPr/>
          </p:nvSpPr>
          <p:spPr bwMode="auto">
            <a:xfrm>
              <a:off x="1933" y="3503"/>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I</a:t>
              </a:r>
              <a:endParaRPr lang="en-US" altLang="vi-VN" sz="1800"/>
            </a:p>
          </p:txBody>
        </p:sp>
        <p:sp>
          <p:nvSpPr>
            <p:cNvPr id="31761" name="Text Box 27"/>
            <p:cNvSpPr txBox="1">
              <a:spLocks noChangeArrowheads="1"/>
            </p:cNvSpPr>
            <p:nvPr/>
          </p:nvSpPr>
          <p:spPr bwMode="auto">
            <a:xfrm>
              <a:off x="1371" y="3541"/>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J</a:t>
              </a:r>
              <a:endParaRPr lang="en-US" altLang="vi-VN" sz="1800"/>
            </a:p>
          </p:txBody>
        </p:sp>
        <p:sp>
          <p:nvSpPr>
            <p:cNvPr id="31762" name="Text Box 28"/>
            <p:cNvSpPr txBox="1">
              <a:spLocks noChangeArrowheads="1"/>
            </p:cNvSpPr>
            <p:nvPr/>
          </p:nvSpPr>
          <p:spPr bwMode="auto">
            <a:xfrm>
              <a:off x="2464" y="3541"/>
              <a:ext cx="21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lgn="just" eaLnBrk="1" hangingPunct="1">
                <a:spcBef>
                  <a:spcPts val="600"/>
                </a:spcBef>
                <a:buClrTx/>
                <a:buSzTx/>
                <a:buFontTx/>
                <a:buNone/>
              </a:pPr>
              <a:r>
                <a:rPr lang="en-US" altLang="vi-VN" sz="1200">
                  <a:latin typeface="VNbook-Antiqua" pitchFamily="34" charset="0"/>
                </a:rPr>
                <a:t>K</a:t>
              </a:r>
              <a:endParaRPr lang="en-US" altLang="vi-VN" sz="1800"/>
            </a:p>
          </p:txBody>
        </p:sp>
      </p:grpSp>
      <p:sp>
        <p:nvSpPr>
          <p:cNvPr id="31750"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43EDB3A-E54A-433B-84A9-C51C0D91D499}" type="slidenum">
              <a:rPr lang="en-US" altLang="en-US" sz="1000" smtClean="0"/>
              <a:pPr>
                <a:spcBef>
                  <a:spcPct val="0"/>
                </a:spcBef>
                <a:buClrTx/>
                <a:buSzTx/>
                <a:buFontTx/>
                <a:buNone/>
              </a:pPr>
              <a:t>28</a:t>
            </a:fld>
            <a:endParaRPr lang="en-US" altLang="en-US" sz="1000"/>
          </a:p>
        </p:txBody>
      </p:sp>
      <p:sp>
        <p:nvSpPr>
          <p:cNvPr id="32771" name="Rectangle 2"/>
          <p:cNvSpPr>
            <a:spLocks noGrp="1" noChangeArrowheads="1"/>
          </p:cNvSpPr>
          <p:nvPr>
            <p:ph type="title"/>
          </p:nvPr>
        </p:nvSpPr>
        <p:spPr/>
        <p:txBody>
          <a:bodyPr/>
          <a:lstStyle/>
          <a:p>
            <a:pPr eaLnBrk="1" hangingPunct="1"/>
            <a:r>
              <a:rPr lang="en-US" altLang="vi-VN"/>
              <a:t>Chu trình &amp; đường đi Hamilton</a:t>
            </a:r>
          </a:p>
        </p:txBody>
      </p:sp>
      <p:sp>
        <p:nvSpPr>
          <p:cNvPr id="33796" name="Rectangle 3"/>
          <p:cNvSpPr>
            <a:spLocks noGrp="1" noChangeArrowheads="1"/>
          </p:cNvSpPr>
          <p:nvPr>
            <p:ph type="body" idx="1"/>
          </p:nvPr>
        </p:nvSpPr>
        <p:spPr>
          <a:xfrm>
            <a:off x="381000" y="1752600"/>
            <a:ext cx="8229600" cy="4411663"/>
          </a:xfrm>
        </p:spPr>
        <p:txBody>
          <a:bodyPr/>
          <a:lstStyle/>
          <a:p>
            <a:pPr marL="571500" indent="-571500" eaLnBrk="1" hangingPunct="1"/>
            <a:r>
              <a:rPr lang="en-US" altLang="vi-VN"/>
              <a:t>Đường đi Hamilton</a:t>
            </a:r>
          </a:p>
          <a:p>
            <a:pPr marL="839788" lvl="1" indent="-495300" eaLnBrk="1" hangingPunct="1"/>
            <a:r>
              <a:rPr lang="en-US" altLang="vi-VN"/>
              <a:t>Định nghĩa</a:t>
            </a:r>
          </a:p>
          <a:p>
            <a:pPr marL="1131888" lvl="2" indent="-438150" eaLnBrk="1" hangingPunct="1"/>
            <a:r>
              <a:rPr lang="en-US" altLang="vi-VN"/>
              <a:t>Đường đi sơ cấp đi qua tất cả các đỉnh của đồ thị G (đi qua mỗi đỉnh đúng một lần).</a:t>
            </a:r>
          </a:p>
          <a:p>
            <a:pPr marL="839788" lvl="1" indent="-495300" eaLnBrk="1" hangingPunct="1">
              <a:buFont typeface="Wingdings" panose="05000000000000000000" pitchFamily="2" charset="2"/>
              <a:buNone/>
            </a:pPr>
            <a:r>
              <a:rPr lang="en-US" altLang="vi-VN"/>
              <a:t>Ví dụ:</a:t>
            </a:r>
          </a:p>
          <a:p>
            <a:pPr marL="1131888" lvl="2" indent="-438150" eaLnBrk="1" hangingPunct="1">
              <a:buFont typeface="Wingdings" panose="05000000000000000000" pitchFamily="2" charset="2"/>
              <a:buNone/>
            </a:pPr>
            <a:endParaRPr lang="en-US" altLang="vi-VN"/>
          </a:p>
        </p:txBody>
      </p:sp>
      <p:sp>
        <p:nvSpPr>
          <p:cNvPr id="32773"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
        <p:nvSpPr>
          <p:cNvPr id="17" name="Rectangle 16"/>
          <p:cNvSpPr>
            <a:spLocks noChangeArrowheads="1"/>
          </p:cNvSpPr>
          <p:nvPr/>
        </p:nvSpPr>
        <p:spPr bwMode="auto">
          <a:xfrm>
            <a:off x="1600200" y="5562600"/>
            <a:ext cx="1676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v</a:t>
            </a:r>
            <a:r>
              <a:rPr lang="en-US" altLang="vi-VN" sz="1800" baseline="-25000"/>
              <a:t>1  </a:t>
            </a:r>
            <a:r>
              <a:rPr lang="en-US" altLang="vi-VN" sz="1800"/>
              <a:t>v</a:t>
            </a:r>
            <a:r>
              <a:rPr lang="en-US" altLang="vi-VN" sz="1800" baseline="-25000"/>
              <a:t>3  </a:t>
            </a:r>
            <a:r>
              <a:rPr lang="en-US" altLang="vi-VN" sz="1800"/>
              <a:t>v</a:t>
            </a:r>
            <a:r>
              <a:rPr lang="en-US" altLang="vi-VN" sz="1800" baseline="-25000"/>
              <a:t>5 </a:t>
            </a:r>
            <a:r>
              <a:rPr lang="en-US" altLang="vi-VN" sz="1800"/>
              <a:t>v</a:t>
            </a:r>
            <a:r>
              <a:rPr lang="en-US" altLang="vi-VN" sz="1800" baseline="-25000"/>
              <a:t>6 </a:t>
            </a:r>
            <a:r>
              <a:rPr lang="en-US" altLang="vi-VN" sz="1800"/>
              <a:t>v</a:t>
            </a:r>
            <a:r>
              <a:rPr lang="en-US" altLang="vi-VN" sz="1800" baseline="-25000"/>
              <a:t>2 </a:t>
            </a:r>
            <a:r>
              <a:rPr lang="en-US" altLang="vi-VN" sz="1800"/>
              <a:t>v</a:t>
            </a:r>
            <a:r>
              <a:rPr lang="en-US" altLang="vi-VN" sz="1800" baseline="-25000"/>
              <a:t>4</a:t>
            </a:r>
            <a:r>
              <a:rPr lang="en-US" altLang="vi-VN" sz="1800"/>
              <a:t> </a:t>
            </a:r>
            <a:endParaRPr lang="ru-RU" altLang="vi-VN" sz="1800"/>
          </a:p>
        </p:txBody>
      </p:sp>
      <p:grpSp>
        <p:nvGrpSpPr>
          <p:cNvPr id="2" name="Group 38"/>
          <p:cNvGrpSpPr>
            <a:grpSpLocks/>
          </p:cNvGrpSpPr>
          <p:nvPr/>
        </p:nvGrpSpPr>
        <p:grpSpPr bwMode="auto">
          <a:xfrm>
            <a:off x="1600200" y="3962400"/>
            <a:ext cx="2070100" cy="1333500"/>
            <a:chOff x="1295400" y="4038600"/>
            <a:chExt cx="2070555" cy="1333500"/>
          </a:xfrm>
        </p:grpSpPr>
        <p:grpSp>
          <p:nvGrpSpPr>
            <p:cNvPr id="32785" name="Group 11"/>
            <p:cNvGrpSpPr>
              <a:grpSpLocks/>
            </p:cNvGrpSpPr>
            <p:nvPr/>
          </p:nvGrpSpPr>
          <p:grpSpPr bwMode="auto">
            <a:xfrm>
              <a:off x="1295400" y="4038600"/>
              <a:ext cx="1219200" cy="1333500"/>
              <a:chOff x="1447800" y="4024086"/>
              <a:chExt cx="1219200" cy="1333500"/>
            </a:xfrm>
          </p:grpSpPr>
          <p:pic>
            <p:nvPicPr>
              <p:cNvPr id="32789"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4024086"/>
                <a:ext cx="60960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Straight Connector 9"/>
              <p:cNvCxnSpPr/>
              <p:nvPr/>
            </p:nvCxnSpPr>
            <p:spPr>
              <a:xfrm>
                <a:off x="2057534" y="4705124"/>
                <a:ext cx="609734" cy="19050"/>
              </a:xfrm>
              <a:prstGeom prst="line">
                <a:avLst/>
              </a:prstGeom>
              <a:ln w="12700">
                <a:solidFill>
                  <a:schemeClr val="tx1">
                    <a:alpha val="90000"/>
                  </a:schemeClr>
                </a:solidFill>
              </a:ln>
            </p:spPr>
            <p:style>
              <a:lnRef idx="1">
                <a:schemeClr val="accent1"/>
              </a:lnRef>
              <a:fillRef idx="0">
                <a:schemeClr val="accent1"/>
              </a:fillRef>
              <a:effectRef idx="0">
                <a:schemeClr val="accent1"/>
              </a:effectRef>
              <a:fontRef idx="minor">
                <a:schemeClr val="tx1"/>
              </a:fontRef>
            </p:style>
          </p:cxnSp>
        </p:grpSp>
        <p:sp>
          <p:nvSpPr>
            <p:cNvPr id="32786" name="Rectangle 12"/>
            <p:cNvSpPr>
              <a:spLocks noChangeArrowheads="1"/>
            </p:cNvSpPr>
            <p:nvPr/>
          </p:nvSpPr>
          <p:spPr bwMode="auto">
            <a:xfrm>
              <a:off x="1781628" y="4347025"/>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v</a:t>
              </a:r>
              <a:r>
                <a:rPr lang="en-US" altLang="vi-VN" sz="1800" baseline="-25000"/>
                <a:t>5</a:t>
              </a:r>
              <a:r>
                <a:rPr lang="en-US" altLang="vi-VN" sz="1800"/>
                <a:t> </a:t>
              </a:r>
              <a:endParaRPr lang="ru-RU" altLang="vi-VN" sz="1800"/>
            </a:p>
          </p:txBody>
        </p:sp>
        <p:sp>
          <p:nvSpPr>
            <p:cNvPr id="32787" name="Rectangle 13"/>
            <p:cNvSpPr>
              <a:spLocks noChangeArrowheads="1"/>
            </p:cNvSpPr>
            <p:nvPr/>
          </p:nvSpPr>
          <p:spPr bwMode="auto">
            <a:xfrm>
              <a:off x="2209800" y="4368798"/>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v</a:t>
              </a:r>
              <a:r>
                <a:rPr lang="en-US" altLang="vi-VN" sz="1800" baseline="-25000"/>
                <a:t>6</a:t>
              </a:r>
              <a:r>
                <a:rPr lang="en-US" altLang="vi-VN" sz="1800"/>
                <a:t> </a:t>
              </a:r>
              <a:endParaRPr lang="ru-RU" altLang="vi-VN" sz="1800"/>
            </a:p>
          </p:txBody>
        </p:sp>
        <p:pic>
          <p:nvPicPr>
            <p:cNvPr id="32788"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8230" y="4053114"/>
              <a:ext cx="847725"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 name="Group 39"/>
          <p:cNvGrpSpPr>
            <a:grpSpLocks/>
          </p:cNvGrpSpPr>
          <p:nvPr/>
        </p:nvGrpSpPr>
        <p:grpSpPr bwMode="auto">
          <a:xfrm>
            <a:off x="4572000" y="3962400"/>
            <a:ext cx="2743200" cy="1389063"/>
            <a:chOff x="4495800" y="4031340"/>
            <a:chExt cx="2743200" cy="1388385"/>
          </a:xfrm>
        </p:grpSpPr>
        <p:pic>
          <p:nvPicPr>
            <p:cNvPr id="327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4038600"/>
              <a:ext cx="1724025" cy="1381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cxnSp>
          <p:nvCxnSpPr>
            <p:cNvPr id="31" name="Straight Connector 30"/>
            <p:cNvCxnSpPr/>
            <p:nvPr/>
          </p:nvCxnSpPr>
          <p:spPr>
            <a:xfrm>
              <a:off x="6219825" y="4388354"/>
              <a:ext cx="609600" cy="1586"/>
            </a:xfrm>
            <a:prstGeom prst="line">
              <a:avLst/>
            </a:prstGeom>
            <a:ln w="12700">
              <a:solidFill>
                <a:schemeClr val="tx1">
                  <a:alpha val="9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0800000">
              <a:off x="4814888" y="5105553"/>
              <a:ext cx="685800" cy="1586"/>
            </a:xfrm>
            <a:prstGeom prst="line">
              <a:avLst/>
            </a:prstGeom>
            <a:ln w="12700">
              <a:solidFill>
                <a:schemeClr val="tx1">
                  <a:alpha val="90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6234113" y="5091272"/>
              <a:ext cx="685800" cy="1587"/>
            </a:xfrm>
            <a:prstGeom prst="line">
              <a:avLst/>
            </a:prstGeom>
            <a:ln w="12700">
              <a:solidFill>
                <a:schemeClr val="tx1">
                  <a:alpha val="90000"/>
                </a:schemeClr>
              </a:solidFill>
            </a:ln>
          </p:spPr>
          <p:style>
            <a:lnRef idx="1">
              <a:schemeClr val="accent1"/>
            </a:lnRef>
            <a:fillRef idx="0">
              <a:schemeClr val="accent1"/>
            </a:fillRef>
            <a:effectRef idx="0">
              <a:schemeClr val="accent1"/>
            </a:effectRef>
            <a:fontRef idx="minor">
              <a:schemeClr val="tx1"/>
            </a:fontRef>
          </p:style>
        </p:cxnSp>
        <p:sp>
          <p:nvSpPr>
            <p:cNvPr id="32782" name="Rectangle 35"/>
            <p:cNvSpPr>
              <a:spLocks noChangeArrowheads="1"/>
            </p:cNvSpPr>
            <p:nvPr/>
          </p:nvSpPr>
          <p:spPr bwMode="auto">
            <a:xfrm>
              <a:off x="4495800" y="4724400"/>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u</a:t>
              </a:r>
              <a:r>
                <a:rPr lang="en-US" altLang="vi-VN" sz="1800" baseline="-25000"/>
                <a:t>5</a:t>
              </a:r>
              <a:r>
                <a:rPr lang="en-US" altLang="vi-VN" sz="1800"/>
                <a:t> </a:t>
              </a:r>
              <a:endParaRPr lang="ru-RU" altLang="vi-VN" sz="1800"/>
            </a:p>
          </p:txBody>
        </p:sp>
        <p:sp>
          <p:nvSpPr>
            <p:cNvPr id="32783" name="Rectangle 36"/>
            <p:cNvSpPr>
              <a:spLocks noChangeArrowheads="1"/>
            </p:cNvSpPr>
            <p:nvPr/>
          </p:nvSpPr>
          <p:spPr bwMode="auto">
            <a:xfrm>
              <a:off x="6723744" y="4031340"/>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u</a:t>
              </a:r>
              <a:r>
                <a:rPr lang="en-US" altLang="vi-VN" sz="1800" baseline="-25000"/>
                <a:t>6</a:t>
              </a:r>
              <a:r>
                <a:rPr lang="en-US" altLang="vi-VN" sz="1800"/>
                <a:t> </a:t>
              </a:r>
              <a:endParaRPr lang="ru-RU" altLang="vi-VN" sz="1800"/>
            </a:p>
          </p:txBody>
        </p:sp>
        <p:sp>
          <p:nvSpPr>
            <p:cNvPr id="32784" name="Rectangle 37"/>
            <p:cNvSpPr>
              <a:spLocks noChangeArrowheads="1"/>
            </p:cNvSpPr>
            <p:nvPr/>
          </p:nvSpPr>
          <p:spPr bwMode="auto">
            <a:xfrm>
              <a:off x="6781800" y="4720770"/>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u</a:t>
              </a:r>
              <a:r>
                <a:rPr lang="en-US" altLang="vi-VN" sz="1800" baseline="-25000"/>
                <a:t>7</a:t>
              </a:r>
              <a:r>
                <a:rPr lang="en-US" altLang="vi-VN" sz="1800"/>
                <a:t> </a:t>
              </a:r>
              <a:endParaRPr lang="ru-RU" altLang="vi-VN" sz="1800"/>
            </a:p>
          </p:txBody>
        </p:sp>
      </p:grpSp>
      <p:sp>
        <p:nvSpPr>
          <p:cNvPr id="41" name="Rectangle 40"/>
          <p:cNvSpPr>
            <a:spLocks noChangeArrowheads="1"/>
          </p:cNvSpPr>
          <p:nvPr/>
        </p:nvSpPr>
        <p:spPr bwMode="auto">
          <a:xfrm>
            <a:off x="5029200" y="5638800"/>
            <a:ext cx="3352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a:t>Không có đường đi Hamilton </a:t>
            </a:r>
            <a:endParaRPr lang="ru-RU" altLang="vi-VN"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6">
                                            <p:txEl>
                                              <p:pRg st="0" end="0"/>
                                            </p:txEl>
                                          </p:spTgt>
                                        </p:tgtEl>
                                        <p:attrNameLst>
                                          <p:attrName>style.visibility</p:attrName>
                                        </p:attrNameLst>
                                      </p:cBhvr>
                                      <p:to>
                                        <p:strVal val="visible"/>
                                      </p:to>
                                    </p:set>
                                    <p:animEffect transition="in" filter="blinds(horizontal)">
                                      <p:cBhvr>
                                        <p:cTn id="7" dur="500"/>
                                        <p:tgtEl>
                                          <p:spTgt spid="3379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3796">
                                            <p:txEl>
                                              <p:pRg st="1" end="1"/>
                                            </p:txEl>
                                          </p:spTgt>
                                        </p:tgtEl>
                                        <p:attrNameLst>
                                          <p:attrName>style.visibility</p:attrName>
                                        </p:attrNameLst>
                                      </p:cBhvr>
                                      <p:to>
                                        <p:strVal val="visible"/>
                                      </p:to>
                                    </p:set>
                                    <p:animEffect transition="in" filter="blinds(horizontal)">
                                      <p:cBhvr>
                                        <p:cTn id="10" dur="500"/>
                                        <p:tgtEl>
                                          <p:spTgt spid="33796">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3796">
                                            <p:txEl>
                                              <p:pRg st="2" end="2"/>
                                            </p:txEl>
                                          </p:spTgt>
                                        </p:tgtEl>
                                        <p:attrNameLst>
                                          <p:attrName>style.visibility</p:attrName>
                                        </p:attrNameLst>
                                      </p:cBhvr>
                                      <p:to>
                                        <p:strVal val="visible"/>
                                      </p:to>
                                    </p:set>
                                    <p:animEffect transition="in" filter="blinds(horizontal)">
                                      <p:cBhvr>
                                        <p:cTn id="13" dur="500"/>
                                        <p:tgtEl>
                                          <p:spTgt spid="33796">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3796">
                                            <p:txEl>
                                              <p:pRg st="3" end="3"/>
                                            </p:txEl>
                                          </p:spTgt>
                                        </p:tgtEl>
                                        <p:attrNameLst>
                                          <p:attrName>style.visibility</p:attrName>
                                        </p:attrNameLst>
                                      </p:cBhvr>
                                      <p:to>
                                        <p:strVal val="visible"/>
                                      </p:to>
                                    </p:set>
                                    <p:animEffect transition="in" filter="blinds(horizontal)">
                                      <p:cBhvr>
                                        <p:cTn id="18" dur="500"/>
                                        <p:tgtEl>
                                          <p:spTgt spid="33796">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blinds(horizontal)">
                                      <p:cBhvr>
                                        <p:cTn id="28" dur="500"/>
                                        <p:tgtEl>
                                          <p:spTgt spid="1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blinds(horizontal)">
                                      <p:cBhvr>
                                        <p:cTn id="38"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7E6CC75-6E06-48A0-8613-923975EE36B7}" type="slidenum">
              <a:rPr lang="en-US" altLang="en-US" sz="1000" smtClean="0"/>
              <a:pPr>
                <a:spcBef>
                  <a:spcPct val="0"/>
                </a:spcBef>
                <a:buClrTx/>
                <a:buSzTx/>
                <a:buFontTx/>
                <a:buNone/>
              </a:pPr>
              <a:t>29</a:t>
            </a:fld>
            <a:endParaRPr lang="en-US" altLang="en-US" sz="1000"/>
          </a:p>
        </p:txBody>
      </p:sp>
      <p:sp>
        <p:nvSpPr>
          <p:cNvPr id="33795" name="Rectangle 2"/>
          <p:cNvSpPr>
            <a:spLocks noGrp="1" noChangeArrowheads="1"/>
          </p:cNvSpPr>
          <p:nvPr>
            <p:ph type="title"/>
          </p:nvPr>
        </p:nvSpPr>
        <p:spPr/>
        <p:txBody>
          <a:bodyPr/>
          <a:lstStyle/>
          <a:p>
            <a:pPr eaLnBrk="1" hangingPunct="1"/>
            <a:r>
              <a:rPr lang="en-US" altLang="vi-VN"/>
              <a:t>Chu trình &amp; đường đi Hamilton</a:t>
            </a:r>
          </a:p>
        </p:txBody>
      </p:sp>
      <p:sp>
        <p:nvSpPr>
          <p:cNvPr id="33796" name="Rectangle 3"/>
          <p:cNvSpPr>
            <a:spLocks noGrp="1" noChangeArrowheads="1"/>
          </p:cNvSpPr>
          <p:nvPr>
            <p:ph type="body" idx="1"/>
          </p:nvPr>
        </p:nvSpPr>
        <p:spPr>
          <a:xfrm>
            <a:off x="457200" y="1676400"/>
            <a:ext cx="8229600" cy="4411663"/>
          </a:xfrm>
        </p:spPr>
        <p:txBody>
          <a:bodyPr/>
          <a:lstStyle/>
          <a:p>
            <a:pPr marL="571500" indent="-571500" eaLnBrk="1" hangingPunct="1"/>
            <a:r>
              <a:rPr lang="en-US" altLang="vi-VN"/>
              <a:t>Đường đi Hamilton</a:t>
            </a:r>
          </a:p>
          <a:p>
            <a:pPr marL="839788" lvl="1" indent="-495300" eaLnBrk="1" hangingPunct="1"/>
            <a:r>
              <a:rPr lang="en-US" altLang="vi-VN"/>
              <a:t>Định lý K</a:t>
            </a:r>
            <a:r>
              <a:rPr lang="en-US" altLang="vi-VN">
                <a:cs typeface="Arial" panose="020B0604020202020204" pitchFamily="34" charset="0"/>
              </a:rPr>
              <a:t>önig</a:t>
            </a:r>
          </a:p>
          <a:p>
            <a:pPr marL="1131888" lvl="2" indent="-438150" eaLnBrk="1" hangingPunct="1"/>
            <a:r>
              <a:rPr lang="en-US" altLang="vi-VN"/>
              <a:t>Mọi đồ thị có hướng đầy đủ (đồ thị vô hướng tương ứng là đầy đủ) đều có đường đi Hamilton.</a:t>
            </a:r>
          </a:p>
          <a:p>
            <a:pPr marL="1131888" lvl="2" indent="-438150" eaLnBrk="1" hangingPunct="1">
              <a:buFont typeface="Wingdings" panose="05000000000000000000" pitchFamily="2" charset="2"/>
              <a:buNone/>
            </a:pPr>
            <a:r>
              <a:rPr lang="en-US" altLang="vi-VN" i="1"/>
              <a:t>Chứng minh (xem tài liệu)</a:t>
            </a:r>
          </a:p>
          <a:p>
            <a:pPr marL="1131888" lvl="2" indent="-438150" eaLnBrk="1" hangingPunct="1"/>
            <a:endParaRPr lang="en-US" altLang="vi-VN"/>
          </a:p>
        </p:txBody>
      </p:sp>
      <p:sp>
        <p:nvSpPr>
          <p:cNvPr id="33797"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A95D31-088B-438E-A036-1BD14D7C6973}" type="slidenum">
              <a:rPr lang="en-US" altLang="en-US" sz="1000" smtClean="0"/>
              <a:pPr>
                <a:spcBef>
                  <a:spcPct val="0"/>
                </a:spcBef>
                <a:buClrTx/>
                <a:buSzTx/>
                <a:buFontTx/>
                <a:buNone/>
              </a:pPr>
              <a:t>30</a:t>
            </a:fld>
            <a:endParaRPr lang="en-US" altLang="en-US" sz="1000"/>
          </a:p>
        </p:txBody>
      </p:sp>
      <p:sp>
        <p:nvSpPr>
          <p:cNvPr id="34819"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34820" name="Chỗ dành sẵn cho Nội dung 5"/>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444500" y="1295400"/>
            <a:ext cx="7888288" cy="4411663"/>
          </a:xfr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442C385-9220-49A1-AFF0-639512093C10}" type="slidenum">
              <a:rPr lang="en-US" altLang="en-US" sz="1000" smtClean="0"/>
              <a:pPr>
                <a:spcBef>
                  <a:spcPct val="0"/>
                </a:spcBef>
                <a:buClrTx/>
                <a:buSzTx/>
                <a:buFontTx/>
                <a:buNone/>
              </a:pPr>
              <a:t>31</a:t>
            </a:fld>
            <a:endParaRPr lang="en-US" altLang="en-US" sz="1000"/>
          </a:p>
        </p:txBody>
      </p:sp>
      <p:sp>
        <p:nvSpPr>
          <p:cNvPr id="35843" name="Rectangle 2"/>
          <p:cNvSpPr>
            <a:spLocks noGrp="1" noChangeArrowheads="1"/>
          </p:cNvSpPr>
          <p:nvPr>
            <p:ph type="title"/>
          </p:nvPr>
        </p:nvSpPr>
        <p:spPr/>
        <p:txBody>
          <a:bodyPr/>
          <a:lstStyle/>
          <a:p>
            <a:pPr eaLnBrk="1" hangingPunct="1"/>
            <a:r>
              <a:rPr lang="en-US" altLang="vi-VN"/>
              <a:t>Bài toán đường đi ngắn nhất</a:t>
            </a:r>
          </a:p>
        </p:txBody>
      </p:sp>
      <p:sp>
        <p:nvSpPr>
          <p:cNvPr id="35844" name="Rectangle 3"/>
          <p:cNvSpPr>
            <a:spLocks noGrp="1" noChangeArrowheads="1"/>
          </p:cNvSpPr>
          <p:nvPr>
            <p:ph type="body" idx="1"/>
          </p:nvPr>
        </p:nvSpPr>
        <p:spPr>
          <a:xfrm>
            <a:off x="457200" y="1524000"/>
            <a:ext cx="8229600" cy="4606925"/>
          </a:xfrm>
        </p:spPr>
        <p:txBody>
          <a:bodyPr/>
          <a:lstStyle/>
          <a:p>
            <a:pPr eaLnBrk="1" hangingPunct="1"/>
            <a:r>
              <a:rPr lang="da-DK" altLang="vi-VN"/>
              <a:t>Mở đầu</a:t>
            </a:r>
          </a:p>
          <a:p>
            <a:pPr lvl="1" eaLnBrk="1" hangingPunct="1"/>
            <a:r>
              <a:rPr lang="da-DK" altLang="vi-VN"/>
              <a:t>Nhiều bài toán không chỉ quan tâm tồn tại hay không đường đi giữa 2 đỉnh</a:t>
            </a:r>
          </a:p>
          <a:p>
            <a:pPr lvl="1" eaLnBrk="1" hangingPunct="1"/>
            <a:r>
              <a:rPr lang="da-DK" altLang="vi-VN"/>
              <a:t>Lựa chọn đường đi với chi phí ít nhất</a:t>
            </a:r>
          </a:p>
        </p:txBody>
      </p:sp>
      <p:sp>
        <p:nvSpPr>
          <p:cNvPr id="35845"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grpSp>
        <p:nvGrpSpPr>
          <p:cNvPr id="35846" name="Group 8"/>
          <p:cNvGrpSpPr>
            <a:grpSpLocks/>
          </p:cNvGrpSpPr>
          <p:nvPr/>
        </p:nvGrpSpPr>
        <p:grpSpPr bwMode="auto">
          <a:xfrm>
            <a:off x="990600" y="3581400"/>
            <a:ext cx="6308725" cy="2530475"/>
            <a:chOff x="990600" y="3581400"/>
            <a:chExt cx="6308725" cy="2530475"/>
          </a:xfrm>
        </p:grpSpPr>
        <p:pic>
          <p:nvPicPr>
            <p:cNvPr id="3584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581400"/>
              <a:ext cx="5165725"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8" name="Rectangle 6"/>
            <p:cNvSpPr>
              <a:spLocks noChangeArrowheads="1"/>
            </p:cNvSpPr>
            <p:nvPr/>
          </p:nvSpPr>
          <p:spPr bwMode="auto">
            <a:xfrm>
              <a:off x="990600" y="3657600"/>
              <a:ext cx="21980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da-DK" altLang="vi-VN" sz="1800"/>
                <a:t>Khoảng cách (dặm)</a:t>
              </a:r>
              <a:endParaRPr lang="ru-RU" altLang="vi-VN" sz="1800"/>
            </a:p>
          </p:txBody>
        </p:sp>
        <p:pic>
          <p:nvPicPr>
            <p:cNvPr id="3584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3581400"/>
              <a:ext cx="2209800" cy="347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4E1D2AF9-54FB-4E89-AC9B-A5B75ABF3C38}" type="slidenum">
              <a:rPr lang="en-US" altLang="en-US" sz="1000" smtClean="0"/>
              <a:pPr>
                <a:spcBef>
                  <a:spcPct val="0"/>
                </a:spcBef>
                <a:buClrTx/>
                <a:buSzTx/>
                <a:buFontTx/>
                <a:buNone/>
              </a:pPr>
              <a:t>32</a:t>
            </a:fld>
            <a:endParaRPr lang="en-US" altLang="en-US" sz="1000"/>
          </a:p>
        </p:txBody>
      </p:sp>
      <p:sp>
        <p:nvSpPr>
          <p:cNvPr id="36867" name="Rectangle 2"/>
          <p:cNvSpPr>
            <a:spLocks noGrp="1" noChangeArrowheads="1"/>
          </p:cNvSpPr>
          <p:nvPr>
            <p:ph type="title"/>
          </p:nvPr>
        </p:nvSpPr>
        <p:spPr/>
        <p:txBody>
          <a:bodyPr/>
          <a:lstStyle/>
          <a:p>
            <a:pPr eaLnBrk="1" hangingPunct="1"/>
            <a:r>
              <a:rPr lang="en-US" altLang="vi-VN"/>
              <a:t>Bài toán đường đi ngắn nhất</a:t>
            </a:r>
          </a:p>
        </p:txBody>
      </p:sp>
      <p:sp>
        <p:nvSpPr>
          <p:cNvPr id="36868" name="Rectangle 3"/>
          <p:cNvSpPr>
            <a:spLocks noGrp="1" noChangeArrowheads="1"/>
          </p:cNvSpPr>
          <p:nvPr>
            <p:ph type="body" idx="1"/>
          </p:nvPr>
        </p:nvSpPr>
        <p:spPr/>
        <p:txBody>
          <a:bodyPr/>
          <a:lstStyle/>
          <a:p>
            <a:pPr eaLnBrk="1" hangingPunct="1"/>
            <a:r>
              <a:rPr lang="da-DK" altLang="vi-VN" sz="2600"/>
              <a:t>Mở đầu</a:t>
            </a:r>
          </a:p>
          <a:p>
            <a:pPr lvl="1" eaLnBrk="1" hangingPunct="1"/>
            <a:r>
              <a:rPr lang="da-DK" altLang="vi-VN" sz="2200"/>
              <a:t>Mô hình hóa bài toán về đồ thị có trọng số</a:t>
            </a:r>
          </a:p>
          <a:p>
            <a:pPr lvl="1" eaLnBrk="1" hangingPunct="1"/>
            <a:r>
              <a:rPr lang="da-DK" altLang="vi-VN" sz="2200"/>
              <a:t>Đồ thị có hướng </a:t>
            </a:r>
            <a:r>
              <a:rPr lang="da-DK" altLang="vi-VN" sz="2200" i="1"/>
              <a:t>G</a:t>
            </a:r>
            <a:r>
              <a:rPr lang="da-DK" altLang="vi-VN" sz="2200"/>
              <a:t> = (</a:t>
            </a:r>
            <a:r>
              <a:rPr lang="da-DK" altLang="vi-VN" sz="2200" i="1"/>
              <a:t>V</a:t>
            </a:r>
            <a:r>
              <a:rPr lang="da-DK" altLang="vi-VN" sz="2200"/>
              <a:t>,</a:t>
            </a:r>
            <a:r>
              <a:rPr lang="da-DK" altLang="vi-VN" sz="2200" i="1"/>
              <a:t>E</a:t>
            </a:r>
            <a:r>
              <a:rPr lang="da-DK" altLang="vi-VN" sz="2200"/>
              <a:t>) với hàm trọng số </a:t>
            </a:r>
            <a:r>
              <a:rPr lang="en-US" altLang="vi-VN" sz="2200" i="1"/>
              <a:t>W</a:t>
            </a:r>
            <a:r>
              <a:rPr lang="en-US" altLang="vi-VN" sz="2200"/>
              <a:t>: </a:t>
            </a:r>
            <a:r>
              <a:rPr lang="en-US" altLang="vi-VN" sz="2200" i="1"/>
              <a:t>E</a:t>
            </a:r>
            <a:r>
              <a:rPr lang="en-US" altLang="vi-VN" sz="2200"/>
              <a:t> </a:t>
            </a:r>
            <a:r>
              <a:rPr lang="en-GB" altLang="vi-VN" sz="2200">
                <a:latin typeface="Symbol" panose="05050102010706020507" pitchFamily="18" charset="2"/>
              </a:rPr>
              <a:t>®</a:t>
            </a:r>
            <a:r>
              <a:rPr lang="en-US" altLang="vi-VN" sz="2200"/>
              <a:t> </a:t>
            </a:r>
            <a:r>
              <a:rPr lang="en-US" altLang="vi-VN" sz="2200" i="1"/>
              <a:t>R (</a:t>
            </a:r>
            <a:r>
              <a:rPr lang="en-US" altLang="vi-VN" sz="2200"/>
              <a:t>gán các giá trị thực cho các cạnh)</a:t>
            </a:r>
            <a:endParaRPr lang="da-DK" altLang="vi-VN" sz="2200"/>
          </a:p>
          <a:p>
            <a:pPr lvl="1" eaLnBrk="1" hangingPunct="1"/>
            <a:r>
              <a:rPr lang="da-DK" altLang="vi-VN" sz="2200"/>
              <a:t>Trọng số của đường đi </a:t>
            </a:r>
            <a:r>
              <a:rPr lang="da-DK" altLang="vi-VN" sz="2200" i="1"/>
              <a:t>p</a:t>
            </a:r>
            <a:r>
              <a:rPr lang="da-DK" altLang="vi-VN" sz="2200"/>
              <a:t> = </a:t>
            </a:r>
            <a:r>
              <a:rPr lang="da-DK" altLang="vi-VN" sz="2200" i="1"/>
              <a:t>v</a:t>
            </a:r>
            <a:r>
              <a:rPr lang="da-DK" altLang="vi-VN" sz="2200" baseline="-25000"/>
              <a:t>1</a:t>
            </a:r>
            <a:r>
              <a:rPr lang="da-DK" altLang="vi-VN" sz="2200"/>
              <a:t> </a:t>
            </a:r>
            <a:r>
              <a:rPr lang="en-GB" altLang="vi-VN" sz="2200">
                <a:latin typeface="Symbol" panose="05050102010706020507" pitchFamily="18" charset="2"/>
              </a:rPr>
              <a:t>®</a:t>
            </a:r>
            <a:r>
              <a:rPr lang="da-DK" altLang="vi-VN" sz="2200"/>
              <a:t> </a:t>
            </a:r>
            <a:r>
              <a:rPr lang="da-DK" altLang="vi-VN" sz="2200" i="1"/>
              <a:t>v</a:t>
            </a:r>
            <a:r>
              <a:rPr lang="da-DK" altLang="vi-VN" sz="2200" baseline="-25000"/>
              <a:t>2</a:t>
            </a:r>
            <a:r>
              <a:rPr lang="da-DK" altLang="vi-VN" sz="2200"/>
              <a:t> </a:t>
            </a:r>
            <a:r>
              <a:rPr lang="en-GB" altLang="vi-VN" sz="2200">
                <a:latin typeface="Symbol" panose="05050102010706020507" pitchFamily="18" charset="2"/>
              </a:rPr>
              <a:t>®</a:t>
            </a:r>
            <a:r>
              <a:rPr lang="da-DK" altLang="vi-VN" sz="2200"/>
              <a:t> … </a:t>
            </a:r>
            <a:r>
              <a:rPr lang="en-GB" altLang="vi-VN" sz="2200">
                <a:latin typeface="Symbol" panose="05050102010706020507" pitchFamily="18" charset="2"/>
              </a:rPr>
              <a:t>®</a:t>
            </a:r>
            <a:r>
              <a:rPr lang="da-DK" altLang="vi-VN" sz="2200"/>
              <a:t> </a:t>
            </a:r>
            <a:r>
              <a:rPr lang="da-DK" altLang="vi-VN" sz="2200" i="1"/>
              <a:t>v</a:t>
            </a:r>
            <a:r>
              <a:rPr lang="da-DK" altLang="vi-VN" sz="2200" baseline="-25000"/>
              <a:t>k</a:t>
            </a:r>
            <a:r>
              <a:rPr lang="da-DK" altLang="vi-VN" sz="2200"/>
              <a:t> là</a:t>
            </a:r>
          </a:p>
          <a:p>
            <a:pPr lvl="1" eaLnBrk="1" hangingPunct="1">
              <a:buFont typeface="Wingdings" panose="05000000000000000000" pitchFamily="2" charset="2"/>
              <a:buNone/>
            </a:pPr>
            <a:endParaRPr lang="da-DK" altLang="vi-VN" sz="2200"/>
          </a:p>
          <a:p>
            <a:pPr lvl="1" eaLnBrk="1" hangingPunct="1">
              <a:buFont typeface="Wingdings" panose="05000000000000000000" pitchFamily="2" charset="2"/>
              <a:buNone/>
            </a:pPr>
            <a:endParaRPr lang="da-DK" altLang="vi-VN" sz="3100"/>
          </a:p>
          <a:p>
            <a:pPr lvl="1" eaLnBrk="1" hangingPunct="1"/>
            <a:endParaRPr lang="da-DK" altLang="vi-VN" sz="2200"/>
          </a:p>
          <a:p>
            <a:pPr lvl="1" eaLnBrk="1" hangingPunct="1"/>
            <a:r>
              <a:rPr lang="da-DK" altLang="vi-VN" sz="2200"/>
              <a:t>Đường đi ngắn nhất là đường đi có trọng số nhỏ nhất</a:t>
            </a:r>
          </a:p>
        </p:txBody>
      </p:sp>
      <p:graphicFrame>
        <p:nvGraphicFramePr>
          <p:cNvPr id="36869" name="Object 4"/>
          <p:cNvGraphicFramePr>
            <a:graphicFrameLocks noGrp="1" noChangeAspect="1"/>
          </p:cNvGraphicFramePr>
          <p:nvPr>
            <p:ph sz="half" idx="4294967295"/>
          </p:nvPr>
        </p:nvGraphicFramePr>
        <p:xfrm>
          <a:off x="2895600" y="3810000"/>
          <a:ext cx="3124200" cy="1073150"/>
        </p:xfrm>
        <a:graphic>
          <a:graphicData uri="http://schemas.openxmlformats.org/presentationml/2006/ole">
            <mc:AlternateContent xmlns:mc="http://schemas.openxmlformats.org/markup-compatibility/2006">
              <mc:Choice xmlns:v="urn:schemas-microsoft-com:vml" Requires="v">
                <p:oleObj name="Equation" r:id="rId2" imgW="1257300" imgH="431800" progId="Equation.DSMT4">
                  <p:embed/>
                </p:oleObj>
              </mc:Choice>
              <mc:Fallback>
                <p:oleObj name="Equation" r:id="rId2" imgW="1257300" imgH="431800" progId="Equation.DSMT4">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3810000"/>
                        <a:ext cx="3124200" cy="107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0"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F559B70-3A2D-453A-B853-D094BBC30242}" type="slidenum">
              <a:rPr lang="en-US" altLang="en-US" sz="1000" smtClean="0"/>
              <a:pPr>
                <a:spcBef>
                  <a:spcPct val="0"/>
                </a:spcBef>
                <a:buClrTx/>
                <a:buSzTx/>
                <a:buFontTx/>
                <a:buNone/>
              </a:pPr>
              <a:t>33</a:t>
            </a:fld>
            <a:endParaRPr lang="en-US" altLang="en-US" sz="1000"/>
          </a:p>
        </p:txBody>
      </p:sp>
      <p:sp>
        <p:nvSpPr>
          <p:cNvPr id="37891" name="Rectangle 2"/>
          <p:cNvSpPr>
            <a:spLocks noGrp="1" noChangeArrowheads="1"/>
          </p:cNvSpPr>
          <p:nvPr>
            <p:ph type="title"/>
          </p:nvPr>
        </p:nvSpPr>
        <p:spPr/>
        <p:txBody>
          <a:bodyPr/>
          <a:lstStyle/>
          <a:p>
            <a:pPr eaLnBrk="1" hangingPunct="1"/>
            <a:r>
              <a:rPr lang="en-US" altLang="vi-VN"/>
              <a:t>Bài toán đường đi ngắn nhất</a:t>
            </a:r>
          </a:p>
        </p:txBody>
      </p:sp>
      <p:sp>
        <p:nvSpPr>
          <p:cNvPr id="37892" name="Rectangle 3"/>
          <p:cNvSpPr>
            <a:spLocks noGrp="1" noChangeArrowheads="1"/>
          </p:cNvSpPr>
          <p:nvPr>
            <p:ph type="body" idx="1"/>
          </p:nvPr>
        </p:nvSpPr>
        <p:spPr/>
        <p:txBody>
          <a:bodyPr/>
          <a:lstStyle/>
          <a:p>
            <a:pPr eaLnBrk="1" hangingPunct="1"/>
            <a:r>
              <a:rPr lang="da-DK" altLang="vi-VN"/>
              <a:t>Mở đầu</a:t>
            </a:r>
          </a:p>
          <a:p>
            <a:pPr lvl="1" eaLnBrk="1" hangingPunct="1"/>
            <a:r>
              <a:rPr lang="da-DK" altLang="vi-VN"/>
              <a:t>Ví dụ: Đường đi ngắn nhất giữa đỉnh 1 và 4:</a:t>
            </a:r>
          </a:p>
        </p:txBody>
      </p:sp>
      <p:sp>
        <p:nvSpPr>
          <p:cNvPr id="37893"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37894" name="Picture 5"/>
          <p:cNvPicPr>
            <a:picLocks noChangeAspect="1" noChangeArrowheads="1"/>
          </p:cNvPicPr>
          <p:nvPr/>
        </p:nvPicPr>
        <p:blipFill>
          <a:blip r:embed="rId2">
            <a:extLst>
              <a:ext uri="{28A0092B-C50C-407E-A947-70E740481C1C}">
                <a14:useLocalDpi xmlns:a14="http://schemas.microsoft.com/office/drawing/2010/main" val="0"/>
              </a:ext>
            </a:extLst>
          </a:blip>
          <a:srcRect r="44629"/>
          <a:stretch>
            <a:fillRect/>
          </a:stretch>
        </p:blipFill>
        <p:spPr bwMode="auto">
          <a:xfrm>
            <a:off x="2590800" y="3124200"/>
            <a:ext cx="3919538"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4CCB970-106C-4735-9706-AFA38881514B}" type="slidenum">
              <a:rPr lang="en-US" altLang="en-US" sz="1000" smtClean="0"/>
              <a:pPr>
                <a:spcBef>
                  <a:spcPct val="0"/>
                </a:spcBef>
                <a:buClrTx/>
                <a:buSzTx/>
                <a:buFontTx/>
                <a:buNone/>
              </a:pPr>
              <a:t>34</a:t>
            </a:fld>
            <a:endParaRPr lang="en-US" altLang="en-US" sz="1000"/>
          </a:p>
        </p:txBody>
      </p:sp>
      <p:sp>
        <p:nvSpPr>
          <p:cNvPr id="38915" name="Rectangle 2"/>
          <p:cNvSpPr>
            <a:spLocks noGrp="1" noChangeArrowheads="1"/>
          </p:cNvSpPr>
          <p:nvPr>
            <p:ph type="title"/>
          </p:nvPr>
        </p:nvSpPr>
        <p:spPr/>
        <p:txBody>
          <a:bodyPr/>
          <a:lstStyle/>
          <a:p>
            <a:pPr eaLnBrk="1" hangingPunct="1"/>
            <a:r>
              <a:rPr lang="en-US" altLang="vi-VN"/>
              <a:t>Bài toán đường đi ngắn nhất</a:t>
            </a:r>
          </a:p>
        </p:txBody>
      </p:sp>
      <p:sp>
        <p:nvSpPr>
          <p:cNvPr id="38916" name="Rectangle 3"/>
          <p:cNvSpPr>
            <a:spLocks noGrp="1" noChangeArrowheads="1"/>
          </p:cNvSpPr>
          <p:nvPr>
            <p:ph type="body" idx="1"/>
          </p:nvPr>
        </p:nvSpPr>
        <p:spPr>
          <a:xfrm>
            <a:off x="457200" y="1524000"/>
            <a:ext cx="8382000" cy="4447326"/>
          </a:xfrm>
        </p:spPr>
        <p:txBody>
          <a:bodyPr/>
          <a:lstStyle/>
          <a:p>
            <a:pPr eaLnBrk="1" hangingPunct="1"/>
            <a:r>
              <a:rPr lang="da-DK" altLang="vi-VN" dirty="0"/>
              <a:t>Thuật toán Dijkstra: Giả sử xuất phát từ đỉnh a</a:t>
            </a:r>
          </a:p>
          <a:p>
            <a:pPr lvl="1" eaLnBrk="1" hangingPunct="1"/>
            <a:r>
              <a:rPr lang="da-DK" altLang="vi-VN" dirty="0"/>
              <a:t>Ý tưởng</a:t>
            </a:r>
          </a:p>
          <a:p>
            <a:pPr lvl="2" eaLnBrk="1" hangingPunct="1"/>
            <a:r>
              <a:rPr lang="da-DK" altLang="vi-VN" dirty="0"/>
              <a:t>Ở mỗi lần lặp thì thuật toán sẽ tìm ra 1 đỉnh với đường đi ngắn nhất từ </a:t>
            </a:r>
            <a:r>
              <a:rPr lang="da-DK" altLang="vi-VN" i="1" dirty="0"/>
              <a:t>a</a:t>
            </a:r>
            <a:r>
              <a:rPr lang="da-DK" altLang="vi-VN" dirty="0"/>
              <a:t> tới đỉnh này là xác định.</a:t>
            </a:r>
            <a:endParaRPr lang="vi-VN" altLang="vi-VN" dirty="0"/>
          </a:p>
        </p:txBody>
      </p:sp>
      <p:sp>
        <p:nvSpPr>
          <p:cNvPr id="38917"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2" name="Ảnh 1"/>
          <p:cNvPicPr>
            <a:picLocks noChangeAspect="1"/>
          </p:cNvPicPr>
          <p:nvPr/>
        </p:nvPicPr>
        <p:blipFill>
          <a:blip r:embed="rId2"/>
          <a:stretch>
            <a:fillRect/>
          </a:stretch>
        </p:blipFill>
        <p:spPr>
          <a:xfrm>
            <a:off x="839243" y="3592882"/>
            <a:ext cx="7628660" cy="22253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8916">
                                            <p:txEl>
                                              <p:pRg st="0" end="0"/>
                                            </p:txEl>
                                          </p:spTgt>
                                        </p:tgtEl>
                                        <p:attrNameLst>
                                          <p:attrName>style.visibility</p:attrName>
                                        </p:attrNameLst>
                                      </p:cBhvr>
                                      <p:to>
                                        <p:strVal val="visible"/>
                                      </p:to>
                                    </p:set>
                                    <p:animEffect transition="in" filter="fade">
                                      <p:cBhvr>
                                        <p:cTn id="7" dur="1000"/>
                                        <p:tgtEl>
                                          <p:spTgt spid="38916">
                                            <p:txEl>
                                              <p:pRg st="0" end="0"/>
                                            </p:txEl>
                                          </p:spTgt>
                                        </p:tgtEl>
                                      </p:cBhvr>
                                    </p:animEffect>
                                    <p:anim calcmode="lin" valueType="num">
                                      <p:cBhvr>
                                        <p:cTn id="8" dur="1000" fill="hold"/>
                                        <p:tgtEl>
                                          <p:spTgt spid="389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891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8916">
                                            <p:txEl>
                                              <p:pRg st="1" end="1"/>
                                            </p:txEl>
                                          </p:spTgt>
                                        </p:tgtEl>
                                        <p:attrNameLst>
                                          <p:attrName>style.visibility</p:attrName>
                                        </p:attrNameLst>
                                      </p:cBhvr>
                                      <p:to>
                                        <p:strVal val="visible"/>
                                      </p:to>
                                    </p:set>
                                    <p:animEffect transition="in" filter="fade">
                                      <p:cBhvr>
                                        <p:cTn id="12" dur="1000"/>
                                        <p:tgtEl>
                                          <p:spTgt spid="38916">
                                            <p:txEl>
                                              <p:pRg st="1" end="1"/>
                                            </p:txEl>
                                          </p:spTgt>
                                        </p:tgtEl>
                                      </p:cBhvr>
                                    </p:animEffect>
                                    <p:anim calcmode="lin" valueType="num">
                                      <p:cBhvr>
                                        <p:cTn id="13" dur="1000" fill="hold"/>
                                        <p:tgtEl>
                                          <p:spTgt spid="3891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891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8916">
                                            <p:txEl>
                                              <p:pRg st="2" end="2"/>
                                            </p:txEl>
                                          </p:spTgt>
                                        </p:tgtEl>
                                        <p:attrNameLst>
                                          <p:attrName>style.visibility</p:attrName>
                                        </p:attrNameLst>
                                      </p:cBhvr>
                                      <p:to>
                                        <p:strVal val="visible"/>
                                      </p:to>
                                    </p:set>
                                    <p:animEffect transition="in" filter="fade">
                                      <p:cBhvr>
                                        <p:cTn id="17" dur="1000"/>
                                        <p:tgtEl>
                                          <p:spTgt spid="38916">
                                            <p:txEl>
                                              <p:pRg st="2" end="2"/>
                                            </p:txEl>
                                          </p:spTgt>
                                        </p:tgtEl>
                                      </p:cBhvr>
                                    </p:animEffect>
                                    <p:anim calcmode="lin" valueType="num">
                                      <p:cBhvr>
                                        <p:cTn id="18" dur="1000" fill="hold"/>
                                        <p:tgtEl>
                                          <p:spTgt spid="3891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891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124154D-4C4F-464D-B2E3-B850F054D6F7}" type="slidenum">
              <a:rPr lang="en-US" altLang="en-US" sz="1000" smtClean="0"/>
              <a:pPr>
                <a:spcBef>
                  <a:spcPct val="0"/>
                </a:spcBef>
                <a:buClrTx/>
                <a:buSzTx/>
                <a:buFontTx/>
                <a:buNone/>
              </a:pPr>
              <a:t>35</a:t>
            </a:fld>
            <a:endParaRPr lang="en-US" altLang="en-US" sz="1000"/>
          </a:p>
        </p:txBody>
      </p:sp>
      <p:sp>
        <p:nvSpPr>
          <p:cNvPr id="40963" name="Rectangle 2"/>
          <p:cNvSpPr>
            <a:spLocks noGrp="1" noChangeArrowheads="1"/>
          </p:cNvSpPr>
          <p:nvPr>
            <p:ph type="title"/>
          </p:nvPr>
        </p:nvSpPr>
        <p:spPr/>
        <p:txBody>
          <a:bodyPr/>
          <a:lstStyle/>
          <a:p>
            <a:pPr eaLnBrk="1" hangingPunct="1"/>
            <a:r>
              <a:rPr lang="en-US" altLang="vi-VN"/>
              <a:t>Bài toán đường đi ngắn nhất</a:t>
            </a:r>
          </a:p>
        </p:txBody>
      </p:sp>
      <p:sp>
        <p:nvSpPr>
          <p:cNvPr id="40964" name="Rectangle 3"/>
          <p:cNvSpPr>
            <a:spLocks noGrp="1" noChangeArrowheads="1"/>
          </p:cNvSpPr>
          <p:nvPr>
            <p:ph type="body" idx="1"/>
          </p:nvPr>
        </p:nvSpPr>
        <p:spPr>
          <a:xfrm>
            <a:off x="457200" y="1719263"/>
            <a:ext cx="8458200" cy="4411662"/>
          </a:xfrm>
        </p:spPr>
        <p:txBody>
          <a:bodyPr/>
          <a:lstStyle/>
          <a:p>
            <a:pPr eaLnBrk="1" hangingPunct="1">
              <a:lnSpc>
                <a:spcPct val="90000"/>
              </a:lnSpc>
            </a:pPr>
            <a:r>
              <a:rPr lang="da-DK" altLang="vi-VN" sz="2600"/>
              <a:t>Thuật toán Dijkstra</a:t>
            </a:r>
          </a:p>
          <a:p>
            <a:pPr lvl="1" eaLnBrk="1" hangingPunct="1">
              <a:lnSpc>
                <a:spcPct val="90000"/>
              </a:lnSpc>
            </a:pPr>
            <a:r>
              <a:rPr lang="da-DK" altLang="vi-VN" sz="2200"/>
              <a:t>Thuật toán (Tìm đường đi ngắn nhất từ a đến z)</a:t>
            </a:r>
          </a:p>
          <a:p>
            <a:pPr lvl="2" eaLnBrk="1" hangingPunct="1">
              <a:lnSpc>
                <a:spcPct val="90000"/>
              </a:lnSpc>
            </a:pPr>
            <a:r>
              <a:rPr lang="da-DK" altLang="vi-VN" sz="2100"/>
              <a:t>Bước 1: Khởi tạo</a:t>
            </a:r>
          </a:p>
          <a:p>
            <a:pPr lvl="3" eaLnBrk="1" hangingPunct="1">
              <a:lnSpc>
                <a:spcPct val="90000"/>
              </a:lnSpc>
            </a:pPr>
            <a:r>
              <a:rPr lang="da-DK" altLang="vi-VN" sz="1800"/>
              <a:t>L(a) = 0;  L(v)=vo cung lon, </a:t>
            </a:r>
            <a:r>
              <a:rPr lang="da-DK" altLang="vi-VN" sz="1800">
                <a:sym typeface="Symbol" panose="05050102010706020507" pitchFamily="18" charset="2"/>
              </a:rPr>
              <a:t>S = </a:t>
            </a:r>
          </a:p>
          <a:p>
            <a:pPr lvl="2" eaLnBrk="1" hangingPunct="1">
              <a:lnSpc>
                <a:spcPct val="90000"/>
              </a:lnSpc>
            </a:pPr>
            <a:r>
              <a:rPr lang="da-DK" altLang="vi-VN" sz="2100"/>
              <a:t>Bước 2: Nếu z</a:t>
            </a:r>
            <a:r>
              <a:rPr lang="da-DK" altLang="vi-VN" sz="2100">
                <a:sym typeface="Symbol" panose="05050102010706020507" pitchFamily="18" charset="2"/>
              </a:rPr>
              <a:t>S </a:t>
            </a:r>
            <a:r>
              <a:rPr lang="da-DK" altLang="vi-VN" sz="2100"/>
              <a:t>thì kết thúc</a:t>
            </a:r>
          </a:p>
          <a:p>
            <a:pPr lvl="2" eaLnBrk="1" hangingPunct="1">
              <a:lnSpc>
                <a:spcPct val="90000"/>
              </a:lnSpc>
            </a:pPr>
            <a:r>
              <a:rPr lang="da-DK" altLang="vi-VN" sz="2100"/>
              <a:t>Bước 3: Chọn đỉnh</a:t>
            </a:r>
          </a:p>
          <a:p>
            <a:pPr lvl="3" eaLnBrk="1" hangingPunct="1">
              <a:lnSpc>
                <a:spcPct val="90000"/>
              </a:lnSpc>
            </a:pPr>
            <a:r>
              <a:rPr lang="da-DK" altLang="vi-VN" sz="1800"/>
              <a:t>Chọn u sao cho:</a:t>
            </a:r>
            <a:r>
              <a:rPr lang="da-DK" altLang="vi-VN" sz="1800">
                <a:sym typeface="Symbol" panose="05050102010706020507" pitchFamily="18" charset="2"/>
              </a:rPr>
              <a:t> 	L(u) = min { L(v) | v  S}</a:t>
            </a:r>
          </a:p>
          <a:p>
            <a:pPr lvl="3" eaLnBrk="1" hangingPunct="1">
              <a:lnSpc>
                <a:spcPct val="90000"/>
              </a:lnSpc>
            </a:pPr>
            <a:r>
              <a:rPr lang="da-DK" altLang="vi-VN" sz="1800">
                <a:sym typeface="Symbol" panose="05050102010706020507" pitchFamily="18" charset="2"/>
              </a:rPr>
              <a:t>Đưa u vào tập S: 	S = S  {u}</a:t>
            </a:r>
          </a:p>
          <a:p>
            <a:pPr lvl="2" eaLnBrk="1" hangingPunct="1">
              <a:lnSpc>
                <a:spcPct val="90000"/>
              </a:lnSpc>
            </a:pPr>
            <a:r>
              <a:rPr lang="da-DK" altLang="vi-VN" sz="2100"/>
              <a:t>Bước 4: Sửa nhãn</a:t>
            </a:r>
          </a:p>
          <a:p>
            <a:pPr lvl="3" eaLnBrk="1" hangingPunct="1">
              <a:lnSpc>
                <a:spcPct val="90000"/>
              </a:lnSpc>
            </a:pPr>
            <a:r>
              <a:rPr lang="da-DK" altLang="vi-VN" sz="1800"/>
              <a:t>Với mỗi đỉnh v (</a:t>
            </a:r>
            <a:r>
              <a:rPr lang="da-DK" altLang="vi-VN" sz="1800">
                <a:sym typeface="Symbol" panose="05050102010706020507" pitchFamily="18" charset="2"/>
              </a:rPr>
              <a:t>v  S) </a:t>
            </a:r>
            <a:r>
              <a:rPr lang="da-DK" altLang="vi-VN" sz="1800"/>
              <a:t>kề với u </a:t>
            </a:r>
          </a:p>
          <a:p>
            <a:pPr lvl="4" eaLnBrk="1" hangingPunct="1">
              <a:lnSpc>
                <a:spcPct val="90000"/>
              </a:lnSpc>
            </a:pPr>
            <a:r>
              <a:rPr lang="da-DK" altLang="vi-VN" sz="1800"/>
              <a:t>L(v) = min { L(v); L(u) + w(uv) }</a:t>
            </a:r>
            <a:r>
              <a:rPr lang="da-DK" altLang="vi-VN" sz="1800">
                <a:solidFill>
                  <a:srgbClr val="FF0000"/>
                </a:solidFill>
              </a:rPr>
              <a:t> (ký hiệu w(uv)=trọng số cạnh uv)</a:t>
            </a:r>
          </a:p>
          <a:p>
            <a:pPr lvl="2" eaLnBrk="1" hangingPunct="1">
              <a:lnSpc>
                <a:spcPct val="90000"/>
              </a:lnSpc>
            </a:pPr>
            <a:r>
              <a:rPr lang="da-DK" altLang="vi-VN" sz="2100"/>
              <a:t>Bước 5: Quay lại Bước 2</a:t>
            </a:r>
          </a:p>
        </p:txBody>
      </p:sp>
      <p:sp>
        <p:nvSpPr>
          <p:cNvPr id="40965"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8368F60-549A-4698-8124-2C547CB9F002}" type="slidenum">
              <a:rPr lang="en-US" altLang="en-US" sz="1000" smtClean="0"/>
              <a:pPr>
                <a:spcBef>
                  <a:spcPct val="0"/>
                </a:spcBef>
                <a:buClrTx/>
                <a:buSzTx/>
                <a:buFontTx/>
                <a:buNone/>
              </a:pPr>
              <a:t>36</a:t>
            </a:fld>
            <a:endParaRPr lang="en-US" altLang="en-US" sz="1000"/>
          </a:p>
        </p:txBody>
      </p:sp>
      <p:sp>
        <p:nvSpPr>
          <p:cNvPr id="41987" name="Rectangle 2"/>
          <p:cNvSpPr>
            <a:spLocks noGrp="1" noChangeArrowheads="1"/>
          </p:cNvSpPr>
          <p:nvPr>
            <p:ph type="title"/>
          </p:nvPr>
        </p:nvSpPr>
        <p:spPr/>
        <p:txBody>
          <a:bodyPr/>
          <a:lstStyle/>
          <a:p>
            <a:pPr eaLnBrk="1" hangingPunct="1"/>
            <a:r>
              <a:rPr lang="en-US" altLang="vi-VN"/>
              <a:t>Bài toán đường đi ngắn nhất</a:t>
            </a:r>
          </a:p>
        </p:txBody>
      </p:sp>
      <p:sp>
        <p:nvSpPr>
          <p:cNvPr id="41988" name="Rectangle 3"/>
          <p:cNvSpPr>
            <a:spLocks noGrp="1" noChangeArrowheads="1"/>
          </p:cNvSpPr>
          <p:nvPr>
            <p:ph type="body" idx="1"/>
          </p:nvPr>
        </p:nvSpPr>
        <p:spPr>
          <a:xfrm>
            <a:off x="457200" y="1752600"/>
            <a:ext cx="8229600" cy="4411663"/>
          </a:xfrm>
        </p:spPr>
        <p:txBody>
          <a:bodyPr/>
          <a:lstStyle/>
          <a:p>
            <a:pPr eaLnBrk="1" hangingPunct="1"/>
            <a:r>
              <a:rPr lang="da-DK" altLang="vi-VN" dirty="0"/>
              <a:t>Thuật toán Dijkstra</a:t>
            </a:r>
          </a:p>
          <a:p>
            <a:pPr lvl="1" eaLnBrk="1" hangingPunct="1"/>
            <a:r>
              <a:rPr lang="da-DK" altLang="vi-VN" dirty="0"/>
              <a:t>Ví dụ</a:t>
            </a:r>
          </a:p>
          <a:p>
            <a:pPr lvl="2" eaLnBrk="1" hangingPunct="1"/>
            <a:r>
              <a:rPr lang="da-DK" altLang="vi-VN" dirty="0"/>
              <a:t>Tìm đường đi ngắn nhất giữa đỉnh </a:t>
            </a:r>
            <a:r>
              <a:rPr lang="da-DK" altLang="vi-VN" i="1" dirty="0"/>
              <a:t>a</a:t>
            </a:r>
            <a:r>
              <a:rPr lang="da-DK" altLang="vi-VN" dirty="0"/>
              <a:t> và </a:t>
            </a:r>
            <a:r>
              <a:rPr lang="da-DK" altLang="vi-VN" i="1" dirty="0"/>
              <a:t>z</a:t>
            </a:r>
            <a:r>
              <a:rPr lang="da-DK" altLang="vi-VN" dirty="0"/>
              <a:t>?</a:t>
            </a:r>
          </a:p>
        </p:txBody>
      </p:sp>
      <p:pic>
        <p:nvPicPr>
          <p:cNvPr id="4198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6100" y="3375819"/>
            <a:ext cx="2971800"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0"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
        <p:nvSpPr>
          <p:cNvPr id="7" name="Rectangle 6"/>
          <p:cNvSpPr>
            <a:spLocks noChangeArrowheads="1"/>
          </p:cNvSpPr>
          <p:nvPr/>
        </p:nvSpPr>
        <p:spPr bwMode="auto">
          <a:xfrm>
            <a:off x="1600200" y="5562600"/>
            <a:ext cx="5105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dirty="0" err="1"/>
              <a:t>Đáp</a:t>
            </a:r>
            <a:r>
              <a:rPr lang="en-US" altLang="vi-VN" sz="1800" dirty="0"/>
              <a:t> </a:t>
            </a:r>
            <a:r>
              <a:rPr lang="en-US" altLang="vi-VN" sz="1800" dirty="0" err="1"/>
              <a:t>án</a:t>
            </a:r>
            <a:r>
              <a:rPr lang="en-US" altLang="vi-VN" sz="1800" dirty="0"/>
              <a:t>: </a:t>
            </a:r>
            <a:r>
              <a:rPr lang="en-US" altLang="vi-VN" sz="1800" dirty="0" err="1"/>
              <a:t>đường</a:t>
            </a:r>
            <a:r>
              <a:rPr lang="en-US" altLang="vi-VN" sz="1800" dirty="0"/>
              <a:t> </a:t>
            </a:r>
            <a:r>
              <a:rPr lang="en-US" altLang="vi-VN" sz="1800" dirty="0" err="1"/>
              <a:t>đi</a:t>
            </a:r>
            <a:r>
              <a:rPr lang="en-US" altLang="vi-VN" sz="1800" dirty="0"/>
              <a:t> </a:t>
            </a:r>
            <a:r>
              <a:rPr lang="en-US" altLang="vi-VN" sz="1800" dirty="0" err="1"/>
              <a:t>ngắn</a:t>
            </a:r>
            <a:r>
              <a:rPr lang="en-US" altLang="vi-VN" sz="1800" dirty="0"/>
              <a:t> </a:t>
            </a:r>
            <a:r>
              <a:rPr lang="en-US" altLang="vi-VN" sz="1800" dirty="0" err="1"/>
              <a:t>nhất</a:t>
            </a:r>
            <a:r>
              <a:rPr lang="en-US" altLang="vi-VN" sz="1800" dirty="0"/>
              <a:t>: </a:t>
            </a:r>
            <a:r>
              <a:rPr lang="en-US" altLang="vi-VN" sz="1800" dirty="0" err="1"/>
              <a:t>abedz</a:t>
            </a:r>
            <a:r>
              <a:rPr lang="en-US" altLang="vi-VN" sz="1800" dirty="0"/>
              <a:t>, </a:t>
            </a:r>
            <a:r>
              <a:rPr lang="en-US" altLang="vi-VN" sz="1800" dirty="0" err="1"/>
              <a:t>độ</a:t>
            </a:r>
            <a:r>
              <a:rPr lang="en-US" altLang="vi-VN" sz="1800" dirty="0"/>
              <a:t> </a:t>
            </a:r>
            <a:r>
              <a:rPr lang="en-US" altLang="vi-VN" sz="1800" dirty="0" err="1"/>
              <a:t>dài</a:t>
            </a:r>
            <a:r>
              <a:rPr lang="en-US" altLang="vi-VN" sz="1800" dirty="0"/>
              <a:t> 7.</a:t>
            </a:r>
            <a:endParaRPr lang="ru-RU" altLang="vi-VN" sz="18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F9C4130-DE7E-40EB-A285-375B87337E34}" type="slidenum">
              <a:rPr lang="en-US" altLang="en-US" sz="1000" smtClean="0"/>
              <a:pPr>
                <a:spcBef>
                  <a:spcPct val="0"/>
                </a:spcBef>
                <a:buClrTx/>
                <a:buSzTx/>
                <a:buFontTx/>
                <a:buNone/>
              </a:pPr>
              <a:t>37</a:t>
            </a:fld>
            <a:endParaRPr lang="en-US" altLang="en-US" sz="1000"/>
          </a:p>
        </p:txBody>
      </p:sp>
      <p:sp>
        <p:nvSpPr>
          <p:cNvPr id="43011"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23317"/>
            <a:ext cx="2456033" cy="166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Ảnh 3"/>
          <p:cNvPicPr>
            <a:picLocks noChangeAspect="1"/>
          </p:cNvPicPr>
          <p:nvPr/>
        </p:nvPicPr>
        <p:blipFill>
          <a:blip r:embed="rId3"/>
          <a:stretch>
            <a:fillRect/>
          </a:stretch>
        </p:blipFill>
        <p:spPr>
          <a:xfrm>
            <a:off x="1054274" y="2558446"/>
            <a:ext cx="428625" cy="304800"/>
          </a:xfrm>
          <a:prstGeom prst="rect">
            <a:avLst/>
          </a:prstGeom>
        </p:spPr>
      </p:pic>
      <p:sp>
        <p:nvSpPr>
          <p:cNvPr id="43019" name="Hình chữ nhật 43018"/>
          <p:cNvSpPr/>
          <p:nvPr/>
        </p:nvSpPr>
        <p:spPr>
          <a:xfrm>
            <a:off x="3365908" y="1028431"/>
            <a:ext cx="3913251" cy="369332"/>
          </a:xfrm>
          <a:prstGeom prst="rect">
            <a:avLst/>
          </a:prstGeom>
        </p:spPr>
        <p:txBody>
          <a:bodyPr wrap="none">
            <a:spAutoFit/>
          </a:bodyPr>
          <a:lstStyle/>
          <a:p>
            <a:r>
              <a:rPr lang="da-DK" altLang="vi-VN" dirty="0"/>
              <a:t>đường đi ngắn nhất giữa đỉnh </a:t>
            </a:r>
            <a:r>
              <a:rPr lang="da-DK" altLang="vi-VN" i="1" dirty="0"/>
              <a:t>a</a:t>
            </a:r>
            <a:r>
              <a:rPr lang="da-DK" altLang="vi-VN" dirty="0"/>
              <a:t> và </a:t>
            </a:r>
            <a:r>
              <a:rPr lang="da-DK" altLang="vi-VN" i="1" dirty="0"/>
              <a:t>z</a:t>
            </a:r>
            <a:endParaRPr lang="vi-VN" dirty="0"/>
          </a:p>
        </p:txBody>
      </p:sp>
      <p:pic>
        <p:nvPicPr>
          <p:cNvPr id="17" name="Ảnh 16"/>
          <p:cNvPicPr>
            <a:picLocks noChangeAspect="1"/>
          </p:cNvPicPr>
          <p:nvPr/>
        </p:nvPicPr>
        <p:blipFill>
          <a:blip r:embed="rId4"/>
          <a:stretch>
            <a:fillRect/>
          </a:stretch>
        </p:blipFill>
        <p:spPr>
          <a:xfrm>
            <a:off x="1279301" y="2175180"/>
            <a:ext cx="6242399" cy="342900"/>
          </a:xfrm>
          <a:prstGeom prst="rect">
            <a:avLst/>
          </a:prstGeom>
        </p:spPr>
      </p:pic>
      <p:sp>
        <p:nvSpPr>
          <p:cNvPr id="41" name="Rectangle 20"/>
          <p:cNvSpPr>
            <a:spLocks noChangeArrowheads="1"/>
          </p:cNvSpPr>
          <p:nvPr/>
        </p:nvSpPr>
        <p:spPr bwMode="auto">
          <a:xfrm>
            <a:off x="1067844" y="4844758"/>
            <a:ext cx="7543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vi-VN" sz="1800" dirty="0" err="1"/>
              <a:t>Đường</a:t>
            </a:r>
            <a:r>
              <a:rPr lang="en-US" altLang="vi-VN" sz="1800" dirty="0"/>
              <a:t> </a:t>
            </a:r>
            <a:r>
              <a:rPr lang="en-US" altLang="vi-VN" sz="1800" dirty="0" err="1"/>
              <a:t>đi</a:t>
            </a:r>
            <a:r>
              <a:rPr lang="en-US" altLang="vi-VN" sz="1800" dirty="0"/>
              <a:t> </a:t>
            </a:r>
            <a:r>
              <a:rPr lang="en-US" altLang="vi-VN" sz="1800" dirty="0" err="1"/>
              <a:t>ngắn</a:t>
            </a:r>
            <a:r>
              <a:rPr lang="en-US" altLang="vi-VN" sz="1800" dirty="0"/>
              <a:t> </a:t>
            </a:r>
            <a:r>
              <a:rPr lang="en-US" altLang="vi-VN" sz="1800" dirty="0" err="1"/>
              <a:t>nhất</a:t>
            </a:r>
            <a:r>
              <a:rPr lang="en-US" altLang="vi-VN" sz="1800" dirty="0"/>
              <a:t>: </a:t>
            </a:r>
            <a:r>
              <a:rPr lang="en-US" altLang="vi-VN" sz="1800" dirty="0" err="1"/>
              <a:t>abedz</a:t>
            </a:r>
            <a:r>
              <a:rPr lang="en-US" altLang="vi-VN" sz="1800" dirty="0"/>
              <a:t>, </a:t>
            </a:r>
            <a:r>
              <a:rPr lang="en-US" altLang="vi-VN" sz="1800" dirty="0" err="1"/>
              <a:t>độ</a:t>
            </a:r>
            <a:r>
              <a:rPr lang="en-US" altLang="vi-VN" sz="1800" dirty="0"/>
              <a:t> </a:t>
            </a:r>
            <a:r>
              <a:rPr lang="en-US" altLang="vi-VN" sz="1800" dirty="0" err="1"/>
              <a:t>dài</a:t>
            </a:r>
            <a:r>
              <a:rPr lang="en-US" altLang="vi-VN" sz="1800" dirty="0"/>
              <a:t> 7.</a:t>
            </a:r>
          </a:p>
          <a:p>
            <a:pPr eaLnBrk="1" hangingPunct="1">
              <a:spcBef>
                <a:spcPct val="0"/>
              </a:spcBef>
              <a:buClrTx/>
              <a:buSzTx/>
              <a:buFontTx/>
              <a:buNone/>
            </a:pPr>
            <a:r>
              <a:rPr lang="en-US" altLang="vi-VN" sz="1800" dirty="0" err="1"/>
              <a:t>Nếu</a:t>
            </a:r>
            <a:r>
              <a:rPr lang="en-US" altLang="vi-VN" sz="1800" dirty="0"/>
              <a:t> </a:t>
            </a:r>
            <a:r>
              <a:rPr lang="en-US" altLang="vi-VN" sz="1800" dirty="0" err="1"/>
              <a:t>hỏi</a:t>
            </a:r>
            <a:r>
              <a:rPr lang="en-US" altLang="vi-VN" sz="1800" dirty="0"/>
              <a:t> </a:t>
            </a:r>
            <a:r>
              <a:rPr lang="en-US" altLang="vi-VN" sz="1800" dirty="0" err="1"/>
              <a:t>độ</a:t>
            </a:r>
            <a:r>
              <a:rPr lang="en-US" altLang="vi-VN" sz="1800" dirty="0"/>
              <a:t> </a:t>
            </a:r>
            <a:r>
              <a:rPr lang="en-US" altLang="vi-VN" sz="1800" dirty="0" err="1"/>
              <a:t>dài</a:t>
            </a:r>
            <a:r>
              <a:rPr lang="en-US" altLang="vi-VN" sz="1800" dirty="0"/>
              <a:t> </a:t>
            </a:r>
            <a:r>
              <a:rPr lang="en-US" altLang="vi-VN" sz="1800" dirty="0" err="1"/>
              <a:t>ngắn</a:t>
            </a:r>
            <a:r>
              <a:rPr lang="en-US" altLang="vi-VN" sz="1800" dirty="0"/>
              <a:t> </a:t>
            </a:r>
            <a:r>
              <a:rPr lang="en-US" altLang="vi-VN" sz="1800" dirty="0" err="1"/>
              <a:t>nhất</a:t>
            </a:r>
            <a:r>
              <a:rPr lang="en-US" altLang="vi-VN" sz="1800" dirty="0"/>
              <a:t> </a:t>
            </a:r>
            <a:r>
              <a:rPr lang="en-US" altLang="vi-VN" sz="1800" dirty="0" err="1"/>
              <a:t>đi</a:t>
            </a:r>
            <a:r>
              <a:rPr lang="en-US" altLang="vi-VN" sz="1800" dirty="0"/>
              <a:t> </a:t>
            </a:r>
            <a:r>
              <a:rPr lang="en-US" altLang="vi-VN" sz="1800" dirty="0" err="1"/>
              <a:t>từ</a:t>
            </a:r>
            <a:r>
              <a:rPr lang="en-US" altLang="vi-VN" sz="1800" dirty="0"/>
              <a:t> a </a:t>
            </a:r>
            <a:r>
              <a:rPr lang="en-US" altLang="vi-VN" sz="1800" dirty="0" err="1"/>
              <a:t>đến</a:t>
            </a:r>
            <a:r>
              <a:rPr lang="en-US" altLang="vi-VN" sz="1800" dirty="0"/>
              <a:t> d </a:t>
            </a:r>
            <a:r>
              <a:rPr lang="en-US" altLang="vi-VN" sz="1800" dirty="0" err="1"/>
              <a:t>thì</a:t>
            </a:r>
            <a:r>
              <a:rPr lang="en-US" altLang="vi-VN" sz="1800" dirty="0"/>
              <a:t> </a:t>
            </a:r>
            <a:r>
              <a:rPr lang="en-US" altLang="vi-VN" sz="1800" dirty="0" err="1"/>
              <a:t>đáp</a:t>
            </a:r>
            <a:r>
              <a:rPr lang="en-US" altLang="vi-VN" sz="1800" dirty="0"/>
              <a:t> </a:t>
            </a:r>
            <a:r>
              <a:rPr lang="en-US" altLang="vi-VN" sz="1800" dirty="0" err="1"/>
              <a:t>số</a:t>
            </a:r>
            <a:r>
              <a:rPr lang="en-US" altLang="vi-VN" sz="1800" dirty="0"/>
              <a:t> </a:t>
            </a:r>
            <a:r>
              <a:rPr lang="en-US" altLang="vi-VN" sz="1800" dirty="0" err="1"/>
              <a:t>là</a:t>
            </a:r>
            <a:r>
              <a:rPr lang="en-US" altLang="vi-VN" sz="1800" dirty="0"/>
              <a:t>……?? </a:t>
            </a:r>
            <a:r>
              <a:rPr lang="en-US" altLang="vi-VN" sz="1800" dirty="0" err="1"/>
              <a:t>Và</a:t>
            </a:r>
            <a:r>
              <a:rPr lang="en-US" altLang="vi-VN" sz="1800" dirty="0"/>
              <a:t> </a:t>
            </a:r>
            <a:r>
              <a:rPr lang="en-US" altLang="vi-VN" sz="1800" dirty="0" err="1"/>
              <a:t>đường</a:t>
            </a:r>
            <a:r>
              <a:rPr lang="en-US" altLang="vi-VN" sz="1800" dirty="0"/>
              <a:t> </a:t>
            </a:r>
            <a:r>
              <a:rPr lang="en-US" altLang="vi-VN" sz="1800" dirty="0" err="1"/>
              <a:t>đi</a:t>
            </a:r>
            <a:r>
              <a:rPr lang="en-US" altLang="vi-VN" sz="1800" dirty="0"/>
              <a:t> </a:t>
            </a:r>
            <a:r>
              <a:rPr lang="en-US" altLang="vi-VN" sz="1800" dirty="0" err="1"/>
              <a:t>là</a:t>
            </a:r>
            <a:r>
              <a:rPr lang="en-US" altLang="vi-VN" sz="1800" dirty="0"/>
              <a:t>……….</a:t>
            </a:r>
            <a:endParaRPr lang="ru-RU" altLang="vi-VN" sz="1800" dirty="0"/>
          </a:p>
        </p:txBody>
      </p:sp>
      <p:pic>
        <p:nvPicPr>
          <p:cNvPr id="5" name="Ảnh 4"/>
          <p:cNvPicPr>
            <a:picLocks noChangeAspect="1"/>
          </p:cNvPicPr>
          <p:nvPr/>
        </p:nvPicPr>
        <p:blipFill>
          <a:blip r:embed="rId5"/>
          <a:stretch>
            <a:fillRect/>
          </a:stretch>
        </p:blipFill>
        <p:spPr>
          <a:xfrm>
            <a:off x="1305612" y="2502716"/>
            <a:ext cx="6204559" cy="352425"/>
          </a:xfrm>
          <a:prstGeom prst="rect">
            <a:avLst/>
          </a:prstGeom>
        </p:spPr>
      </p:pic>
      <p:pic>
        <p:nvPicPr>
          <p:cNvPr id="6" name="Ảnh 5"/>
          <p:cNvPicPr>
            <a:picLocks noChangeAspect="1"/>
          </p:cNvPicPr>
          <p:nvPr/>
        </p:nvPicPr>
        <p:blipFill>
          <a:blip r:embed="rId6"/>
          <a:stretch>
            <a:fillRect/>
          </a:stretch>
        </p:blipFill>
        <p:spPr>
          <a:xfrm>
            <a:off x="2740509" y="2541517"/>
            <a:ext cx="104775" cy="123825"/>
          </a:xfrm>
          <a:prstGeom prst="rect">
            <a:avLst/>
          </a:prstGeom>
        </p:spPr>
      </p:pic>
      <p:pic>
        <p:nvPicPr>
          <p:cNvPr id="13" name="Ảnh 12"/>
          <p:cNvPicPr>
            <a:picLocks noChangeAspect="1"/>
          </p:cNvPicPr>
          <p:nvPr/>
        </p:nvPicPr>
        <p:blipFill>
          <a:blip r:embed="rId7"/>
          <a:stretch>
            <a:fillRect/>
          </a:stretch>
        </p:blipFill>
        <p:spPr>
          <a:xfrm>
            <a:off x="1277515" y="2815448"/>
            <a:ext cx="6204933" cy="314325"/>
          </a:xfrm>
          <a:prstGeom prst="rect">
            <a:avLst/>
          </a:prstGeom>
        </p:spPr>
      </p:pic>
      <p:pic>
        <p:nvPicPr>
          <p:cNvPr id="14" name="Ảnh 13"/>
          <p:cNvPicPr>
            <a:picLocks noChangeAspect="1"/>
          </p:cNvPicPr>
          <p:nvPr/>
        </p:nvPicPr>
        <p:blipFill>
          <a:blip r:embed="rId8"/>
          <a:stretch>
            <a:fillRect/>
          </a:stretch>
        </p:blipFill>
        <p:spPr>
          <a:xfrm>
            <a:off x="3039431" y="2865338"/>
            <a:ext cx="276225" cy="247650"/>
          </a:xfrm>
          <a:prstGeom prst="rect">
            <a:avLst/>
          </a:prstGeom>
        </p:spPr>
      </p:pic>
      <p:pic>
        <p:nvPicPr>
          <p:cNvPr id="15" name="Ảnh 14"/>
          <p:cNvPicPr>
            <a:picLocks noChangeAspect="1"/>
          </p:cNvPicPr>
          <p:nvPr/>
        </p:nvPicPr>
        <p:blipFill>
          <a:blip r:embed="rId9"/>
          <a:stretch>
            <a:fillRect/>
          </a:stretch>
        </p:blipFill>
        <p:spPr>
          <a:xfrm>
            <a:off x="3657600" y="2856703"/>
            <a:ext cx="447675" cy="209550"/>
          </a:xfrm>
          <a:prstGeom prst="rect">
            <a:avLst/>
          </a:prstGeom>
        </p:spPr>
      </p:pic>
      <p:pic>
        <p:nvPicPr>
          <p:cNvPr id="16" name="Ảnh 15"/>
          <p:cNvPicPr>
            <a:picLocks noChangeAspect="1"/>
          </p:cNvPicPr>
          <p:nvPr/>
        </p:nvPicPr>
        <p:blipFill>
          <a:blip r:embed="rId10"/>
          <a:stretch>
            <a:fillRect/>
          </a:stretch>
        </p:blipFill>
        <p:spPr>
          <a:xfrm>
            <a:off x="4339274" y="2875112"/>
            <a:ext cx="447675" cy="209550"/>
          </a:xfrm>
          <a:prstGeom prst="rect">
            <a:avLst/>
          </a:prstGeom>
        </p:spPr>
      </p:pic>
      <p:pic>
        <p:nvPicPr>
          <p:cNvPr id="21" name="Ảnh 20"/>
          <p:cNvPicPr>
            <a:picLocks noChangeAspect="1"/>
          </p:cNvPicPr>
          <p:nvPr/>
        </p:nvPicPr>
        <p:blipFill>
          <a:blip r:embed="rId10"/>
          <a:stretch>
            <a:fillRect/>
          </a:stretch>
        </p:blipFill>
        <p:spPr>
          <a:xfrm>
            <a:off x="5078641" y="2878621"/>
            <a:ext cx="447675" cy="209550"/>
          </a:xfrm>
          <a:prstGeom prst="rect">
            <a:avLst/>
          </a:prstGeom>
        </p:spPr>
      </p:pic>
      <p:pic>
        <p:nvPicPr>
          <p:cNvPr id="22" name="Ảnh 21"/>
          <p:cNvPicPr>
            <a:picLocks noChangeAspect="1"/>
          </p:cNvPicPr>
          <p:nvPr/>
        </p:nvPicPr>
        <p:blipFill>
          <a:blip r:embed="rId10"/>
          <a:stretch>
            <a:fillRect/>
          </a:stretch>
        </p:blipFill>
        <p:spPr>
          <a:xfrm>
            <a:off x="5747063" y="2876663"/>
            <a:ext cx="447675" cy="209550"/>
          </a:xfrm>
          <a:prstGeom prst="rect">
            <a:avLst/>
          </a:prstGeom>
        </p:spPr>
      </p:pic>
      <p:pic>
        <p:nvPicPr>
          <p:cNvPr id="25" name="Ảnh 24"/>
          <p:cNvPicPr>
            <a:picLocks noChangeAspect="1"/>
          </p:cNvPicPr>
          <p:nvPr/>
        </p:nvPicPr>
        <p:blipFill>
          <a:blip r:embed="rId11"/>
          <a:stretch>
            <a:fillRect/>
          </a:stretch>
        </p:blipFill>
        <p:spPr>
          <a:xfrm>
            <a:off x="3331535" y="2849959"/>
            <a:ext cx="95250" cy="142875"/>
          </a:xfrm>
          <a:prstGeom prst="rect">
            <a:avLst/>
          </a:prstGeom>
        </p:spPr>
      </p:pic>
      <p:pic>
        <p:nvPicPr>
          <p:cNvPr id="43016" name="Ảnh 43015"/>
          <p:cNvPicPr>
            <a:picLocks noChangeAspect="1"/>
          </p:cNvPicPr>
          <p:nvPr/>
        </p:nvPicPr>
        <p:blipFill>
          <a:blip r:embed="rId12"/>
          <a:stretch>
            <a:fillRect/>
          </a:stretch>
        </p:blipFill>
        <p:spPr>
          <a:xfrm>
            <a:off x="2369034" y="3501505"/>
            <a:ext cx="476250" cy="190500"/>
          </a:xfrm>
          <a:prstGeom prst="rect">
            <a:avLst/>
          </a:prstGeom>
        </p:spPr>
      </p:pic>
      <p:pic>
        <p:nvPicPr>
          <p:cNvPr id="43018" name="Ảnh 43017"/>
          <p:cNvPicPr>
            <a:picLocks noChangeAspect="1"/>
          </p:cNvPicPr>
          <p:nvPr/>
        </p:nvPicPr>
        <p:blipFill>
          <a:blip r:embed="rId13"/>
          <a:stretch>
            <a:fillRect/>
          </a:stretch>
        </p:blipFill>
        <p:spPr>
          <a:xfrm>
            <a:off x="4231254" y="3790152"/>
            <a:ext cx="628650" cy="230505"/>
          </a:xfrm>
          <a:prstGeom prst="rect">
            <a:avLst/>
          </a:prstGeom>
        </p:spPr>
      </p:pic>
      <p:pic>
        <p:nvPicPr>
          <p:cNvPr id="43021" name="Ảnh 43020"/>
          <p:cNvPicPr>
            <a:picLocks noChangeAspect="1"/>
          </p:cNvPicPr>
          <p:nvPr/>
        </p:nvPicPr>
        <p:blipFill>
          <a:blip r:embed="rId14"/>
          <a:stretch>
            <a:fillRect/>
          </a:stretch>
        </p:blipFill>
        <p:spPr>
          <a:xfrm>
            <a:off x="5723541" y="4065286"/>
            <a:ext cx="514350" cy="219075"/>
          </a:xfrm>
          <a:prstGeom prst="rect">
            <a:avLst/>
          </a:prstGeom>
        </p:spPr>
      </p:pic>
      <p:pic>
        <p:nvPicPr>
          <p:cNvPr id="43022" name="Ảnh 43021"/>
          <p:cNvPicPr>
            <a:picLocks noChangeAspect="1"/>
          </p:cNvPicPr>
          <p:nvPr/>
        </p:nvPicPr>
        <p:blipFill>
          <a:blip r:embed="rId15"/>
          <a:stretch>
            <a:fillRect/>
          </a:stretch>
        </p:blipFill>
        <p:spPr>
          <a:xfrm>
            <a:off x="1277515" y="3410783"/>
            <a:ext cx="6221898" cy="314325"/>
          </a:xfrm>
          <a:prstGeom prst="rect">
            <a:avLst/>
          </a:prstGeom>
        </p:spPr>
      </p:pic>
      <p:pic>
        <p:nvPicPr>
          <p:cNvPr id="43023" name="Ảnh 43022"/>
          <p:cNvPicPr>
            <a:picLocks noChangeAspect="1"/>
          </p:cNvPicPr>
          <p:nvPr/>
        </p:nvPicPr>
        <p:blipFill>
          <a:blip r:embed="rId16"/>
          <a:stretch>
            <a:fillRect/>
          </a:stretch>
        </p:blipFill>
        <p:spPr>
          <a:xfrm>
            <a:off x="1231248" y="3717999"/>
            <a:ext cx="6255715" cy="314325"/>
          </a:xfrm>
          <a:prstGeom prst="rect">
            <a:avLst/>
          </a:prstGeom>
        </p:spPr>
      </p:pic>
      <p:pic>
        <p:nvPicPr>
          <p:cNvPr id="43025" name="Ảnh 43024"/>
          <p:cNvPicPr>
            <a:picLocks noChangeAspect="1"/>
          </p:cNvPicPr>
          <p:nvPr/>
        </p:nvPicPr>
        <p:blipFill>
          <a:blip r:embed="rId17"/>
          <a:stretch>
            <a:fillRect/>
          </a:stretch>
        </p:blipFill>
        <p:spPr>
          <a:xfrm>
            <a:off x="1287276" y="4028663"/>
            <a:ext cx="6259875" cy="323850"/>
          </a:xfrm>
          <a:prstGeom prst="rect">
            <a:avLst/>
          </a:prstGeom>
        </p:spPr>
      </p:pic>
      <p:pic>
        <p:nvPicPr>
          <p:cNvPr id="43027" name="Ảnh 43026"/>
          <p:cNvPicPr>
            <a:picLocks noChangeAspect="1"/>
          </p:cNvPicPr>
          <p:nvPr/>
        </p:nvPicPr>
        <p:blipFill>
          <a:blip r:embed="rId18"/>
          <a:stretch>
            <a:fillRect/>
          </a:stretch>
        </p:blipFill>
        <p:spPr>
          <a:xfrm>
            <a:off x="1268543" y="4327823"/>
            <a:ext cx="6310882" cy="371475"/>
          </a:xfrm>
          <a:prstGeom prst="rect">
            <a:avLst/>
          </a:prstGeom>
        </p:spPr>
      </p:pic>
      <p:pic>
        <p:nvPicPr>
          <p:cNvPr id="43033" name="Ảnh 43032"/>
          <p:cNvPicPr>
            <a:picLocks noChangeAspect="1"/>
          </p:cNvPicPr>
          <p:nvPr/>
        </p:nvPicPr>
        <p:blipFill>
          <a:blip r:embed="rId19"/>
          <a:stretch>
            <a:fillRect/>
          </a:stretch>
        </p:blipFill>
        <p:spPr>
          <a:xfrm>
            <a:off x="1268543" y="3106306"/>
            <a:ext cx="6279605" cy="323850"/>
          </a:xfrm>
          <a:prstGeom prst="rect">
            <a:avLst/>
          </a:prstGeom>
        </p:spPr>
      </p:pic>
      <p:pic>
        <p:nvPicPr>
          <p:cNvPr id="43034" name="Ảnh 43033"/>
          <p:cNvPicPr>
            <a:picLocks noChangeAspect="1"/>
          </p:cNvPicPr>
          <p:nvPr/>
        </p:nvPicPr>
        <p:blipFill>
          <a:blip r:embed="rId20"/>
          <a:stretch>
            <a:fillRect/>
          </a:stretch>
        </p:blipFill>
        <p:spPr>
          <a:xfrm>
            <a:off x="5078641" y="3193932"/>
            <a:ext cx="485775" cy="209550"/>
          </a:xfrm>
          <a:prstGeom prst="rect">
            <a:avLst/>
          </a:prstGeom>
        </p:spPr>
      </p:pic>
      <p:pic>
        <p:nvPicPr>
          <p:cNvPr id="43035" name="Ảnh 43034"/>
          <p:cNvPicPr>
            <a:picLocks noChangeAspect="1"/>
          </p:cNvPicPr>
          <p:nvPr/>
        </p:nvPicPr>
        <p:blipFill>
          <a:blip r:embed="rId21"/>
          <a:stretch>
            <a:fillRect/>
          </a:stretch>
        </p:blipFill>
        <p:spPr>
          <a:xfrm>
            <a:off x="4299818" y="3182088"/>
            <a:ext cx="504825" cy="219075"/>
          </a:xfrm>
          <a:prstGeom prst="rect">
            <a:avLst/>
          </a:prstGeom>
        </p:spPr>
      </p:pic>
      <p:pic>
        <p:nvPicPr>
          <p:cNvPr id="43036" name="Ảnh 43035"/>
          <p:cNvPicPr>
            <a:picLocks noChangeAspect="1"/>
          </p:cNvPicPr>
          <p:nvPr/>
        </p:nvPicPr>
        <p:blipFill>
          <a:blip r:embed="rId22"/>
          <a:stretch>
            <a:fillRect/>
          </a:stretch>
        </p:blipFill>
        <p:spPr>
          <a:xfrm>
            <a:off x="3688134" y="3189471"/>
            <a:ext cx="323850" cy="200025"/>
          </a:xfrm>
          <a:prstGeom prst="rect">
            <a:avLst/>
          </a:prstGeom>
        </p:spPr>
      </p:pic>
      <p:pic>
        <p:nvPicPr>
          <p:cNvPr id="43038" name="Ảnh 43037"/>
          <p:cNvPicPr>
            <a:picLocks noChangeAspect="1"/>
          </p:cNvPicPr>
          <p:nvPr/>
        </p:nvPicPr>
        <p:blipFill>
          <a:blip r:embed="rId23"/>
          <a:stretch>
            <a:fillRect/>
          </a:stretch>
        </p:blipFill>
        <p:spPr>
          <a:xfrm>
            <a:off x="3999980" y="3162747"/>
            <a:ext cx="123825" cy="114300"/>
          </a:xfrm>
          <a:prstGeom prst="rect">
            <a:avLst/>
          </a:prstGeom>
        </p:spPr>
      </p:pic>
      <p:pic>
        <p:nvPicPr>
          <p:cNvPr id="64" name="Ảnh 63"/>
          <p:cNvPicPr>
            <a:picLocks noChangeAspect="1"/>
          </p:cNvPicPr>
          <p:nvPr/>
        </p:nvPicPr>
        <p:blipFill>
          <a:blip r:embed="rId10"/>
          <a:stretch>
            <a:fillRect/>
          </a:stretch>
        </p:blipFill>
        <p:spPr>
          <a:xfrm>
            <a:off x="5723541" y="3178275"/>
            <a:ext cx="447675" cy="209550"/>
          </a:xfrm>
          <a:prstGeom prst="rect">
            <a:avLst/>
          </a:prstGeom>
        </p:spPr>
      </p:pic>
      <p:pic>
        <p:nvPicPr>
          <p:cNvPr id="43039" name="Ảnh 43038"/>
          <p:cNvPicPr>
            <a:picLocks noChangeAspect="1"/>
          </p:cNvPicPr>
          <p:nvPr/>
        </p:nvPicPr>
        <p:blipFill>
          <a:blip r:embed="rId24"/>
          <a:stretch>
            <a:fillRect/>
          </a:stretch>
        </p:blipFill>
        <p:spPr>
          <a:xfrm>
            <a:off x="5115084" y="3483130"/>
            <a:ext cx="304800" cy="209550"/>
          </a:xfrm>
          <a:prstGeom prst="rect">
            <a:avLst/>
          </a:prstGeom>
        </p:spPr>
      </p:pic>
      <p:pic>
        <p:nvPicPr>
          <p:cNvPr id="32" name="Ảnh 31"/>
          <p:cNvPicPr>
            <a:picLocks noChangeAspect="1"/>
          </p:cNvPicPr>
          <p:nvPr/>
        </p:nvPicPr>
        <p:blipFill>
          <a:blip r:embed="rId25"/>
          <a:stretch>
            <a:fillRect/>
          </a:stretch>
        </p:blipFill>
        <p:spPr>
          <a:xfrm>
            <a:off x="4340914" y="3469191"/>
            <a:ext cx="466725" cy="238125"/>
          </a:xfrm>
          <a:prstGeom prst="rect">
            <a:avLst/>
          </a:prstGeom>
        </p:spPr>
      </p:pic>
      <p:pic>
        <p:nvPicPr>
          <p:cNvPr id="33" name="Ảnh 32"/>
          <p:cNvPicPr>
            <a:picLocks noChangeAspect="1"/>
          </p:cNvPicPr>
          <p:nvPr/>
        </p:nvPicPr>
        <p:blipFill>
          <a:blip r:embed="rId26"/>
          <a:stretch>
            <a:fillRect/>
          </a:stretch>
        </p:blipFill>
        <p:spPr>
          <a:xfrm>
            <a:off x="5730288" y="3487433"/>
            <a:ext cx="466725" cy="200025"/>
          </a:xfrm>
          <a:prstGeom prst="rect">
            <a:avLst/>
          </a:prstGeom>
        </p:spPr>
      </p:pic>
      <p:pic>
        <p:nvPicPr>
          <p:cNvPr id="35" name="Ảnh 34"/>
          <p:cNvPicPr>
            <a:picLocks noChangeAspect="1"/>
          </p:cNvPicPr>
          <p:nvPr/>
        </p:nvPicPr>
        <p:blipFill>
          <a:blip r:embed="rId27"/>
          <a:stretch>
            <a:fillRect/>
          </a:stretch>
        </p:blipFill>
        <p:spPr>
          <a:xfrm>
            <a:off x="5420934" y="3470976"/>
            <a:ext cx="85725" cy="114300"/>
          </a:xfrm>
          <a:prstGeom prst="rect">
            <a:avLst/>
          </a:prstGeom>
        </p:spPr>
      </p:pic>
      <p:pic>
        <p:nvPicPr>
          <p:cNvPr id="36" name="Ảnh 35"/>
          <p:cNvPicPr>
            <a:picLocks noChangeAspect="1"/>
          </p:cNvPicPr>
          <p:nvPr/>
        </p:nvPicPr>
        <p:blipFill>
          <a:blip r:embed="rId28"/>
          <a:stretch>
            <a:fillRect/>
          </a:stretch>
        </p:blipFill>
        <p:spPr>
          <a:xfrm>
            <a:off x="4380622" y="3791229"/>
            <a:ext cx="314325" cy="209550"/>
          </a:xfrm>
          <a:prstGeom prst="rect">
            <a:avLst/>
          </a:prstGeom>
        </p:spPr>
      </p:pic>
      <p:pic>
        <p:nvPicPr>
          <p:cNvPr id="37" name="Ảnh 36"/>
          <p:cNvPicPr>
            <a:picLocks noChangeAspect="1"/>
          </p:cNvPicPr>
          <p:nvPr/>
        </p:nvPicPr>
        <p:blipFill>
          <a:blip r:embed="rId29"/>
          <a:stretch>
            <a:fillRect/>
          </a:stretch>
        </p:blipFill>
        <p:spPr>
          <a:xfrm>
            <a:off x="5694675" y="3795991"/>
            <a:ext cx="552450" cy="200025"/>
          </a:xfrm>
          <a:prstGeom prst="rect">
            <a:avLst/>
          </a:prstGeom>
        </p:spPr>
      </p:pic>
      <p:pic>
        <p:nvPicPr>
          <p:cNvPr id="38" name="Ảnh 37"/>
          <p:cNvPicPr>
            <a:picLocks noChangeAspect="1"/>
          </p:cNvPicPr>
          <p:nvPr/>
        </p:nvPicPr>
        <p:blipFill>
          <a:blip r:embed="rId30"/>
          <a:stretch>
            <a:fillRect/>
          </a:stretch>
        </p:blipFill>
        <p:spPr>
          <a:xfrm>
            <a:off x="4676577" y="3764826"/>
            <a:ext cx="133350" cy="123825"/>
          </a:xfrm>
          <a:prstGeom prst="rect">
            <a:avLst/>
          </a:prstGeom>
        </p:spPr>
      </p:pic>
      <p:pic>
        <p:nvPicPr>
          <p:cNvPr id="39" name="Ảnh 38"/>
          <p:cNvPicPr>
            <a:picLocks noChangeAspect="1"/>
          </p:cNvPicPr>
          <p:nvPr/>
        </p:nvPicPr>
        <p:blipFill>
          <a:blip r:embed="rId31"/>
          <a:stretch>
            <a:fillRect/>
          </a:stretch>
        </p:blipFill>
        <p:spPr>
          <a:xfrm>
            <a:off x="5775928" y="4095938"/>
            <a:ext cx="342900" cy="219075"/>
          </a:xfrm>
          <a:prstGeom prst="rect">
            <a:avLst/>
          </a:prstGeom>
        </p:spPr>
      </p:pic>
      <p:pic>
        <p:nvPicPr>
          <p:cNvPr id="40" name="Ảnh 39"/>
          <p:cNvPicPr>
            <a:picLocks noChangeAspect="1"/>
          </p:cNvPicPr>
          <p:nvPr/>
        </p:nvPicPr>
        <p:blipFill>
          <a:blip r:embed="rId32"/>
          <a:stretch>
            <a:fillRect/>
          </a:stretch>
        </p:blipFill>
        <p:spPr>
          <a:xfrm>
            <a:off x="6118828" y="4090019"/>
            <a:ext cx="104775" cy="1047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1000"/>
                                        <p:tgtEl>
                                          <p:spTgt spid="13"/>
                                        </p:tgtEl>
                                      </p:cBhvr>
                                    </p:animEffect>
                                    <p:anim calcmode="lin" valueType="num">
                                      <p:cBhvr>
                                        <p:cTn id="29" dur="1000" fill="hold"/>
                                        <p:tgtEl>
                                          <p:spTgt spid="13"/>
                                        </p:tgtEl>
                                        <p:attrNameLst>
                                          <p:attrName>ppt_x</p:attrName>
                                        </p:attrNameLst>
                                      </p:cBhvr>
                                      <p:tavLst>
                                        <p:tav tm="0">
                                          <p:val>
                                            <p:strVal val="#ppt_x"/>
                                          </p:val>
                                        </p:tav>
                                        <p:tav tm="100000">
                                          <p:val>
                                            <p:strVal val="#ppt_x"/>
                                          </p:val>
                                        </p:tav>
                                      </p:tavLst>
                                    </p:anim>
                                    <p:anim calcmode="lin" valueType="num">
                                      <p:cBhvr>
                                        <p:cTn id="3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1000"/>
                                        <p:tgtEl>
                                          <p:spTgt spid="14"/>
                                        </p:tgtEl>
                                      </p:cBhvr>
                                    </p:animEffect>
                                    <p:anim calcmode="lin" valueType="num">
                                      <p:cBhvr>
                                        <p:cTn id="36" dur="1000" fill="hold"/>
                                        <p:tgtEl>
                                          <p:spTgt spid="14"/>
                                        </p:tgtEl>
                                        <p:attrNameLst>
                                          <p:attrName>ppt_x</p:attrName>
                                        </p:attrNameLst>
                                      </p:cBhvr>
                                      <p:tavLst>
                                        <p:tav tm="0">
                                          <p:val>
                                            <p:strVal val="#ppt_x"/>
                                          </p:val>
                                        </p:tav>
                                        <p:tav tm="100000">
                                          <p:val>
                                            <p:strVal val="#ppt_x"/>
                                          </p:val>
                                        </p:tav>
                                      </p:tavLst>
                                    </p:anim>
                                    <p:anim calcmode="lin" valueType="num">
                                      <p:cBhvr>
                                        <p:cTn id="3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000"/>
                                        <p:tgtEl>
                                          <p:spTgt spid="16"/>
                                        </p:tgtEl>
                                      </p:cBhvr>
                                    </p:animEffect>
                                    <p:anim calcmode="lin" valueType="num">
                                      <p:cBhvr>
                                        <p:cTn id="50" dur="1000" fill="hold"/>
                                        <p:tgtEl>
                                          <p:spTgt spid="16"/>
                                        </p:tgtEl>
                                        <p:attrNameLst>
                                          <p:attrName>ppt_x</p:attrName>
                                        </p:attrNameLst>
                                      </p:cBhvr>
                                      <p:tavLst>
                                        <p:tav tm="0">
                                          <p:val>
                                            <p:strVal val="#ppt_x"/>
                                          </p:val>
                                        </p:tav>
                                        <p:tav tm="100000">
                                          <p:val>
                                            <p:strVal val="#ppt_x"/>
                                          </p:val>
                                        </p:tav>
                                      </p:tavLst>
                                    </p:anim>
                                    <p:anim calcmode="lin" valueType="num">
                                      <p:cBhvr>
                                        <p:cTn id="51" dur="1000" fill="hold"/>
                                        <p:tgtEl>
                                          <p:spTgt spid="16"/>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1000"/>
                                        <p:tgtEl>
                                          <p:spTgt spid="21"/>
                                        </p:tgtEl>
                                      </p:cBhvr>
                                    </p:animEffect>
                                    <p:anim calcmode="lin" valueType="num">
                                      <p:cBhvr>
                                        <p:cTn id="55" dur="1000" fill="hold"/>
                                        <p:tgtEl>
                                          <p:spTgt spid="21"/>
                                        </p:tgtEl>
                                        <p:attrNameLst>
                                          <p:attrName>ppt_x</p:attrName>
                                        </p:attrNameLst>
                                      </p:cBhvr>
                                      <p:tavLst>
                                        <p:tav tm="0">
                                          <p:val>
                                            <p:strVal val="#ppt_x"/>
                                          </p:val>
                                        </p:tav>
                                        <p:tav tm="100000">
                                          <p:val>
                                            <p:strVal val="#ppt_x"/>
                                          </p:val>
                                        </p:tav>
                                      </p:tavLst>
                                    </p:anim>
                                    <p:anim calcmode="lin" valueType="num">
                                      <p:cBhvr>
                                        <p:cTn id="56" dur="1000" fill="hold"/>
                                        <p:tgtEl>
                                          <p:spTgt spid="21"/>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1000"/>
                                        <p:tgtEl>
                                          <p:spTgt spid="22"/>
                                        </p:tgtEl>
                                      </p:cBhvr>
                                    </p:animEffect>
                                    <p:anim calcmode="lin" valueType="num">
                                      <p:cBhvr>
                                        <p:cTn id="60" dur="1000" fill="hold"/>
                                        <p:tgtEl>
                                          <p:spTgt spid="22"/>
                                        </p:tgtEl>
                                        <p:attrNameLst>
                                          <p:attrName>ppt_x</p:attrName>
                                        </p:attrNameLst>
                                      </p:cBhvr>
                                      <p:tavLst>
                                        <p:tav tm="0">
                                          <p:val>
                                            <p:strVal val="#ppt_x"/>
                                          </p:val>
                                        </p:tav>
                                        <p:tav tm="100000">
                                          <p:val>
                                            <p:strVal val="#ppt_x"/>
                                          </p:val>
                                        </p:tav>
                                      </p:tavLst>
                                    </p:anim>
                                    <p:anim calcmode="lin" valueType="num">
                                      <p:cBhvr>
                                        <p:cTn id="6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1000"/>
                                        <p:tgtEl>
                                          <p:spTgt spid="25"/>
                                        </p:tgtEl>
                                      </p:cBhvr>
                                    </p:animEffect>
                                    <p:anim calcmode="lin" valueType="num">
                                      <p:cBhvr>
                                        <p:cTn id="67" dur="1000" fill="hold"/>
                                        <p:tgtEl>
                                          <p:spTgt spid="25"/>
                                        </p:tgtEl>
                                        <p:attrNameLst>
                                          <p:attrName>ppt_x</p:attrName>
                                        </p:attrNameLst>
                                      </p:cBhvr>
                                      <p:tavLst>
                                        <p:tav tm="0">
                                          <p:val>
                                            <p:strVal val="#ppt_x"/>
                                          </p:val>
                                        </p:tav>
                                        <p:tav tm="100000">
                                          <p:val>
                                            <p:strVal val="#ppt_x"/>
                                          </p:val>
                                        </p:tav>
                                      </p:tavLst>
                                    </p:anim>
                                    <p:anim calcmode="lin" valueType="num">
                                      <p:cBhvr>
                                        <p:cTn id="6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43033"/>
                                        </p:tgtEl>
                                        <p:attrNameLst>
                                          <p:attrName>style.visibility</p:attrName>
                                        </p:attrNameLst>
                                      </p:cBhvr>
                                      <p:to>
                                        <p:strVal val="visible"/>
                                      </p:to>
                                    </p:set>
                                    <p:animEffect transition="in" filter="fade">
                                      <p:cBhvr>
                                        <p:cTn id="73" dur="1000"/>
                                        <p:tgtEl>
                                          <p:spTgt spid="43033"/>
                                        </p:tgtEl>
                                      </p:cBhvr>
                                    </p:animEffect>
                                    <p:anim calcmode="lin" valueType="num">
                                      <p:cBhvr>
                                        <p:cTn id="74" dur="1000" fill="hold"/>
                                        <p:tgtEl>
                                          <p:spTgt spid="43033"/>
                                        </p:tgtEl>
                                        <p:attrNameLst>
                                          <p:attrName>ppt_x</p:attrName>
                                        </p:attrNameLst>
                                      </p:cBhvr>
                                      <p:tavLst>
                                        <p:tav tm="0">
                                          <p:val>
                                            <p:strVal val="#ppt_x"/>
                                          </p:val>
                                        </p:tav>
                                        <p:tav tm="100000">
                                          <p:val>
                                            <p:strVal val="#ppt_x"/>
                                          </p:val>
                                        </p:tav>
                                      </p:tavLst>
                                    </p:anim>
                                    <p:anim calcmode="lin" valueType="num">
                                      <p:cBhvr>
                                        <p:cTn id="75" dur="1000" fill="hold"/>
                                        <p:tgtEl>
                                          <p:spTgt spid="43033"/>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nodeType="clickEffect">
                                  <p:stCondLst>
                                    <p:cond delay="0"/>
                                  </p:stCondLst>
                                  <p:childTnLst>
                                    <p:set>
                                      <p:cBhvr>
                                        <p:cTn id="79" dur="1" fill="hold">
                                          <p:stCondLst>
                                            <p:cond delay="0"/>
                                          </p:stCondLst>
                                        </p:cTn>
                                        <p:tgtEl>
                                          <p:spTgt spid="43035"/>
                                        </p:tgtEl>
                                        <p:attrNameLst>
                                          <p:attrName>style.visibility</p:attrName>
                                        </p:attrNameLst>
                                      </p:cBhvr>
                                      <p:to>
                                        <p:strVal val="visible"/>
                                      </p:to>
                                    </p:set>
                                    <p:animEffect transition="in" filter="fade">
                                      <p:cBhvr>
                                        <p:cTn id="80" dur="1000"/>
                                        <p:tgtEl>
                                          <p:spTgt spid="43035"/>
                                        </p:tgtEl>
                                      </p:cBhvr>
                                    </p:animEffect>
                                    <p:anim calcmode="lin" valueType="num">
                                      <p:cBhvr>
                                        <p:cTn id="81" dur="1000" fill="hold"/>
                                        <p:tgtEl>
                                          <p:spTgt spid="43035"/>
                                        </p:tgtEl>
                                        <p:attrNameLst>
                                          <p:attrName>ppt_x</p:attrName>
                                        </p:attrNameLst>
                                      </p:cBhvr>
                                      <p:tavLst>
                                        <p:tav tm="0">
                                          <p:val>
                                            <p:strVal val="#ppt_x"/>
                                          </p:val>
                                        </p:tav>
                                        <p:tav tm="100000">
                                          <p:val>
                                            <p:strVal val="#ppt_x"/>
                                          </p:val>
                                        </p:tav>
                                      </p:tavLst>
                                    </p:anim>
                                    <p:anim calcmode="lin" valueType="num">
                                      <p:cBhvr>
                                        <p:cTn id="82" dur="1000" fill="hold"/>
                                        <p:tgtEl>
                                          <p:spTgt spid="43035"/>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43034"/>
                                        </p:tgtEl>
                                        <p:attrNameLst>
                                          <p:attrName>style.visibility</p:attrName>
                                        </p:attrNameLst>
                                      </p:cBhvr>
                                      <p:to>
                                        <p:strVal val="visible"/>
                                      </p:to>
                                    </p:set>
                                    <p:animEffect transition="in" filter="fade">
                                      <p:cBhvr>
                                        <p:cTn id="87" dur="1000"/>
                                        <p:tgtEl>
                                          <p:spTgt spid="43034"/>
                                        </p:tgtEl>
                                      </p:cBhvr>
                                    </p:animEffect>
                                    <p:anim calcmode="lin" valueType="num">
                                      <p:cBhvr>
                                        <p:cTn id="88" dur="1000" fill="hold"/>
                                        <p:tgtEl>
                                          <p:spTgt spid="43034"/>
                                        </p:tgtEl>
                                        <p:attrNameLst>
                                          <p:attrName>ppt_x</p:attrName>
                                        </p:attrNameLst>
                                      </p:cBhvr>
                                      <p:tavLst>
                                        <p:tav tm="0">
                                          <p:val>
                                            <p:strVal val="#ppt_x"/>
                                          </p:val>
                                        </p:tav>
                                        <p:tav tm="100000">
                                          <p:val>
                                            <p:strVal val="#ppt_x"/>
                                          </p:val>
                                        </p:tav>
                                      </p:tavLst>
                                    </p:anim>
                                    <p:anim calcmode="lin" valueType="num">
                                      <p:cBhvr>
                                        <p:cTn id="89" dur="1000" fill="hold"/>
                                        <p:tgtEl>
                                          <p:spTgt spid="43034"/>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43036"/>
                                        </p:tgtEl>
                                        <p:attrNameLst>
                                          <p:attrName>style.visibility</p:attrName>
                                        </p:attrNameLst>
                                      </p:cBhvr>
                                      <p:to>
                                        <p:strVal val="visible"/>
                                      </p:to>
                                    </p:set>
                                    <p:animEffect transition="in" filter="fade">
                                      <p:cBhvr>
                                        <p:cTn id="94" dur="1000"/>
                                        <p:tgtEl>
                                          <p:spTgt spid="43036"/>
                                        </p:tgtEl>
                                      </p:cBhvr>
                                    </p:animEffect>
                                    <p:anim calcmode="lin" valueType="num">
                                      <p:cBhvr>
                                        <p:cTn id="95" dur="1000" fill="hold"/>
                                        <p:tgtEl>
                                          <p:spTgt spid="43036"/>
                                        </p:tgtEl>
                                        <p:attrNameLst>
                                          <p:attrName>ppt_x</p:attrName>
                                        </p:attrNameLst>
                                      </p:cBhvr>
                                      <p:tavLst>
                                        <p:tav tm="0">
                                          <p:val>
                                            <p:strVal val="#ppt_x"/>
                                          </p:val>
                                        </p:tav>
                                        <p:tav tm="100000">
                                          <p:val>
                                            <p:strVal val="#ppt_x"/>
                                          </p:val>
                                        </p:tav>
                                      </p:tavLst>
                                    </p:anim>
                                    <p:anim calcmode="lin" valueType="num">
                                      <p:cBhvr>
                                        <p:cTn id="96" dur="1000" fill="hold"/>
                                        <p:tgtEl>
                                          <p:spTgt spid="43036"/>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64"/>
                                        </p:tgtEl>
                                        <p:attrNameLst>
                                          <p:attrName>style.visibility</p:attrName>
                                        </p:attrNameLst>
                                      </p:cBhvr>
                                      <p:to>
                                        <p:strVal val="visible"/>
                                      </p:to>
                                    </p:set>
                                    <p:animEffect transition="in" filter="fade">
                                      <p:cBhvr>
                                        <p:cTn id="99" dur="1000"/>
                                        <p:tgtEl>
                                          <p:spTgt spid="64"/>
                                        </p:tgtEl>
                                      </p:cBhvr>
                                    </p:animEffect>
                                    <p:anim calcmode="lin" valueType="num">
                                      <p:cBhvr>
                                        <p:cTn id="100" dur="1000" fill="hold"/>
                                        <p:tgtEl>
                                          <p:spTgt spid="64"/>
                                        </p:tgtEl>
                                        <p:attrNameLst>
                                          <p:attrName>ppt_x</p:attrName>
                                        </p:attrNameLst>
                                      </p:cBhvr>
                                      <p:tavLst>
                                        <p:tav tm="0">
                                          <p:val>
                                            <p:strVal val="#ppt_x"/>
                                          </p:val>
                                        </p:tav>
                                        <p:tav tm="100000">
                                          <p:val>
                                            <p:strVal val="#ppt_x"/>
                                          </p:val>
                                        </p:tav>
                                      </p:tavLst>
                                    </p:anim>
                                    <p:anim calcmode="lin" valueType="num">
                                      <p:cBhvr>
                                        <p:cTn id="101" dur="1000" fill="hold"/>
                                        <p:tgtEl>
                                          <p:spTgt spid="64"/>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nodeType="clickEffect">
                                  <p:stCondLst>
                                    <p:cond delay="0"/>
                                  </p:stCondLst>
                                  <p:childTnLst>
                                    <p:set>
                                      <p:cBhvr>
                                        <p:cTn id="105" dur="1" fill="hold">
                                          <p:stCondLst>
                                            <p:cond delay="0"/>
                                          </p:stCondLst>
                                        </p:cTn>
                                        <p:tgtEl>
                                          <p:spTgt spid="43038"/>
                                        </p:tgtEl>
                                        <p:attrNameLst>
                                          <p:attrName>style.visibility</p:attrName>
                                        </p:attrNameLst>
                                      </p:cBhvr>
                                      <p:to>
                                        <p:strVal val="visible"/>
                                      </p:to>
                                    </p:set>
                                    <p:animEffect transition="in" filter="fade">
                                      <p:cBhvr>
                                        <p:cTn id="106" dur="1000"/>
                                        <p:tgtEl>
                                          <p:spTgt spid="43038"/>
                                        </p:tgtEl>
                                      </p:cBhvr>
                                    </p:animEffect>
                                    <p:anim calcmode="lin" valueType="num">
                                      <p:cBhvr>
                                        <p:cTn id="107" dur="1000" fill="hold"/>
                                        <p:tgtEl>
                                          <p:spTgt spid="43038"/>
                                        </p:tgtEl>
                                        <p:attrNameLst>
                                          <p:attrName>ppt_x</p:attrName>
                                        </p:attrNameLst>
                                      </p:cBhvr>
                                      <p:tavLst>
                                        <p:tav tm="0">
                                          <p:val>
                                            <p:strVal val="#ppt_x"/>
                                          </p:val>
                                        </p:tav>
                                        <p:tav tm="100000">
                                          <p:val>
                                            <p:strVal val="#ppt_x"/>
                                          </p:val>
                                        </p:tav>
                                      </p:tavLst>
                                    </p:anim>
                                    <p:anim calcmode="lin" valueType="num">
                                      <p:cBhvr>
                                        <p:cTn id="108" dur="1000" fill="hold"/>
                                        <p:tgtEl>
                                          <p:spTgt spid="43038"/>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nodeType="clickEffect">
                                  <p:stCondLst>
                                    <p:cond delay="0"/>
                                  </p:stCondLst>
                                  <p:childTnLst>
                                    <p:set>
                                      <p:cBhvr>
                                        <p:cTn id="112" dur="1" fill="hold">
                                          <p:stCondLst>
                                            <p:cond delay="0"/>
                                          </p:stCondLst>
                                        </p:cTn>
                                        <p:tgtEl>
                                          <p:spTgt spid="43022"/>
                                        </p:tgtEl>
                                        <p:attrNameLst>
                                          <p:attrName>style.visibility</p:attrName>
                                        </p:attrNameLst>
                                      </p:cBhvr>
                                      <p:to>
                                        <p:strVal val="visible"/>
                                      </p:to>
                                    </p:set>
                                    <p:animEffect transition="in" filter="fade">
                                      <p:cBhvr>
                                        <p:cTn id="113" dur="1000"/>
                                        <p:tgtEl>
                                          <p:spTgt spid="43022"/>
                                        </p:tgtEl>
                                      </p:cBhvr>
                                    </p:animEffect>
                                    <p:anim calcmode="lin" valueType="num">
                                      <p:cBhvr>
                                        <p:cTn id="114" dur="1000" fill="hold"/>
                                        <p:tgtEl>
                                          <p:spTgt spid="43022"/>
                                        </p:tgtEl>
                                        <p:attrNameLst>
                                          <p:attrName>ppt_x</p:attrName>
                                        </p:attrNameLst>
                                      </p:cBhvr>
                                      <p:tavLst>
                                        <p:tav tm="0">
                                          <p:val>
                                            <p:strVal val="#ppt_x"/>
                                          </p:val>
                                        </p:tav>
                                        <p:tav tm="100000">
                                          <p:val>
                                            <p:strVal val="#ppt_x"/>
                                          </p:val>
                                        </p:tav>
                                      </p:tavLst>
                                    </p:anim>
                                    <p:anim calcmode="lin" valueType="num">
                                      <p:cBhvr>
                                        <p:cTn id="115" dur="1000" fill="hold"/>
                                        <p:tgtEl>
                                          <p:spTgt spid="43022"/>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nodeType="clickEffect">
                                  <p:stCondLst>
                                    <p:cond delay="0"/>
                                  </p:stCondLst>
                                  <p:childTnLst>
                                    <p:set>
                                      <p:cBhvr>
                                        <p:cTn id="119" dur="1" fill="hold">
                                          <p:stCondLst>
                                            <p:cond delay="0"/>
                                          </p:stCondLst>
                                        </p:cTn>
                                        <p:tgtEl>
                                          <p:spTgt spid="43039"/>
                                        </p:tgtEl>
                                        <p:attrNameLst>
                                          <p:attrName>style.visibility</p:attrName>
                                        </p:attrNameLst>
                                      </p:cBhvr>
                                      <p:to>
                                        <p:strVal val="visible"/>
                                      </p:to>
                                    </p:set>
                                    <p:animEffect transition="in" filter="fade">
                                      <p:cBhvr>
                                        <p:cTn id="120" dur="1000"/>
                                        <p:tgtEl>
                                          <p:spTgt spid="43039"/>
                                        </p:tgtEl>
                                      </p:cBhvr>
                                    </p:animEffect>
                                    <p:anim calcmode="lin" valueType="num">
                                      <p:cBhvr>
                                        <p:cTn id="121" dur="1000" fill="hold"/>
                                        <p:tgtEl>
                                          <p:spTgt spid="43039"/>
                                        </p:tgtEl>
                                        <p:attrNameLst>
                                          <p:attrName>ppt_x</p:attrName>
                                        </p:attrNameLst>
                                      </p:cBhvr>
                                      <p:tavLst>
                                        <p:tav tm="0">
                                          <p:val>
                                            <p:strVal val="#ppt_x"/>
                                          </p:val>
                                        </p:tav>
                                        <p:tav tm="100000">
                                          <p:val>
                                            <p:strVal val="#ppt_x"/>
                                          </p:val>
                                        </p:tav>
                                      </p:tavLst>
                                    </p:anim>
                                    <p:anim calcmode="lin" valueType="num">
                                      <p:cBhvr>
                                        <p:cTn id="122" dur="1000" fill="hold"/>
                                        <p:tgtEl>
                                          <p:spTgt spid="43039"/>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42" presetClass="entr" presetSubtype="0" fill="hold" nodeType="clickEffect">
                                  <p:stCondLst>
                                    <p:cond delay="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1000"/>
                                        <p:tgtEl>
                                          <p:spTgt spid="32"/>
                                        </p:tgtEl>
                                      </p:cBhvr>
                                    </p:animEffect>
                                    <p:anim calcmode="lin" valueType="num">
                                      <p:cBhvr>
                                        <p:cTn id="128" dur="1000" fill="hold"/>
                                        <p:tgtEl>
                                          <p:spTgt spid="32"/>
                                        </p:tgtEl>
                                        <p:attrNameLst>
                                          <p:attrName>ppt_x</p:attrName>
                                        </p:attrNameLst>
                                      </p:cBhvr>
                                      <p:tavLst>
                                        <p:tav tm="0">
                                          <p:val>
                                            <p:strVal val="#ppt_x"/>
                                          </p:val>
                                        </p:tav>
                                        <p:tav tm="100000">
                                          <p:val>
                                            <p:strVal val="#ppt_x"/>
                                          </p:val>
                                        </p:tav>
                                      </p:tavLst>
                                    </p:anim>
                                    <p:anim calcmode="lin" valueType="num">
                                      <p:cBhvr>
                                        <p:cTn id="129" dur="1000" fill="hold"/>
                                        <p:tgtEl>
                                          <p:spTgt spid="32"/>
                                        </p:tgtEl>
                                        <p:attrNameLst>
                                          <p:attrName>ppt_y</p:attrName>
                                        </p:attrNameLst>
                                      </p:cBhvr>
                                      <p:tavLst>
                                        <p:tav tm="0">
                                          <p:val>
                                            <p:strVal val="#ppt_y+.1"/>
                                          </p:val>
                                        </p:tav>
                                        <p:tav tm="100000">
                                          <p:val>
                                            <p:strVal val="#ppt_y"/>
                                          </p:val>
                                        </p:tav>
                                      </p:tavLst>
                                    </p:anim>
                                  </p:childTnLst>
                                </p:cTn>
                              </p:par>
                              <p:par>
                                <p:cTn id="130" presetID="42" presetClass="entr" presetSubtype="0" fill="hold" nodeType="withEffect">
                                  <p:stCondLst>
                                    <p:cond delay="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1000"/>
                                        <p:tgtEl>
                                          <p:spTgt spid="33"/>
                                        </p:tgtEl>
                                      </p:cBhvr>
                                    </p:animEffect>
                                    <p:anim calcmode="lin" valueType="num">
                                      <p:cBhvr>
                                        <p:cTn id="133" dur="1000" fill="hold"/>
                                        <p:tgtEl>
                                          <p:spTgt spid="33"/>
                                        </p:tgtEl>
                                        <p:attrNameLst>
                                          <p:attrName>ppt_x</p:attrName>
                                        </p:attrNameLst>
                                      </p:cBhvr>
                                      <p:tavLst>
                                        <p:tav tm="0">
                                          <p:val>
                                            <p:strVal val="#ppt_x"/>
                                          </p:val>
                                        </p:tav>
                                        <p:tav tm="100000">
                                          <p:val>
                                            <p:strVal val="#ppt_x"/>
                                          </p:val>
                                        </p:tav>
                                      </p:tavLst>
                                    </p:anim>
                                    <p:anim calcmode="lin" valueType="num">
                                      <p:cBhvr>
                                        <p:cTn id="134"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nodeType="clickEffect">
                                  <p:stCondLst>
                                    <p:cond delay="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9" dur="1000"/>
                                        <p:tgtEl>
                                          <p:spTgt spid="35"/>
                                        </p:tgtEl>
                                      </p:cBhvr>
                                    </p:animEffect>
                                    <p:anim calcmode="lin" valueType="num">
                                      <p:cBhvr>
                                        <p:cTn id="140" dur="1000" fill="hold"/>
                                        <p:tgtEl>
                                          <p:spTgt spid="35"/>
                                        </p:tgtEl>
                                        <p:attrNameLst>
                                          <p:attrName>ppt_x</p:attrName>
                                        </p:attrNameLst>
                                      </p:cBhvr>
                                      <p:tavLst>
                                        <p:tav tm="0">
                                          <p:val>
                                            <p:strVal val="#ppt_x"/>
                                          </p:val>
                                        </p:tav>
                                        <p:tav tm="100000">
                                          <p:val>
                                            <p:strVal val="#ppt_x"/>
                                          </p:val>
                                        </p:tav>
                                      </p:tavLst>
                                    </p:anim>
                                    <p:anim calcmode="lin" valueType="num">
                                      <p:cBhvr>
                                        <p:cTn id="14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nodeType="clickEffect">
                                  <p:stCondLst>
                                    <p:cond delay="0"/>
                                  </p:stCondLst>
                                  <p:childTnLst>
                                    <p:set>
                                      <p:cBhvr>
                                        <p:cTn id="145" dur="1" fill="hold">
                                          <p:stCondLst>
                                            <p:cond delay="0"/>
                                          </p:stCondLst>
                                        </p:cTn>
                                        <p:tgtEl>
                                          <p:spTgt spid="43023"/>
                                        </p:tgtEl>
                                        <p:attrNameLst>
                                          <p:attrName>style.visibility</p:attrName>
                                        </p:attrNameLst>
                                      </p:cBhvr>
                                      <p:to>
                                        <p:strVal val="visible"/>
                                      </p:to>
                                    </p:set>
                                    <p:animEffect transition="in" filter="fade">
                                      <p:cBhvr>
                                        <p:cTn id="146" dur="1000"/>
                                        <p:tgtEl>
                                          <p:spTgt spid="43023"/>
                                        </p:tgtEl>
                                      </p:cBhvr>
                                    </p:animEffect>
                                    <p:anim calcmode="lin" valueType="num">
                                      <p:cBhvr>
                                        <p:cTn id="147" dur="1000" fill="hold"/>
                                        <p:tgtEl>
                                          <p:spTgt spid="43023"/>
                                        </p:tgtEl>
                                        <p:attrNameLst>
                                          <p:attrName>ppt_x</p:attrName>
                                        </p:attrNameLst>
                                      </p:cBhvr>
                                      <p:tavLst>
                                        <p:tav tm="0">
                                          <p:val>
                                            <p:strVal val="#ppt_x"/>
                                          </p:val>
                                        </p:tav>
                                        <p:tav tm="100000">
                                          <p:val>
                                            <p:strVal val="#ppt_x"/>
                                          </p:val>
                                        </p:tav>
                                      </p:tavLst>
                                    </p:anim>
                                    <p:anim calcmode="lin" valueType="num">
                                      <p:cBhvr>
                                        <p:cTn id="148" dur="1000" fill="hold"/>
                                        <p:tgtEl>
                                          <p:spTgt spid="43023"/>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nodeType="clickEffect">
                                  <p:stCondLst>
                                    <p:cond delay="0"/>
                                  </p:stCondLst>
                                  <p:childTnLst>
                                    <p:set>
                                      <p:cBhvr>
                                        <p:cTn id="152" dur="1" fill="hold">
                                          <p:stCondLst>
                                            <p:cond delay="0"/>
                                          </p:stCondLst>
                                        </p:cTn>
                                        <p:tgtEl>
                                          <p:spTgt spid="36"/>
                                        </p:tgtEl>
                                        <p:attrNameLst>
                                          <p:attrName>style.visibility</p:attrName>
                                        </p:attrNameLst>
                                      </p:cBhvr>
                                      <p:to>
                                        <p:strVal val="visible"/>
                                      </p:to>
                                    </p:set>
                                    <p:animEffect transition="in" filter="fade">
                                      <p:cBhvr>
                                        <p:cTn id="153" dur="1000"/>
                                        <p:tgtEl>
                                          <p:spTgt spid="36"/>
                                        </p:tgtEl>
                                      </p:cBhvr>
                                    </p:animEffect>
                                    <p:anim calcmode="lin" valueType="num">
                                      <p:cBhvr>
                                        <p:cTn id="154" dur="1000" fill="hold"/>
                                        <p:tgtEl>
                                          <p:spTgt spid="36"/>
                                        </p:tgtEl>
                                        <p:attrNameLst>
                                          <p:attrName>ppt_x</p:attrName>
                                        </p:attrNameLst>
                                      </p:cBhvr>
                                      <p:tavLst>
                                        <p:tav tm="0">
                                          <p:val>
                                            <p:strVal val="#ppt_x"/>
                                          </p:val>
                                        </p:tav>
                                        <p:tav tm="100000">
                                          <p:val>
                                            <p:strVal val="#ppt_x"/>
                                          </p:val>
                                        </p:tav>
                                      </p:tavLst>
                                    </p:anim>
                                    <p:anim calcmode="lin" valueType="num">
                                      <p:cBhvr>
                                        <p:cTn id="15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nodeType="clickEffect">
                                  <p:stCondLst>
                                    <p:cond delay="0"/>
                                  </p:stCondLst>
                                  <p:childTnLst>
                                    <p:set>
                                      <p:cBhvr>
                                        <p:cTn id="159" dur="1" fill="hold">
                                          <p:stCondLst>
                                            <p:cond delay="0"/>
                                          </p:stCondLst>
                                        </p:cTn>
                                        <p:tgtEl>
                                          <p:spTgt spid="37"/>
                                        </p:tgtEl>
                                        <p:attrNameLst>
                                          <p:attrName>style.visibility</p:attrName>
                                        </p:attrNameLst>
                                      </p:cBhvr>
                                      <p:to>
                                        <p:strVal val="visible"/>
                                      </p:to>
                                    </p:set>
                                    <p:animEffect transition="in" filter="fade">
                                      <p:cBhvr>
                                        <p:cTn id="160" dur="1000"/>
                                        <p:tgtEl>
                                          <p:spTgt spid="37"/>
                                        </p:tgtEl>
                                      </p:cBhvr>
                                    </p:animEffect>
                                    <p:anim calcmode="lin" valueType="num">
                                      <p:cBhvr>
                                        <p:cTn id="161" dur="1000" fill="hold"/>
                                        <p:tgtEl>
                                          <p:spTgt spid="37"/>
                                        </p:tgtEl>
                                        <p:attrNameLst>
                                          <p:attrName>ppt_x</p:attrName>
                                        </p:attrNameLst>
                                      </p:cBhvr>
                                      <p:tavLst>
                                        <p:tav tm="0">
                                          <p:val>
                                            <p:strVal val="#ppt_x"/>
                                          </p:val>
                                        </p:tav>
                                        <p:tav tm="100000">
                                          <p:val>
                                            <p:strVal val="#ppt_x"/>
                                          </p:val>
                                        </p:tav>
                                      </p:tavLst>
                                    </p:anim>
                                    <p:anim calcmode="lin" valueType="num">
                                      <p:cBhvr>
                                        <p:cTn id="162"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42" presetClass="entr" presetSubtype="0" fill="hold" nodeType="clickEffect">
                                  <p:stCondLst>
                                    <p:cond delay="0"/>
                                  </p:stCondLst>
                                  <p:childTnLst>
                                    <p:set>
                                      <p:cBhvr>
                                        <p:cTn id="166" dur="1" fill="hold">
                                          <p:stCondLst>
                                            <p:cond delay="0"/>
                                          </p:stCondLst>
                                        </p:cTn>
                                        <p:tgtEl>
                                          <p:spTgt spid="38"/>
                                        </p:tgtEl>
                                        <p:attrNameLst>
                                          <p:attrName>style.visibility</p:attrName>
                                        </p:attrNameLst>
                                      </p:cBhvr>
                                      <p:to>
                                        <p:strVal val="visible"/>
                                      </p:to>
                                    </p:set>
                                    <p:animEffect transition="in" filter="fade">
                                      <p:cBhvr>
                                        <p:cTn id="167" dur="1000"/>
                                        <p:tgtEl>
                                          <p:spTgt spid="38"/>
                                        </p:tgtEl>
                                      </p:cBhvr>
                                    </p:animEffect>
                                    <p:anim calcmode="lin" valueType="num">
                                      <p:cBhvr>
                                        <p:cTn id="168" dur="1000" fill="hold"/>
                                        <p:tgtEl>
                                          <p:spTgt spid="38"/>
                                        </p:tgtEl>
                                        <p:attrNameLst>
                                          <p:attrName>ppt_x</p:attrName>
                                        </p:attrNameLst>
                                      </p:cBhvr>
                                      <p:tavLst>
                                        <p:tav tm="0">
                                          <p:val>
                                            <p:strVal val="#ppt_x"/>
                                          </p:val>
                                        </p:tav>
                                        <p:tav tm="100000">
                                          <p:val>
                                            <p:strVal val="#ppt_x"/>
                                          </p:val>
                                        </p:tav>
                                      </p:tavLst>
                                    </p:anim>
                                    <p:anim calcmode="lin" valueType="num">
                                      <p:cBhvr>
                                        <p:cTn id="16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42" presetClass="entr" presetSubtype="0" fill="hold" nodeType="clickEffect">
                                  <p:stCondLst>
                                    <p:cond delay="0"/>
                                  </p:stCondLst>
                                  <p:childTnLst>
                                    <p:set>
                                      <p:cBhvr>
                                        <p:cTn id="173" dur="1" fill="hold">
                                          <p:stCondLst>
                                            <p:cond delay="0"/>
                                          </p:stCondLst>
                                        </p:cTn>
                                        <p:tgtEl>
                                          <p:spTgt spid="43025"/>
                                        </p:tgtEl>
                                        <p:attrNameLst>
                                          <p:attrName>style.visibility</p:attrName>
                                        </p:attrNameLst>
                                      </p:cBhvr>
                                      <p:to>
                                        <p:strVal val="visible"/>
                                      </p:to>
                                    </p:set>
                                    <p:animEffect transition="in" filter="fade">
                                      <p:cBhvr>
                                        <p:cTn id="174" dur="1000"/>
                                        <p:tgtEl>
                                          <p:spTgt spid="43025"/>
                                        </p:tgtEl>
                                      </p:cBhvr>
                                    </p:animEffect>
                                    <p:anim calcmode="lin" valueType="num">
                                      <p:cBhvr>
                                        <p:cTn id="175" dur="1000" fill="hold"/>
                                        <p:tgtEl>
                                          <p:spTgt spid="43025"/>
                                        </p:tgtEl>
                                        <p:attrNameLst>
                                          <p:attrName>ppt_x</p:attrName>
                                        </p:attrNameLst>
                                      </p:cBhvr>
                                      <p:tavLst>
                                        <p:tav tm="0">
                                          <p:val>
                                            <p:strVal val="#ppt_x"/>
                                          </p:val>
                                        </p:tav>
                                        <p:tav tm="100000">
                                          <p:val>
                                            <p:strVal val="#ppt_x"/>
                                          </p:val>
                                        </p:tav>
                                      </p:tavLst>
                                    </p:anim>
                                    <p:anim calcmode="lin" valueType="num">
                                      <p:cBhvr>
                                        <p:cTn id="176" dur="1000" fill="hold"/>
                                        <p:tgtEl>
                                          <p:spTgt spid="43025"/>
                                        </p:tgtEl>
                                        <p:attrNameLst>
                                          <p:attrName>ppt_y</p:attrName>
                                        </p:attrNameLst>
                                      </p:cBhvr>
                                      <p:tavLst>
                                        <p:tav tm="0">
                                          <p:val>
                                            <p:strVal val="#ppt_y+.1"/>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42" presetClass="entr" presetSubtype="0" fill="hold" nodeType="clickEffect">
                                  <p:stCondLst>
                                    <p:cond delay="0"/>
                                  </p:stCondLst>
                                  <p:childTnLst>
                                    <p:set>
                                      <p:cBhvr>
                                        <p:cTn id="180" dur="1" fill="hold">
                                          <p:stCondLst>
                                            <p:cond delay="0"/>
                                          </p:stCondLst>
                                        </p:cTn>
                                        <p:tgtEl>
                                          <p:spTgt spid="39"/>
                                        </p:tgtEl>
                                        <p:attrNameLst>
                                          <p:attrName>style.visibility</p:attrName>
                                        </p:attrNameLst>
                                      </p:cBhvr>
                                      <p:to>
                                        <p:strVal val="visible"/>
                                      </p:to>
                                    </p:set>
                                    <p:animEffect transition="in" filter="fade">
                                      <p:cBhvr>
                                        <p:cTn id="181" dur="1000"/>
                                        <p:tgtEl>
                                          <p:spTgt spid="39"/>
                                        </p:tgtEl>
                                      </p:cBhvr>
                                    </p:animEffect>
                                    <p:anim calcmode="lin" valueType="num">
                                      <p:cBhvr>
                                        <p:cTn id="182" dur="1000" fill="hold"/>
                                        <p:tgtEl>
                                          <p:spTgt spid="39"/>
                                        </p:tgtEl>
                                        <p:attrNameLst>
                                          <p:attrName>ppt_x</p:attrName>
                                        </p:attrNameLst>
                                      </p:cBhvr>
                                      <p:tavLst>
                                        <p:tav tm="0">
                                          <p:val>
                                            <p:strVal val="#ppt_x"/>
                                          </p:val>
                                        </p:tav>
                                        <p:tav tm="100000">
                                          <p:val>
                                            <p:strVal val="#ppt_x"/>
                                          </p:val>
                                        </p:tav>
                                      </p:tavLst>
                                    </p:anim>
                                    <p:anim calcmode="lin" valueType="num">
                                      <p:cBhvr>
                                        <p:cTn id="183"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42" presetClass="entr" presetSubtype="0" fill="hold" nodeType="clickEffect">
                                  <p:stCondLst>
                                    <p:cond delay="0"/>
                                  </p:stCondLst>
                                  <p:childTnLst>
                                    <p:set>
                                      <p:cBhvr>
                                        <p:cTn id="187" dur="1" fill="hold">
                                          <p:stCondLst>
                                            <p:cond delay="0"/>
                                          </p:stCondLst>
                                        </p:cTn>
                                        <p:tgtEl>
                                          <p:spTgt spid="40"/>
                                        </p:tgtEl>
                                        <p:attrNameLst>
                                          <p:attrName>style.visibility</p:attrName>
                                        </p:attrNameLst>
                                      </p:cBhvr>
                                      <p:to>
                                        <p:strVal val="visible"/>
                                      </p:to>
                                    </p:set>
                                    <p:animEffect transition="in" filter="fade">
                                      <p:cBhvr>
                                        <p:cTn id="188" dur="1000"/>
                                        <p:tgtEl>
                                          <p:spTgt spid="40"/>
                                        </p:tgtEl>
                                      </p:cBhvr>
                                    </p:animEffect>
                                    <p:anim calcmode="lin" valueType="num">
                                      <p:cBhvr>
                                        <p:cTn id="189" dur="1000" fill="hold"/>
                                        <p:tgtEl>
                                          <p:spTgt spid="40"/>
                                        </p:tgtEl>
                                        <p:attrNameLst>
                                          <p:attrName>ppt_x</p:attrName>
                                        </p:attrNameLst>
                                      </p:cBhvr>
                                      <p:tavLst>
                                        <p:tav tm="0">
                                          <p:val>
                                            <p:strVal val="#ppt_x"/>
                                          </p:val>
                                        </p:tav>
                                        <p:tav tm="100000">
                                          <p:val>
                                            <p:strVal val="#ppt_x"/>
                                          </p:val>
                                        </p:tav>
                                      </p:tavLst>
                                    </p:anim>
                                    <p:anim calcmode="lin" valueType="num">
                                      <p:cBhvr>
                                        <p:cTn id="190"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42" presetClass="entr" presetSubtype="0" fill="hold" nodeType="clickEffect">
                                  <p:stCondLst>
                                    <p:cond delay="0"/>
                                  </p:stCondLst>
                                  <p:childTnLst>
                                    <p:set>
                                      <p:cBhvr>
                                        <p:cTn id="194" dur="1" fill="hold">
                                          <p:stCondLst>
                                            <p:cond delay="0"/>
                                          </p:stCondLst>
                                        </p:cTn>
                                        <p:tgtEl>
                                          <p:spTgt spid="43027"/>
                                        </p:tgtEl>
                                        <p:attrNameLst>
                                          <p:attrName>style.visibility</p:attrName>
                                        </p:attrNameLst>
                                      </p:cBhvr>
                                      <p:to>
                                        <p:strVal val="visible"/>
                                      </p:to>
                                    </p:set>
                                    <p:animEffect transition="in" filter="fade">
                                      <p:cBhvr>
                                        <p:cTn id="195" dur="1000"/>
                                        <p:tgtEl>
                                          <p:spTgt spid="43027"/>
                                        </p:tgtEl>
                                      </p:cBhvr>
                                    </p:animEffect>
                                    <p:anim calcmode="lin" valueType="num">
                                      <p:cBhvr>
                                        <p:cTn id="196" dur="1000" fill="hold"/>
                                        <p:tgtEl>
                                          <p:spTgt spid="43027"/>
                                        </p:tgtEl>
                                        <p:attrNameLst>
                                          <p:attrName>ppt_x</p:attrName>
                                        </p:attrNameLst>
                                      </p:cBhvr>
                                      <p:tavLst>
                                        <p:tav tm="0">
                                          <p:val>
                                            <p:strVal val="#ppt_x"/>
                                          </p:val>
                                        </p:tav>
                                        <p:tav tm="100000">
                                          <p:val>
                                            <p:strVal val="#ppt_x"/>
                                          </p:val>
                                        </p:tav>
                                      </p:tavLst>
                                    </p:anim>
                                    <p:anim calcmode="lin" valueType="num">
                                      <p:cBhvr>
                                        <p:cTn id="197" dur="1000" fill="hold"/>
                                        <p:tgtEl>
                                          <p:spTgt spid="43027"/>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2" presetClass="entr" presetSubtype="0" fill="hold" grpId="0" nodeType="clickEffect">
                                  <p:stCondLst>
                                    <p:cond delay="0"/>
                                  </p:stCondLst>
                                  <p:childTnLst>
                                    <p:set>
                                      <p:cBhvr>
                                        <p:cTn id="201" dur="1" fill="hold">
                                          <p:stCondLst>
                                            <p:cond delay="0"/>
                                          </p:stCondLst>
                                        </p:cTn>
                                        <p:tgtEl>
                                          <p:spTgt spid="41"/>
                                        </p:tgtEl>
                                        <p:attrNameLst>
                                          <p:attrName>style.visibility</p:attrName>
                                        </p:attrNameLst>
                                      </p:cBhvr>
                                      <p:to>
                                        <p:strVal val="visible"/>
                                      </p:to>
                                    </p:set>
                                    <p:animEffect transition="in" filter="fade">
                                      <p:cBhvr>
                                        <p:cTn id="202" dur="1000"/>
                                        <p:tgtEl>
                                          <p:spTgt spid="41"/>
                                        </p:tgtEl>
                                      </p:cBhvr>
                                    </p:animEffect>
                                    <p:anim calcmode="lin" valueType="num">
                                      <p:cBhvr>
                                        <p:cTn id="203" dur="1000" fill="hold"/>
                                        <p:tgtEl>
                                          <p:spTgt spid="41"/>
                                        </p:tgtEl>
                                        <p:attrNameLst>
                                          <p:attrName>ppt_x</p:attrName>
                                        </p:attrNameLst>
                                      </p:cBhvr>
                                      <p:tavLst>
                                        <p:tav tm="0">
                                          <p:val>
                                            <p:strVal val="#ppt_x"/>
                                          </p:val>
                                        </p:tav>
                                        <p:tav tm="100000">
                                          <p:val>
                                            <p:strVal val="#ppt_x"/>
                                          </p:val>
                                        </p:tav>
                                      </p:tavLst>
                                    </p:anim>
                                    <p:anim calcmode="lin" valueType="num">
                                      <p:cBhvr>
                                        <p:cTn id="204"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F9C4130-DE7E-40EB-A285-375B87337E34}" type="slidenum">
              <a:rPr lang="en-US" altLang="en-US" sz="1000" smtClean="0"/>
              <a:pPr>
                <a:spcBef>
                  <a:spcPct val="0"/>
                </a:spcBef>
                <a:buClrTx/>
                <a:buSzTx/>
                <a:buFontTx/>
                <a:buNone/>
              </a:pPr>
              <a:t>38</a:t>
            </a:fld>
            <a:endParaRPr lang="en-US" altLang="en-US" sz="1000"/>
          </a:p>
        </p:txBody>
      </p:sp>
      <p:sp>
        <p:nvSpPr>
          <p:cNvPr id="43011"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323317"/>
            <a:ext cx="2456033" cy="16688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Ảnh 3"/>
          <p:cNvPicPr>
            <a:picLocks noChangeAspect="1"/>
          </p:cNvPicPr>
          <p:nvPr/>
        </p:nvPicPr>
        <p:blipFill>
          <a:blip r:embed="rId3"/>
          <a:stretch>
            <a:fillRect/>
          </a:stretch>
        </p:blipFill>
        <p:spPr>
          <a:xfrm>
            <a:off x="1054274" y="2558446"/>
            <a:ext cx="428625" cy="304800"/>
          </a:xfrm>
          <a:prstGeom prst="rect">
            <a:avLst/>
          </a:prstGeom>
        </p:spPr>
      </p:pic>
      <p:sp>
        <p:nvSpPr>
          <p:cNvPr id="43019" name="Hình chữ nhật 43018"/>
          <p:cNvSpPr/>
          <p:nvPr/>
        </p:nvSpPr>
        <p:spPr>
          <a:xfrm>
            <a:off x="3365908" y="1028431"/>
            <a:ext cx="4246675" cy="646331"/>
          </a:xfrm>
          <a:prstGeom prst="rect">
            <a:avLst/>
          </a:prstGeom>
        </p:spPr>
        <p:txBody>
          <a:bodyPr wrap="none">
            <a:spAutoFit/>
          </a:bodyPr>
          <a:lstStyle/>
          <a:p>
            <a:r>
              <a:rPr lang="da-DK" altLang="vi-VN" dirty="0"/>
              <a:t>đường đi ngắn nhất từ a đến tất cả các </a:t>
            </a:r>
          </a:p>
          <a:p>
            <a:r>
              <a:rPr lang="da-DK" altLang="vi-VN" dirty="0"/>
              <a:t>đỉnh còn lại.</a:t>
            </a:r>
            <a:endParaRPr lang="vi-VN" dirty="0"/>
          </a:p>
        </p:txBody>
      </p:sp>
      <p:grpSp>
        <p:nvGrpSpPr>
          <p:cNvPr id="20" name="Nhóm 19"/>
          <p:cNvGrpSpPr/>
          <p:nvPr/>
        </p:nvGrpSpPr>
        <p:grpSpPr>
          <a:xfrm>
            <a:off x="964825" y="4650239"/>
            <a:ext cx="2381250" cy="1438760"/>
            <a:chOff x="964825" y="4650239"/>
            <a:chExt cx="2381250" cy="1438760"/>
          </a:xfrm>
        </p:grpSpPr>
        <p:pic>
          <p:nvPicPr>
            <p:cNvPr id="18" name="Ảnh 17"/>
            <p:cNvPicPr>
              <a:picLocks noChangeAspect="1"/>
            </p:cNvPicPr>
            <p:nvPr/>
          </p:nvPicPr>
          <p:blipFill>
            <a:blip r:embed="rId4"/>
            <a:stretch>
              <a:fillRect/>
            </a:stretch>
          </p:blipFill>
          <p:spPr>
            <a:xfrm>
              <a:off x="964825" y="4650239"/>
              <a:ext cx="2381250" cy="1371600"/>
            </a:xfrm>
            <a:prstGeom prst="rect">
              <a:avLst/>
            </a:prstGeom>
          </p:spPr>
        </p:pic>
        <p:pic>
          <p:nvPicPr>
            <p:cNvPr id="19" name="Ảnh 18"/>
            <p:cNvPicPr>
              <a:picLocks noChangeAspect="1"/>
            </p:cNvPicPr>
            <p:nvPr/>
          </p:nvPicPr>
          <p:blipFill>
            <a:blip r:embed="rId5"/>
            <a:stretch>
              <a:fillRect/>
            </a:stretch>
          </p:blipFill>
          <p:spPr>
            <a:xfrm>
              <a:off x="2488276" y="5831824"/>
              <a:ext cx="238125" cy="257175"/>
            </a:xfrm>
            <a:prstGeom prst="rect">
              <a:avLst/>
            </a:prstGeom>
          </p:spPr>
        </p:pic>
      </p:grpSp>
      <p:pic>
        <p:nvPicPr>
          <p:cNvPr id="26" name="Ảnh 25"/>
          <p:cNvPicPr>
            <a:picLocks noChangeAspect="1"/>
          </p:cNvPicPr>
          <p:nvPr/>
        </p:nvPicPr>
        <p:blipFill>
          <a:blip r:embed="rId6"/>
          <a:stretch>
            <a:fillRect/>
          </a:stretch>
        </p:blipFill>
        <p:spPr>
          <a:xfrm>
            <a:off x="4029121" y="4679472"/>
            <a:ext cx="2945301" cy="1426631"/>
          </a:xfrm>
          <a:prstGeom prst="rect">
            <a:avLst/>
          </a:prstGeom>
        </p:spPr>
      </p:pic>
      <p:pic>
        <p:nvPicPr>
          <p:cNvPr id="43013" name="Ảnh 43012"/>
          <p:cNvPicPr>
            <a:picLocks noChangeAspect="1"/>
          </p:cNvPicPr>
          <p:nvPr/>
        </p:nvPicPr>
        <p:blipFill>
          <a:blip r:embed="rId7"/>
          <a:stretch>
            <a:fillRect/>
          </a:stretch>
        </p:blipFill>
        <p:spPr>
          <a:xfrm>
            <a:off x="2168573" y="3008613"/>
            <a:ext cx="552450" cy="238125"/>
          </a:xfrm>
          <a:prstGeom prst="rect">
            <a:avLst/>
          </a:prstGeom>
        </p:spPr>
      </p:pic>
      <p:pic>
        <p:nvPicPr>
          <p:cNvPr id="43014" name="Ảnh 43013"/>
          <p:cNvPicPr>
            <a:picLocks noChangeAspect="1"/>
          </p:cNvPicPr>
          <p:nvPr/>
        </p:nvPicPr>
        <p:blipFill>
          <a:blip r:embed="rId7"/>
          <a:stretch>
            <a:fillRect/>
          </a:stretch>
        </p:blipFill>
        <p:spPr>
          <a:xfrm>
            <a:off x="2869380" y="3296543"/>
            <a:ext cx="552450" cy="238125"/>
          </a:xfrm>
          <a:prstGeom prst="rect">
            <a:avLst/>
          </a:prstGeom>
        </p:spPr>
      </p:pic>
      <p:pic>
        <p:nvPicPr>
          <p:cNvPr id="43015" name="Ảnh 43014"/>
          <p:cNvPicPr>
            <a:picLocks noChangeAspect="1"/>
          </p:cNvPicPr>
          <p:nvPr/>
        </p:nvPicPr>
        <p:blipFill>
          <a:blip r:embed="rId7"/>
          <a:stretch>
            <a:fillRect/>
          </a:stretch>
        </p:blipFill>
        <p:spPr>
          <a:xfrm>
            <a:off x="3554106" y="3648007"/>
            <a:ext cx="552450" cy="238125"/>
          </a:xfrm>
          <a:prstGeom prst="rect">
            <a:avLst/>
          </a:prstGeom>
        </p:spPr>
      </p:pic>
      <p:pic>
        <p:nvPicPr>
          <p:cNvPr id="43016" name="Ảnh 43015"/>
          <p:cNvPicPr>
            <a:picLocks noChangeAspect="1"/>
          </p:cNvPicPr>
          <p:nvPr/>
        </p:nvPicPr>
        <p:blipFill>
          <a:blip r:embed="rId7"/>
          <a:stretch>
            <a:fillRect/>
          </a:stretch>
        </p:blipFill>
        <p:spPr>
          <a:xfrm>
            <a:off x="4320867" y="4284586"/>
            <a:ext cx="552450" cy="238125"/>
          </a:xfrm>
          <a:prstGeom prst="rect">
            <a:avLst/>
          </a:prstGeom>
        </p:spPr>
      </p:pic>
      <p:pic>
        <p:nvPicPr>
          <p:cNvPr id="43017" name="Ảnh 43016"/>
          <p:cNvPicPr>
            <a:picLocks noChangeAspect="1"/>
          </p:cNvPicPr>
          <p:nvPr/>
        </p:nvPicPr>
        <p:blipFill>
          <a:blip r:embed="rId7"/>
          <a:stretch>
            <a:fillRect/>
          </a:stretch>
        </p:blipFill>
        <p:spPr>
          <a:xfrm>
            <a:off x="5139711" y="3973734"/>
            <a:ext cx="552450" cy="238125"/>
          </a:xfrm>
          <a:prstGeom prst="rect">
            <a:avLst/>
          </a:prstGeom>
        </p:spPr>
      </p:pic>
      <p:pic>
        <p:nvPicPr>
          <p:cNvPr id="43020" name="Ảnh 43019"/>
          <p:cNvPicPr>
            <a:picLocks noChangeAspect="1"/>
          </p:cNvPicPr>
          <p:nvPr/>
        </p:nvPicPr>
        <p:blipFill>
          <a:blip r:embed="rId8"/>
          <a:stretch>
            <a:fillRect/>
          </a:stretch>
        </p:blipFill>
        <p:spPr>
          <a:xfrm>
            <a:off x="1125229" y="1958983"/>
            <a:ext cx="6943725" cy="2457450"/>
          </a:xfrm>
          <a:prstGeom prst="rect">
            <a:avLst/>
          </a:prstGeom>
        </p:spPr>
      </p:pic>
    </p:spTree>
    <p:extLst>
      <p:ext uri="{BB962C8B-B14F-4D97-AF65-F5344CB8AC3E}">
        <p14:creationId xmlns:p14="http://schemas.microsoft.com/office/powerpoint/2010/main" val="158319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1000"/>
                                        <p:tgtEl>
                                          <p:spTgt spid="26"/>
                                        </p:tgtEl>
                                      </p:cBhvr>
                                    </p:animEffect>
                                    <p:anim calcmode="lin" valueType="num">
                                      <p:cBhvr>
                                        <p:cTn id="15" dur="1000" fill="hold"/>
                                        <p:tgtEl>
                                          <p:spTgt spid="26"/>
                                        </p:tgtEl>
                                        <p:attrNameLst>
                                          <p:attrName>ppt_x</p:attrName>
                                        </p:attrNameLst>
                                      </p:cBhvr>
                                      <p:tavLst>
                                        <p:tav tm="0">
                                          <p:val>
                                            <p:strVal val="#ppt_x"/>
                                          </p:val>
                                        </p:tav>
                                        <p:tav tm="100000">
                                          <p:val>
                                            <p:strVal val="#ppt_x"/>
                                          </p:val>
                                        </p:tav>
                                      </p:tavLst>
                                    </p:anim>
                                    <p:anim calcmode="lin" valueType="num">
                                      <p:cBhvr>
                                        <p:cTn id="16"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5B9845D-4F9E-4C67-A909-51EB160D1DF6}" type="slidenum">
              <a:rPr lang="en-US" altLang="en-US" sz="1000" smtClean="0"/>
              <a:pPr>
                <a:spcBef>
                  <a:spcPct val="0"/>
                </a:spcBef>
                <a:buClrTx/>
                <a:buSzTx/>
                <a:buFontTx/>
                <a:buNone/>
              </a:pPr>
              <a:t>39</a:t>
            </a:fld>
            <a:endParaRPr lang="en-US" altLang="en-US" sz="1000"/>
          </a:p>
        </p:txBody>
      </p:sp>
      <p:sp>
        <p:nvSpPr>
          <p:cNvPr id="44035"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
        <p:nvSpPr>
          <p:cNvPr id="4" name="Rectangle 3"/>
          <p:cNvSpPr/>
          <p:nvPr/>
        </p:nvSpPr>
        <p:spPr>
          <a:xfrm>
            <a:off x="381000" y="228600"/>
            <a:ext cx="7620000" cy="6370638"/>
          </a:xfrm>
          <a:prstGeom prst="rect">
            <a:avLst/>
          </a:prstGeom>
        </p:spPr>
        <p:txBody>
          <a:bodyPr>
            <a:spAutoFit/>
          </a:bodyPr>
          <a:lstStyle/>
          <a:p>
            <a:pPr lvl="1" eaLnBrk="1" hangingPunct="1">
              <a:defRPr/>
            </a:pPr>
            <a:r>
              <a:rPr lang="da-DK" sz="2400" b="1" dirty="0">
                <a:latin typeface="Arial" charset="0"/>
              </a:rPr>
              <a:t>Ví dụ</a:t>
            </a:r>
          </a:p>
          <a:p>
            <a:pPr lvl="2" eaLnBrk="1" hangingPunct="1">
              <a:defRPr/>
            </a:pPr>
            <a:r>
              <a:rPr lang="da-DK" sz="2400" b="1" dirty="0">
                <a:latin typeface="Arial" charset="0"/>
              </a:rPr>
              <a:t>Cho ma trận kề của đơn đồ thị có trọng số G có dạng</a:t>
            </a:r>
          </a:p>
          <a:p>
            <a:pPr lvl="2" eaLnBrk="1" hangingPunct="1">
              <a:defRPr/>
            </a:pPr>
            <a:endParaRPr lang="da-DK" sz="2400" b="1" dirty="0">
              <a:latin typeface="Arial" charset="0"/>
            </a:endParaRPr>
          </a:p>
          <a:p>
            <a:pPr lvl="2" eaLnBrk="1" hangingPunct="1">
              <a:defRPr/>
            </a:pPr>
            <a:endParaRPr lang="da-DK" sz="2400" b="1" dirty="0">
              <a:latin typeface="Arial" charset="0"/>
            </a:endParaRPr>
          </a:p>
          <a:p>
            <a:pPr lvl="2" eaLnBrk="1" hangingPunct="1">
              <a:defRPr/>
            </a:pPr>
            <a:endParaRPr lang="da-DK" sz="2400" b="1" dirty="0">
              <a:latin typeface="Arial" charset="0"/>
            </a:endParaRPr>
          </a:p>
          <a:p>
            <a:pPr lvl="2" eaLnBrk="1" hangingPunct="1">
              <a:defRPr/>
            </a:pPr>
            <a:endParaRPr lang="da-DK" sz="2400" b="1" dirty="0">
              <a:latin typeface="Arial" charset="0"/>
            </a:endParaRPr>
          </a:p>
          <a:p>
            <a:pPr lvl="2" eaLnBrk="1" hangingPunct="1">
              <a:defRPr/>
            </a:pPr>
            <a:endParaRPr lang="da-DK" sz="2400" b="1" dirty="0">
              <a:latin typeface="Arial" charset="0"/>
            </a:endParaRPr>
          </a:p>
          <a:p>
            <a:pPr marL="1371600" lvl="2" indent="-457200" eaLnBrk="1" hangingPunct="1">
              <a:buFontTx/>
              <a:buAutoNum type="alphaLcParenR"/>
              <a:defRPr/>
            </a:pPr>
            <a:endParaRPr lang="da-DK" sz="2400" b="1" dirty="0">
              <a:latin typeface="Arial" charset="0"/>
            </a:endParaRPr>
          </a:p>
          <a:p>
            <a:pPr marL="1371600" lvl="2" indent="-457200" eaLnBrk="1" hangingPunct="1">
              <a:buFontTx/>
              <a:buAutoNum type="alphaLcParenR"/>
              <a:defRPr/>
            </a:pPr>
            <a:endParaRPr lang="da-DK" sz="2400" b="1" dirty="0">
              <a:latin typeface="Arial" charset="0"/>
            </a:endParaRPr>
          </a:p>
          <a:p>
            <a:pPr marL="1371600" lvl="2" indent="-457200" eaLnBrk="1" hangingPunct="1">
              <a:buFontTx/>
              <a:buAutoNum type="alphaLcParenR"/>
              <a:defRPr/>
            </a:pPr>
            <a:endParaRPr lang="da-DK" sz="2400" b="1" dirty="0">
              <a:latin typeface="Arial" charset="0"/>
            </a:endParaRPr>
          </a:p>
          <a:p>
            <a:pPr marL="1371600" lvl="2" indent="-457200" eaLnBrk="1" hangingPunct="1">
              <a:buFontTx/>
              <a:buAutoNum type="alphaLcParenR"/>
              <a:defRPr/>
            </a:pPr>
            <a:r>
              <a:rPr lang="da-DK" sz="2400" b="1" dirty="0">
                <a:latin typeface="Arial" charset="0"/>
              </a:rPr>
              <a:t>Vẽ đồ thị G</a:t>
            </a:r>
          </a:p>
          <a:p>
            <a:pPr marL="1371600" lvl="2" indent="-457200" eaLnBrk="1" hangingPunct="1">
              <a:defRPr/>
            </a:pPr>
            <a:r>
              <a:rPr lang="da-DK" sz="2400" b="1" dirty="0">
                <a:latin typeface="Arial" charset="0"/>
              </a:rPr>
              <a:t>	Dùng thuật toán Dijkstra:</a:t>
            </a:r>
          </a:p>
          <a:p>
            <a:pPr marL="1371600" lvl="2" indent="-457200" eaLnBrk="1" hangingPunct="1">
              <a:defRPr/>
            </a:pPr>
            <a:r>
              <a:rPr lang="da-DK" sz="2400" b="1" dirty="0">
                <a:latin typeface="Arial" charset="0"/>
              </a:rPr>
              <a:t>b) Tìm độ dài đường đi ngắn nhất từ đỉnh </a:t>
            </a:r>
            <a:r>
              <a:rPr lang="da-DK" sz="2400" b="1" i="1" dirty="0">
                <a:latin typeface="Arial" charset="0"/>
              </a:rPr>
              <a:t>a</a:t>
            </a:r>
            <a:r>
              <a:rPr lang="da-DK" sz="2400" b="1" dirty="0">
                <a:latin typeface="Arial" charset="0"/>
              </a:rPr>
              <a:t> đến  các đỉnh còn lại của G? Chỉ ra các đường đi đó.</a:t>
            </a:r>
          </a:p>
          <a:p>
            <a:pPr marL="1371600" lvl="2" indent="-457200" eaLnBrk="1" hangingPunct="1">
              <a:buFontTx/>
              <a:buAutoNum type="alphaLcParenR"/>
              <a:defRPr/>
            </a:pPr>
            <a:endParaRPr lang="da-DK" sz="2400" b="1" dirty="0">
              <a:latin typeface="Arial" charset="0"/>
            </a:endParaRPr>
          </a:p>
        </p:txBody>
      </p:sp>
      <p:sp>
        <p:nvSpPr>
          <p:cNvPr id="44037" name="Rectangle 4"/>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vi-VN" altLang="vi-VN" sz="1800"/>
          </a:p>
        </p:txBody>
      </p:sp>
      <p:graphicFrame>
        <p:nvGraphicFramePr>
          <p:cNvPr id="44038" name="Object 3"/>
          <p:cNvGraphicFramePr>
            <a:graphicFrameLocks noChangeAspect="1"/>
          </p:cNvGraphicFramePr>
          <p:nvPr/>
        </p:nvGraphicFramePr>
        <p:xfrm>
          <a:off x="3048000" y="1219200"/>
          <a:ext cx="2667000" cy="2867025"/>
        </p:xfrm>
        <a:graphic>
          <a:graphicData uri="http://schemas.openxmlformats.org/presentationml/2006/ole">
            <mc:AlternateContent xmlns:mc="http://schemas.openxmlformats.org/markup-compatibility/2006">
              <mc:Choice xmlns:v="urn:schemas-microsoft-com:vml" Requires="v">
                <p:oleObj name="Equation" r:id="rId2" imgW="1269720" imgH="1358640" progId="Equation.DSMT4">
                  <p:embed/>
                </p:oleObj>
              </mc:Choice>
              <mc:Fallback>
                <p:oleObj name="Equation" r:id="rId2" imgW="1269720" imgH="135864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219200"/>
                        <a:ext cx="26670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62BBA0C-92AA-47F0-A065-5A8302FB3822}" type="slidenum">
              <a:rPr lang="en-US" altLang="en-US" sz="1000" smtClean="0"/>
              <a:pPr>
                <a:spcBef>
                  <a:spcPct val="0"/>
                </a:spcBef>
                <a:buClrTx/>
                <a:buSzTx/>
                <a:buFontTx/>
                <a:buNone/>
              </a:pPr>
              <a:t>40</a:t>
            </a:fld>
            <a:endParaRPr lang="en-US" altLang="en-US" sz="1000"/>
          </a:p>
        </p:txBody>
      </p:sp>
      <p:sp>
        <p:nvSpPr>
          <p:cNvPr id="45059"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pic>
        <p:nvPicPr>
          <p:cNvPr id="4506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4721" y="2667000"/>
            <a:ext cx="436245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Object 3"/>
          <p:cNvGraphicFramePr>
            <a:graphicFrameLocks noChangeAspect="1"/>
          </p:cNvGraphicFramePr>
          <p:nvPr>
            <p:extLst>
              <p:ext uri="{D42A27DB-BD31-4B8C-83A1-F6EECF244321}">
                <p14:modId xmlns:p14="http://schemas.microsoft.com/office/powerpoint/2010/main" val="3478879402"/>
              </p:ext>
            </p:extLst>
          </p:nvPr>
        </p:nvGraphicFramePr>
        <p:xfrm>
          <a:off x="707721" y="457200"/>
          <a:ext cx="2667000" cy="2867025"/>
        </p:xfrm>
        <a:graphic>
          <a:graphicData uri="http://schemas.openxmlformats.org/presentationml/2006/ole">
            <mc:AlternateContent xmlns:mc="http://schemas.openxmlformats.org/markup-compatibility/2006">
              <mc:Choice xmlns:v="urn:schemas-microsoft-com:vml" Requires="v">
                <p:oleObj name="Equation" r:id="rId3" imgW="1269720" imgH="1358640" progId="Equation.DSMT4">
                  <p:embed/>
                </p:oleObj>
              </mc:Choice>
              <mc:Fallback>
                <p:oleObj name="Equation" r:id="rId3" imgW="1269720" imgH="13586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721" y="457200"/>
                        <a:ext cx="266700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675D588-B5D6-44F4-83EE-951C269483B0}" type="slidenum">
              <a:rPr lang="en-US" altLang="en-US" sz="1000" smtClean="0"/>
              <a:pPr>
                <a:spcBef>
                  <a:spcPct val="0"/>
                </a:spcBef>
                <a:buClrTx/>
                <a:buSzTx/>
                <a:buFontTx/>
                <a:buNone/>
              </a:pPr>
              <a:t>41</a:t>
            </a:fld>
            <a:endParaRPr lang="en-US" altLang="en-US" sz="1000"/>
          </a:p>
        </p:txBody>
      </p:sp>
      <p:sp>
        <p:nvSpPr>
          <p:cNvPr id="46083" name="Rectangle 2"/>
          <p:cNvSpPr>
            <a:spLocks noGrp="1" noChangeArrowheads="1"/>
          </p:cNvSpPr>
          <p:nvPr>
            <p:ph type="title"/>
          </p:nvPr>
        </p:nvSpPr>
        <p:spPr/>
        <p:txBody>
          <a:bodyPr/>
          <a:lstStyle/>
          <a:p>
            <a:pPr eaLnBrk="1" hangingPunct="1"/>
            <a:r>
              <a:rPr lang="en-US" altLang="vi-VN"/>
              <a:t>Bài toán đường đi ngắn nhất</a:t>
            </a:r>
          </a:p>
        </p:txBody>
      </p:sp>
      <p:sp>
        <p:nvSpPr>
          <p:cNvPr id="46084" name="Rectangle 3"/>
          <p:cNvSpPr>
            <a:spLocks noGrp="1" noChangeArrowheads="1"/>
          </p:cNvSpPr>
          <p:nvPr>
            <p:ph type="body" idx="1"/>
          </p:nvPr>
        </p:nvSpPr>
        <p:spPr/>
        <p:txBody>
          <a:bodyPr/>
          <a:lstStyle/>
          <a:p>
            <a:pPr eaLnBrk="1" hangingPunct="1"/>
            <a:r>
              <a:rPr lang="da-DK" altLang="vi-VN" dirty="0"/>
              <a:t>Thuật toán tìm đường đi ngắn nhất</a:t>
            </a:r>
          </a:p>
          <a:p>
            <a:pPr lvl="1" eaLnBrk="1" hangingPunct="1"/>
            <a:r>
              <a:rPr lang="da-DK" altLang="vi-VN" dirty="0"/>
              <a:t>Thuật toán Dijkstra</a:t>
            </a:r>
          </a:p>
          <a:p>
            <a:pPr lvl="2" eaLnBrk="1" hangingPunct="1"/>
            <a:r>
              <a:rPr lang="da-DK" altLang="vi-VN" dirty="0"/>
              <a:t>Định lý</a:t>
            </a:r>
          </a:p>
          <a:p>
            <a:pPr lvl="3" eaLnBrk="1" hangingPunct="1"/>
            <a:r>
              <a:rPr lang="da-DK" altLang="vi-VN" dirty="0"/>
              <a:t>Thuật toán Dijkstra tìm được đường đi ngắn nhất giữa 2 đỉnh trong đồ thị liên thông, có trọng số.</a:t>
            </a:r>
          </a:p>
          <a:p>
            <a:pPr lvl="2" eaLnBrk="1" hangingPunct="1"/>
            <a:r>
              <a:rPr lang="da-DK" altLang="vi-VN" dirty="0"/>
              <a:t>Nhận xét</a:t>
            </a:r>
          </a:p>
          <a:p>
            <a:pPr lvl="3" eaLnBrk="1" hangingPunct="1"/>
            <a:r>
              <a:rPr lang="da-DK" altLang="vi-VN" dirty="0"/>
              <a:t>Chỉ đúng cho đồ thị có trọng số không âm</a:t>
            </a:r>
          </a:p>
          <a:p>
            <a:pPr lvl="3" eaLnBrk="1" hangingPunct="1"/>
            <a:r>
              <a:rPr lang="da-DK" altLang="vi-VN" dirty="0"/>
              <a:t>Nhãn sau cùng của mỗi đỉnh là độ dài đường đi ngắn nhất từ đỉnh xuất phát đến nó.</a:t>
            </a:r>
          </a:p>
        </p:txBody>
      </p:sp>
      <p:sp>
        <p:nvSpPr>
          <p:cNvPr id="46085" name="TextBox 9"/>
          <p:cNvSpPr txBox="1">
            <a:spLocks noChangeArrowheads="1"/>
          </p:cNvSpPr>
          <p:nvPr/>
        </p:nvSpPr>
        <p:spPr bwMode="auto">
          <a:xfrm>
            <a:off x="457200" y="6207125"/>
            <a:ext cx="3200400" cy="368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ru-RU" altLang="vi-VN" sz="1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06"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5CAA3CF-D77A-4DCC-93C3-09A256B5E115}" type="slidenum">
              <a:rPr lang="en-US" altLang="en-US" sz="1000" smtClean="0"/>
              <a:pPr>
                <a:spcBef>
                  <a:spcPct val="0"/>
                </a:spcBef>
                <a:buClrTx/>
                <a:buSzTx/>
                <a:buFontTx/>
                <a:buNone/>
              </a:pPr>
              <a:t>42</a:t>
            </a:fld>
            <a:endParaRPr lang="en-US" altLang="en-US" sz="1000"/>
          </a:p>
        </p:txBody>
      </p:sp>
      <p:pic>
        <p:nvPicPr>
          <p:cNvPr id="4710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0975" y="752475"/>
            <a:ext cx="8782050" cy="541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70000"/>
              <a:buFont typeface="Wingdings" panose="05000000000000000000"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1ED5A0A-0EB7-41A9-8BE4-9F342A739F21}" type="slidenum">
              <a:rPr lang="en-US" altLang="en-US" sz="1000" smtClean="0"/>
              <a:pPr>
                <a:spcBef>
                  <a:spcPct val="0"/>
                </a:spcBef>
                <a:buClrTx/>
                <a:buSzTx/>
                <a:buFontTx/>
                <a:buNone/>
              </a:pPr>
              <a:t>43</a:t>
            </a:fld>
            <a:endParaRPr lang="en-US" altLang="en-US" sz="100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19200"/>
            <a:ext cx="7343775"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6705</TotalTime>
  <Words>2416</Words>
  <Application>Microsoft Office PowerPoint</Application>
  <PresentationFormat>On-screen Show (4:3)</PresentationFormat>
  <Paragraphs>311</Paragraphs>
  <Slides>43</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49" baseType="lpstr">
      <vt:lpstr>Arial</vt:lpstr>
      <vt:lpstr>Symbol</vt:lpstr>
      <vt:lpstr>VNbook-Antiqua</vt:lpstr>
      <vt:lpstr>Wingdings</vt:lpstr>
      <vt:lpstr>Network</vt:lpstr>
      <vt:lpstr>Equation</vt:lpstr>
      <vt:lpstr> CHƯƠNG 5: CÁC KHÁI NIỆM CƠ BẢN CỦA LÝ THUYẾT ĐỒ THỊ </vt:lpstr>
      <vt:lpstr>Chu trình và đường đi Euler</vt:lpstr>
      <vt:lpstr>Leonhard Euler 1707 - 1783</vt:lpstr>
      <vt:lpstr>Leonhard Euler 1707 - 1783</vt:lpstr>
      <vt:lpstr>Chu trình và đường đi Euler</vt:lpstr>
      <vt:lpstr>Chu trình và đường đi Euler</vt:lpstr>
      <vt:lpstr>Chu trình và đường đi Euler</vt:lpstr>
      <vt:lpstr>Chu trình và đường đi Euler</vt:lpstr>
      <vt:lpstr>Chu trình và đường đi Euler</vt:lpstr>
      <vt:lpstr>Chu trình và đường đi Euler</vt:lpstr>
      <vt:lpstr>Chu trình và đường đi Euler</vt:lpstr>
      <vt:lpstr>Chu trình và đường đi Euler</vt:lpstr>
      <vt:lpstr>PowerPoint Presentation</vt:lpstr>
      <vt:lpstr>Chu trình và đường đi Euler</vt:lpstr>
      <vt:lpstr>Chu trình và đường đi Euler</vt:lpstr>
      <vt:lpstr>Chu trình và đường đi Euler</vt:lpstr>
      <vt:lpstr>Chu trình và đường đi Euler</vt:lpstr>
      <vt:lpstr>Chu trình và đường đi Euler</vt:lpstr>
      <vt:lpstr>Chu trình &amp; đường đi Hamilton</vt:lpstr>
      <vt:lpstr>Chu trình &amp; đường đi Hamilton</vt:lpstr>
      <vt:lpstr>Chu trình &amp; đường đi Hamilton</vt:lpstr>
      <vt:lpstr>Chu trình &amp; đường đi Hamilton</vt:lpstr>
      <vt:lpstr>Chu trình &amp; đường đi Hamilton</vt:lpstr>
      <vt:lpstr>Chu trình &amp; đường đi Hamilton</vt:lpstr>
      <vt:lpstr>Chu trình &amp; đường đi Hamilton</vt:lpstr>
      <vt:lpstr>Chu trình &amp; đường đi Hamilton</vt:lpstr>
      <vt:lpstr>Chu trình &amp; đường đi Hamilton</vt:lpstr>
      <vt:lpstr>Chu trình &amp; đường đi Hamilton</vt:lpstr>
      <vt:lpstr>Chu trình &amp; đường đi Hamilton</vt:lpstr>
      <vt:lpstr>PowerPoint Presentation</vt:lpstr>
      <vt:lpstr>Bài toán đường đi ngắn nhất</vt:lpstr>
      <vt:lpstr>Bài toán đường đi ngắn nhất</vt:lpstr>
      <vt:lpstr>Bài toán đường đi ngắn nhất</vt:lpstr>
      <vt:lpstr>Bài toán đường đi ngắn nhất</vt:lpstr>
      <vt:lpstr>Bài toán đường đi ngắn nhất</vt:lpstr>
      <vt:lpstr>Bài toán đường đi ngắn nhất</vt:lpstr>
      <vt:lpstr>PowerPoint Presentation</vt:lpstr>
      <vt:lpstr>PowerPoint Presentation</vt:lpstr>
      <vt:lpstr>PowerPoint Presentation</vt:lpstr>
      <vt:lpstr>PowerPoint Presentation</vt:lpstr>
      <vt:lpstr>Bài toán đường đi ngắn nhất</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TOÁN RỜI RẠC  ỨNG DỤNG TRONG TIN HỌC</dc:title>
  <dc:creator>Huy</dc:creator>
  <cp:lastModifiedBy>Le Van</cp:lastModifiedBy>
  <cp:revision>321</cp:revision>
  <cp:lastPrinted>2021-05-19T04:25:31Z</cp:lastPrinted>
  <dcterms:created xsi:type="dcterms:W3CDTF">2006-09-12T03:22:24Z</dcterms:created>
  <dcterms:modified xsi:type="dcterms:W3CDTF">2023-02-26T02:16:35Z</dcterms:modified>
</cp:coreProperties>
</file>