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1581" r:id="rId2"/>
    <p:sldId id="1964" r:id="rId3"/>
    <p:sldId id="1969" r:id="rId4"/>
    <p:sldId id="1979" r:id="rId5"/>
    <p:sldId id="1980" r:id="rId6"/>
    <p:sldId id="1978" r:id="rId7"/>
    <p:sldId id="1981" r:id="rId8"/>
    <p:sldId id="1984" r:id="rId9"/>
    <p:sldId id="1986" r:id="rId10"/>
    <p:sldId id="1960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A5386"/>
    <a:srgbClr val="FF9933"/>
    <a:srgbClr val="008000"/>
    <a:srgbClr val="000099"/>
    <a:srgbClr val="FF0000"/>
    <a:srgbClr val="FF6600"/>
    <a:srgbClr val="66FFFF"/>
    <a:srgbClr val="FF33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1D1F9-22E3-42B5-B1E9-3C762C05E8AB}" v="20" dt="2026-06-22T16:46:54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71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3702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04800" y="3886200"/>
            <a:ext cx="5715000" cy="1752600"/>
          </a:xfrm>
        </p:spPr>
        <p:txBody>
          <a:bodyPr/>
          <a:lstStyle>
            <a:lvl1pPr>
              <a:spcBef>
                <a:spcPts val="30"/>
              </a:spcBef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Click to edit Master text styles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72200" y="3886200"/>
            <a:ext cx="5715002" cy="1752600"/>
          </a:xfrm>
        </p:spPr>
        <p:txBody>
          <a:bodyPr/>
          <a:lstStyle>
            <a:lvl1pPr>
              <a:spcBef>
                <a:spcPts val="30"/>
              </a:spcBef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Click to edit Master text styles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981924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1400">
                <a:solidFill>
                  <a:srgbClr val="0066FF"/>
                </a:solidFill>
              </a:defRPr>
            </a:lvl2pPr>
            <a:lvl3pPr>
              <a:defRPr sz="14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Click to edit Master text styles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/>
              <a:t>Click to edit Master text styles</a:t>
            </a:r>
          </a:p>
          <a:p>
            <a:pPr lvl="2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1400">
                <a:solidFill>
                  <a:srgbClr val="0066FF"/>
                </a:solidFill>
              </a:defRPr>
            </a:lvl2pPr>
            <a:lvl3pPr>
              <a:defRPr sz="14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Click to edit Master text styles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/>
              <a:t>Click to edit Master text styles</a:t>
            </a:r>
          </a:p>
          <a:p>
            <a:pPr lvl="2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1400">
                <a:solidFill>
                  <a:srgbClr val="0066FF"/>
                </a:solidFill>
              </a:defRPr>
            </a:lvl2pPr>
            <a:lvl3pPr>
              <a:defRPr sz="14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Click to edit Master text styles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/>
              <a:t>Click to edit Master text styles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5483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36144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783120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286863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04C06E-4BFD-7AE1-C5B0-925E1CA3A00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410325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rgbClr val="0066FF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90919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286863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rgbClr val="0066FF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143EFF-2D7C-66B4-AFBA-F0B1D61C26B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422774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49C8-BF7A-4990-B3B9-274312BE8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799"/>
            <a:ext cx="10972800" cy="582136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491986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49C8-BF7A-4990-B3B9-274312BE8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799"/>
            <a:ext cx="10972800" cy="558226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22855E-2136-B0AC-54BE-3BB2AF005D9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609300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259912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6425CE-E883-3624-A5E7-4BF4CB536FF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993890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8580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1600201"/>
            <a:ext cx="40386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425375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8580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1600201"/>
            <a:ext cx="40386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8212B4-9DFE-2A94-C8E6-5E7E3C27E07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962295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041648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68580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364574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041648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83111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041648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68580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7E723B-E223-C420-ED51-5B5A2051670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36763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458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704203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4582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C583C3-4424-7F8E-3E7B-CA6ADF0427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624889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2359152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124200" y="1600200"/>
            <a:ext cx="8458200" cy="452596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023714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2359152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endParaRPr lang="vi-V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124200" y="1600201"/>
            <a:ext cx="8458200" cy="4286864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D3D54F-B6A2-F83D-2883-0F1C5B49BCD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6330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127688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71218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71218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5A939C-68D5-2DF8-CDA1-EB138EB7C0C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55776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522287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5875025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522287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71218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71218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4EB4D9-43E9-2D6E-F53C-2767330A2D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616116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599"/>
            <a:ext cx="6815667" cy="515302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663990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0"/>
            <a:ext cx="6815667" cy="4896464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4519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B9B77A-A705-2B88-D26C-888E54B9A2A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131758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9456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3921189"/>
            <a:ext cx="10972800" cy="219456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804096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0312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3781425"/>
            <a:ext cx="10972800" cy="210312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311796-72DC-4BB7-31C2-CB4F68F76B2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9188282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3660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3119376"/>
            <a:ext cx="10972800" cy="3014661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8613066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Up Dow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3660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3119377"/>
            <a:ext cx="10972800" cy="27676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504C8E-CD1E-7326-602A-6498C81631E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5428293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Up Dow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301752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4726052"/>
            <a:ext cx="10972800" cy="1335024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19919018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Up Dow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8193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4552950"/>
            <a:ext cx="10972800" cy="1335024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A4C1F9-81CD-D56F-EC94-62A54EC01336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8554045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06246569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0"/>
            <a:ext cx="2844800" cy="4288536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288536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288536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288536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6FD81B-D664-FF76-F971-91B15C5A35D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3338590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2719614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5669295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239864" y="1066800"/>
            <a:ext cx="2952136" cy="505936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0584009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578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9903849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0"/>
            <a:ext cx="5994400" cy="61722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361094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719429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130426"/>
            <a:ext cx="11811000" cy="3508374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 sz="4800"/>
              <a:t>Cảm ơn quí vị đã lắng nghe</a:t>
            </a:r>
            <a:br>
              <a:rPr lang="en-US" sz="4800"/>
            </a:br>
            <a:br>
              <a:rPr lang="en-US" sz="4800"/>
            </a:br>
            <a:r>
              <a:rPr lang="en-US" sz="4800">
                <a:solidFill>
                  <a:srgbClr val="0066FF"/>
                </a:solidFill>
              </a:rPr>
              <a:t>ĐẠI HỌC QUỐC GIA TP.HCM</a:t>
            </a:r>
            <a:br>
              <a:rPr lang="en-US" sz="4800">
                <a:solidFill>
                  <a:srgbClr val="0066FF"/>
                </a:solidFill>
              </a:rPr>
            </a:br>
            <a:r>
              <a:rPr lang="en-US" sz="4400">
                <a:solidFill>
                  <a:srgbClr val="FF0000"/>
                </a:solidFill>
              </a:rPr>
              <a:t>TR</a:t>
            </a:r>
            <a:r>
              <a:rPr lang="vi-VN" sz="4400">
                <a:solidFill>
                  <a:srgbClr val="FF0000"/>
                </a:solidFill>
              </a:rPr>
              <a:t>Ư</a:t>
            </a:r>
            <a:r>
              <a:rPr lang="en-US" sz="4400">
                <a:solidFill>
                  <a:srgbClr val="FF0000"/>
                </a:solidFill>
              </a:rPr>
              <a:t>ỜNG ĐH CÔNG NGHỆ THÔNG TIN</a:t>
            </a:r>
            <a:br>
              <a:rPr lang="en-US" sz="4400">
                <a:solidFill>
                  <a:srgbClr val="FF0000"/>
                </a:solidFill>
              </a:rPr>
            </a:br>
            <a:r>
              <a:rPr lang="en-US" sz="4400">
                <a:solidFill>
                  <a:srgbClr val="0066FF"/>
                </a:solidFill>
              </a:rPr>
              <a:t>TOÀN DIỆN – SÁNG TẠO – PHỤNG SỰ</a:t>
            </a:r>
            <a:r>
              <a:rPr lang="en-US" sz="4400"/>
              <a:t> 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44640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17913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1" r:id="rId2"/>
    <p:sldLayoutId id="2147483723" r:id="rId3"/>
    <p:sldLayoutId id="2147483652" r:id="rId4"/>
    <p:sldLayoutId id="2147483650" r:id="rId5"/>
    <p:sldLayoutId id="2147483677" r:id="rId6"/>
    <p:sldLayoutId id="2147483691" r:id="rId7"/>
    <p:sldLayoutId id="2147483724" r:id="rId8"/>
    <p:sldLayoutId id="2147483699" r:id="rId9"/>
    <p:sldLayoutId id="2147483725" r:id="rId10"/>
    <p:sldLayoutId id="2147483717" r:id="rId11"/>
    <p:sldLayoutId id="2147483726" r:id="rId12"/>
    <p:sldLayoutId id="2147483653" r:id="rId13"/>
    <p:sldLayoutId id="2147483727" r:id="rId14"/>
    <p:sldLayoutId id="2147483706" r:id="rId15"/>
    <p:sldLayoutId id="2147483728" r:id="rId16"/>
    <p:sldLayoutId id="2147483708" r:id="rId17"/>
    <p:sldLayoutId id="2147483739" r:id="rId18"/>
    <p:sldLayoutId id="2147483729" r:id="rId19"/>
    <p:sldLayoutId id="2147483700" r:id="rId20"/>
    <p:sldLayoutId id="2147483730" r:id="rId21"/>
    <p:sldLayoutId id="2147483707" r:id="rId22"/>
    <p:sldLayoutId id="2147483731" r:id="rId23"/>
    <p:sldLayoutId id="2147483712" r:id="rId24"/>
    <p:sldLayoutId id="2147483732" r:id="rId25"/>
    <p:sldLayoutId id="2147483713" r:id="rId26"/>
    <p:sldLayoutId id="2147483733" r:id="rId27"/>
    <p:sldLayoutId id="2147483715" r:id="rId28"/>
    <p:sldLayoutId id="2147483734" r:id="rId29"/>
    <p:sldLayoutId id="2147483701" r:id="rId30"/>
    <p:sldLayoutId id="2147483735" r:id="rId31"/>
    <p:sldLayoutId id="2147483710" r:id="rId32"/>
    <p:sldLayoutId id="2147483736" r:id="rId33"/>
    <p:sldLayoutId id="2147483737" r:id="rId34"/>
    <p:sldLayoutId id="2147483711" r:id="rId35"/>
    <p:sldLayoutId id="2147483686" r:id="rId36"/>
    <p:sldLayoutId id="2147483718" r:id="rId37"/>
    <p:sldLayoutId id="2147483694" r:id="rId38"/>
    <p:sldLayoutId id="2147483688" r:id="rId39"/>
    <p:sldLayoutId id="2147483719" r:id="rId40"/>
    <p:sldLayoutId id="2147483687" r:id="rId41"/>
    <p:sldLayoutId id="2147483655" r:id="rId42"/>
    <p:sldLayoutId id="2147483702" r:id="rId43"/>
    <p:sldLayoutId id="2147483703" r:id="rId44"/>
    <p:sldLayoutId id="2147483704" r:id="rId45"/>
    <p:sldLayoutId id="2147483705" r:id="rId46"/>
    <p:sldLayoutId id="2147483716" r:id="rId47"/>
    <p:sldLayoutId id="2147483720" r:id="rId48"/>
    <p:sldLayoutId id="2147483738" r:id="rId49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FF0000"/>
          </a:solidFill>
          <a:latin typeface="+mn-lt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4C86-7609-D4A3-1353-AEB012BFE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295400"/>
            <a:ext cx="11582400" cy="1470025"/>
          </a:xfrm>
        </p:spPr>
        <p:txBody>
          <a:bodyPr/>
          <a:lstStyle/>
          <a:p>
            <a:r>
              <a:rPr lang="en-US"/>
              <a:t>BÁO CÁO CUỐI KỲ ĐỒ ÁN MÔN HỌC </a:t>
            </a:r>
            <a:br>
              <a:rPr lang="en-US"/>
            </a:br>
            <a:r>
              <a:rPr lang="en-US"/>
              <a:t>NHẬP MÔN ỨNG DỤNG DI ĐỘNG (SE114)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4F488-B428-666E-969C-22FA8787B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0" y="4138613"/>
            <a:ext cx="6858000" cy="1066800"/>
          </a:xfrm>
        </p:spPr>
        <p:txBody>
          <a:bodyPr/>
          <a:lstStyle/>
          <a:p>
            <a:r>
              <a:rPr lang="vi-VN">
                <a:solidFill>
                  <a:srgbClr val="FF0000"/>
                </a:solidFill>
              </a:rPr>
              <a:t>Nguyễn Đại Hưng - 24520601</a:t>
            </a:r>
          </a:p>
          <a:p>
            <a:r>
              <a:rPr lang="vi-VN"/>
              <a:t>Trần Nhật Duy - 24520403</a:t>
            </a:r>
          </a:p>
          <a:p>
            <a:r>
              <a:rPr lang="vi-VN"/>
              <a:t>Tô Công Hữu Nhân - 24521238</a:t>
            </a:r>
          </a:p>
          <a:p>
            <a:r>
              <a:rPr lang="vi-VN"/>
              <a:t>Nguyễn Cao Xuân Trung -</a:t>
            </a:r>
            <a:r>
              <a:rPr lang="en-US"/>
              <a:t> 24521885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741239D-072B-B378-5F33-9BFAC7F5FB38}"/>
              </a:ext>
            </a:extLst>
          </p:cNvPr>
          <p:cNvSpPr txBox="1">
            <a:spLocks/>
          </p:cNvSpPr>
          <p:nvPr/>
        </p:nvSpPr>
        <p:spPr bwMode="auto">
          <a:xfrm>
            <a:off x="3352800" y="2680018"/>
            <a:ext cx="5486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514350" indent="-514350" algn="l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sz="28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>
                <a:solidFill>
                  <a:srgbClr val="FF0000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066FF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i="1" kern="0" err="1"/>
              <a:t>GVHD:ThS</a:t>
            </a:r>
            <a:r>
              <a:rPr lang="en-US" i="1" kern="0"/>
              <a:t>. Nguyễn </a:t>
            </a:r>
            <a:r>
              <a:rPr lang="en-US" i="1" kern="0" err="1"/>
              <a:t>Tấn</a:t>
            </a:r>
            <a:r>
              <a:rPr lang="en-US" i="1" kern="0"/>
              <a:t> </a:t>
            </a:r>
            <a:r>
              <a:rPr lang="en-US" i="1" kern="0" err="1"/>
              <a:t>Toàn</a:t>
            </a:r>
            <a:endParaRPr lang="en-US" i="1" kern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E7A9C7-ACB8-A02C-FB1A-1970AAF34004}"/>
              </a:ext>
            </a:extLst>
          </p:cNvPr>
          <p:cNvSpPr txBox="1">
            <a:spLocks/>
          </p:cNvSpPr>
          <p:nvPr/>
        </p:nvSpPr>
        <p:spPr bwMode="auto">
          <a:xfrm>
            <a:off x="304800" y="3128010"/>
            <a:ext cx="1158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kern="0">
                <a:solidFill>
                  <a:srgbClr val="0066FF"/>
                </a:solidFill>
              </a:rPr>
              <a:t>TÊN ĐỒ ÁN: URMYFOOD - MẠNG XÃ HỘI ĐẶT ĐỒ ĂN</a:t>
            </a:r>
          </a:p>
        </p:txBody>
      </p:sp>
    </p:spTree>
    <p:extLst>
      <p:ext uri="{BB962C8B-B14F-4D97-AF65-F5344CB8AC3E}">
        <p14:creationId xmlns:p14="http://schemas.microsoft.com/office/powerpoint/2010/main" val="19621404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8A61-F7D2-C7D6-AB19-D961A9DB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EBED-4D6E-1675-536E-FC6D939D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1143000"/>
          </a:xfrm>
        </p:spPr>
        <p:txBody>
          <a:bodyPr/>
          <a:lstStyle/>
          <a:p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vấn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lực</a:t>
            </a:r>
            <a:r>
              <a:rPr lang="en-US"/>
              <a:t> </a:t>
            </a:r>
            <a:r>
              <a:rPr lang="en-US" err="1"/>
              <a:t>đê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1F026-9285-262E-F05A-967E692B0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4836"/>
            <a:ext cx="10972800" cy="4525963"/>
          </a:xfrm>
        </p:spPr>
        <p:txBody>
          <a:bodyPr/>
          <a:lstStyle/>
          <a:p>
            <a:r>
              <a:rPr lang="vi-VN"/>
              <a:t>Hạn chế app truyền thống: Menu tĩnh, khô khan, thiếu tương tác thời gian thực giữa chủ quán và khách hàng.</a:t>
            </a:r>
          </a:p>
          <a:p>
            <a:r>
              <a:rPr lang="vi-VN"/>
              <a:t>Giải pháp của URMYFOOD: Đưa Newsfeed thời gian thực và chiến lược FOMO trực tiếp vào hành trình đặt món.</a:t>
            </a:r>
          </a:p>
          <a:p>
            <a:r>
              <a:rPr lang="vi-VN"/>
              <a:t>Thương mại xã hội (Social Commerce): Xu hướng mua sắm thế hệ mới kết hợp tương tác mạng xã hội cao.</a:t>
            </a:r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597939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15D4-2B09-7850-52B7-50A6036C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588E-5D40-2D74-993B-FCDE6B20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76200"/>
            <a:ext cx="10972800" cy="1143000"/>
          </a:xfrm>
        </p:spPr>
        <p:txBody>
          <a:bodyPr/>
          <a:lstStyle/>
          <a:p>
            <a:r>
              <a:rPr lang="en-US"/>
              <a:t>Use Case –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 (User app)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2073DC-5706-4540-9605-A4A58F194D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09850" y="762000"/>
            <a:ext cx="69723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176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BBB3-981F-7323-9CCE-57517D5A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B822-826D-B237-87E5-1E4506A2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</p:spPr>
        <p:txBody>
          <a:bodyPr/>
          <a:lstStyle/>
          <a:p>
            <a:r>
              <a:rPr lang="en-US"/>
              <a:t>Use Case –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quán</a:t>
            </a:r>
            <a:r>
              <a:rPr lang="en-US"/>
              <a:t> (Shop app)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9F97B7-65F7-C4E4-FFE7-5930864AE1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71750" y="609600"/>
            <a:ext cx="7048500" cy="587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388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67EF-4D6A-DC1B-EABE-2952A38F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5253-C8E5-CE2A-51AB-E82C5A0B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</p:spPr>
        <p:txBody>
          <a:bodyPr/>
          <a:lstStyle/>
          <a:p>
            <a:r>
              <a:rPr lang="en-US"/>
              <a:t>Use Case – Admin (Admin app)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A0E287-9AE1-6128-9FE3-A063B0312C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62200" y="588200"/>
            <a:ext cx="7620000" cy="56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0181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A553-11C5-CEE0-EA31-E74096D0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C0C5-2509-C525-E8EE-C9BAA6D90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19" y="-152400"/>
            <a:ext cx="1136396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90228F-28AD-23E1-1C50-D9A3DB17C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61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23227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5B0B9-826A-E45B-DA25-A2C5BC34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46A2-1FA9-DB38-40F4-5C045879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20" y="38100"/>
            <a:ext cx="1136396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B5CAB39-AAD0-BCCD-5C33-E2D5ED582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2411"/>
            <a:ext cx="12192001" cy="6855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81404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9252-44DD-E703-0A15-279671BE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7D1B-A3EE-E437-C7D7-7A203B9E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52400"/>
            <a:ext cx="11363960" cy="1143000"/>
          </a:xfrm>
        </p:spPr>
        <p:txBody>
          <a:bodyPr/>
          <a:lstStyle/>
          <a:p>
            <a:r>
              <a:rPr lang="en-US"/>
              <a:t>Demo app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DBE860-A857-F3CA-AE0B-1F89884C67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0" y="838200"/>
            <a:ext cx="2362200" cy="5249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EA53E-E550-B587-B788-9A99518A3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838200"/>
            <a:ext cx="6553200" cy="41620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41589F-D2FC-B2D8-0BF5-19598CEDDC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78" y="838200"/>
            <a:ext cx="2416302" cy="536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6290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7ED3-8268-4A46-3C48-BF4D1CDE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BEBC-FF13-7B6E-F77A-7CCCFFF9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1143000"/>
          </a:xfrm>
        </p:spPr>
        <p:txBody>
          <a:bodyPr/>
          <a:lstStyle/>
          <a:p>
            <a:r>
              <a:rPr lang="vi-VN"/>
              <a:t>Kết quả đạt được &amp; Hướng phát triển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38D5B-B688-A098-8847-3AD9984BA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4836"/>
            <a:ext cx="10972800" cy="4525963"/>
          </a:xfrm>
        </p:spPr>
        <p:txBody>
          <a:bodyPr/>
          <a:lstStyle/>
          <a:p>
            <a:r>
              <a:rPr lang="vi-VN"/>
              <a:t>Kết quả đã hoàn thành: Xây dựng trọn vẹn 3 app di động liên kết thực tế, backend chịu tải tốt với Redis, hệ gợi ý chạy trơn tru.</a:t>
            </a:r>
          </a:p>
          <a:p>
            <a:r>
              <a:rPr lang="vi-VN"/>
              <a:t>Định hướng tương lai:</a:t>
            </a:r>
          </a:p>
          <a:p>
            <a:pPr lvl="1"/>
            <a:r>
              <a:rPr lang="vi-VN"/>
              <a:t>Tích hợp cổng thanh toán trực tuyến chính thức (Momo, ZaloPay, VNPAY).</a:t>
            </a:r>
          </a:p>
          <a:p>
            <a:pPr lvl="1"/>
            <a:r>
              <a:rPr lang="vi-VN"/>
              <a:t>Nâng cấp thuật toán gợi ý món ăn sử dụng Deep Learning để tối ưu độ chính xác.</a:t>
            </a:r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334127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674813"/>
            <a:ext cx="11582400" cy="3508374"/>
          </a:xfrm>
        </p:spPr>
        <p:txBody>
          <a:bodyPr/>
          <a:lstStyle/>
          <a:p>
            <a:r>
              <a:rPr lang="en-US" sz="5000"/>
              <a:t>CẢM ƠN THẦY VÀ CÁC BẠN</a:t>
            </a:r>
            <a:br>
              <a:rPr lang="en-US" sz="5000">
                <a:solidFill>
                  <a:srgbClr val="0066FF"/>
                </a:solidFill>
              </a:rPr>
            </a:br>
            <a:r>
              <a:rPr lang="en-US" sz="5000">
                <a:solidFill>
                  <a:srgbClr val="0066FF"/>
                </a:solidFill>
              </a:rPr>
              <a:t>ĐÃ CHÚ Ý LẮNG NGHE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 err="1"/>
              <a:t>Nhóm</a:t>
            </a:r>
            <a:r>
              <a:rPr lang="en-US" sz="4000"/>
              <a:t> 09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</a:t>
            </a:r>
            <a:r>
              <a:rPr lang="en-US" sz="4000" err="1">
                <a:solidFill>
                  <a:srgbClr val="0066FF"/>
                </a:solidFill>
              </a:rPr>
              <a:t>Đại</a:t>
            </a:r>
            <a:r>
              <a:rPr lang="en-US" sz="4000">
                <a:solidFill>
                  <a:srgbClr val="0066FF"/>
                </a:solidFill>
              </a:rPr>
              <a:t> </a:t>
            </a:r>
            <a:r>
              <a:rPr lang="en-US" sz="4000" err="1">
                <a:solidFill>
                  <a:srgbClr val="0066FF"/>
                </a:solidFill>
              </a:rPr>
              <a:t>Hưng</a:t>
            </a:r>
            <a:r>
              <a:rPr lang="en-US" sz="4000">
                <a:solidFill>
                  <a:srgbClr val="0066FF"/>
                </a:solidFill>
              </a:rPr>
              <a:t> 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Trần Nhật Duy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Cao Xuân Trung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 err="1">
                <a:solidFill>
                  <a:srgbClr val="0066FF"/>
                </a:solidFill>
              </a:rPr>
              <a:t>Tô</a:t>
            </a:r>
            <a:r>
              <a:rPr lang="en-US" sz="4000">
                <a:solidFill>
                  <a:srgbClr val="0066FF"/>
                </a:solidFill>
              </a:rPr>
              <a:t> Công Hữu </a:t>
            </a:r>
            <a:r>
              <a:rPr lang="en-US" sz="4000" err="1">
                <a:solidFill>
                  <a:srgbClr val="0066FF"/>
                </a:solidFill>
              </a:rPr>
              <a:t>Nhân</a:t>
            </a:r>
            <a:endParaRPr lang="en-US" sz="400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2177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22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Courier New</vt:lpstr>
      <vt:lpstr>Default Design</vt:lpstr>
      <vt:lpstr>BÁO CÁO CUỐI KỲ ĐỒ ÁN MÔN HỌC  NHẬP MÔN ỨNG DỤNG DI ĐỘNG (SE114)</vt:lpstr>
      <vt:lpstr>Đặt vấn đề và Động lực đê tài </vt:lpstr>
      <vt:lpstr>Use Case – Khách hàng (User app)</vt:lpstr>
      <vt:lpstr>Use Case – Chủ quán (Shop app)</vt:lpstr>
      <vt:lpstr>Use Case – Admin (Admin app)</vt:lpstr>
      <vt:lpstr>PowerPoint Presentation</vt:lpstr>
      <vt:lpstr>PowerPoint Presentation</vt:lpstr>
      <vt:lpstr>Demo app</vt:lpstr>
      <vt:lpstr>Kết quả đạt được &amp; Hướng phát triển</vt:lpstr>
      <vt:lpstr>CẢM ƠN THẦY VÀ CÁC BẠN ĐÃ CHÚ Ý LẮNG NGHE  Nhóm 09 Nguyễn Đại Hưng  Trần Nhật Duy Nguyễn Cao Xuân Trung Tô Công Hữu Nhân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Trần Nhật Duy</cp:lastModifiedBy>
  <cp:revision>1</cp:revision>
  <cp:lastPrinted>2013-08-30T01:32:34Z</cp:lastPrinted>
  <dcterms:created xsi:type="dcterms:W3CDTF">2008-06-14T04:13:27Z</dcterms:created>
  <dcterms:modified xsi:type="dcterms:W3CDTF">2026-06-22T16:48:34Z</dcterms:modified>
</cp:coreProperties>
</file>