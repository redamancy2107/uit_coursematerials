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1581" r:id="rId2"/>
    <p:sldId id="1973" r:id="rId3"/>
    <p:sldId id="2074" r:id="rId4"/>
    <p:sldId id="2053" r:id="rId5"/>
    <p:sldId id="2072" r:id="rId6"/>
    <p:sldId id="2073" r:id="rId7"/>
    <p:sldId id="1961" r:id="rId8"/>
    <p:sldId id="1992" r:id="rId9"/>
    <p:sldId id="2075" r:id="rId10"/>
    <p:sldId id="1964" r:id="rId11"/>
    <p:sldId id="2076" r:id="rId12"/>
    <p:sldId id="1962" r:id="rId13"/>
    <p:sldId id="2025" r:id="rId14"/>
    <p:sldId id="1963" r:id="rId15"/>
    <p:sldId id="2077" r:id="rId16"/>
    <p:sldId id="1965" r:id="rId17"/>
    <p:sldId id="2078" r:id="rId18"/>
    <p:sldId id="1987" r:id="rId19"/>
    <p:sldId id="2001" r:id="rId20"/>
    <p:sldId id="1988" r:id="rId21"/>
    <p:sldId id="1998" r:id="rId22"/>
    <p:sldId id="1993" r:id="rId23"/>
    <p:sldId id="1999" r:id="rId24"/>
    <p:sldId id="1994" r:id="rId25"/>
    <p:sldId id="2000" r:id="rId26"/>
    <p:sldId id="1991" r:id="rId27"/>
    <p:sldId id="2003" r:id="rId28"/>
    <p:sldId id="1995" r:id="rId29"/>
    <p:sldId id="2007" r:id="rId30"/>
    <p:sldId id="2004" r:id="rId31"/>
    <p:sldId id="2008" r:id="rId32"/>
    <p:sldId id="2005" r:id="rId33"/>
    <p:sldId id="2009" r:id="rId34"/>
    <p:sldId id="2006" r:id="rId35"/>
    <p:sldId id="2018" r:id="rId36"/>
    <p:sldId id="1996" r:id="rId37"/>
    <p:sldId id="2017" r:id="rId38"/>
    <p:sldId id="2010" r:id="rId39"/>
    <p:sldId id="2016" r:id="rId40"/>
    <p:sldId id="2011" r:id="rId41"/>
    <p:sldId id="2015" r:id="rId42"/>
    <p:sldId id="2012" r:id="rId43"/>
    <p:sldId id="2002" r:id="rId44"/>
    <p:sldId id="1997" r:id="rId45"/>
    <p:sldId id="2014" r:id="rId46"/>
    <p:sldId id="2013" r:id="rId47"/>
    <p:sldId id="2024" r:id="rId48"/>
    <p:sldId id="2023" r:id="rId49"/>
    <p:sldId id="2019" r:id="rId50"/>
    <p:sldId id="2021" r:id="rId51"/>
    <p:sldId id="2022" r:id="rId52"/>
    <p:sldId id="1960" r:id="rId5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008000"/>
    <a:srgbClr val="000099"/>
    <a:srgbClr val="FF0000"/>
    <a:srgbClr val="FF6600"/>
    <a:srgbClr val="66FFFF"/>
    <a:srgbClr val="FF33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7E309-74D5-4C22-9983-7CE5420B7F7D}" v="7" dt="2024-06-21T01:53:09.7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56" autoAdjust="0"/>
    <p:restoredTop sz="91156" autoAdjust="0"/>
  </p:normalViewPr>
  <p:slideViewPr>
    <p:cSldViewPr>
      <p:cViewPr varScale="1">
        <p:scale>
          <a:sx n="63" d="100"/>
          <a:sy n="63" d="100"/>
        </p:scale>
        <p:origin x="768" y="278"/>
      </p:cViewPr>
      <p:guideLst>
        <p:guide orient="horz" pos="2160"/>
        <p:guide pos="3840"/>
      </p:guideLst>
    </p:cSldViewPr>
  </p:slideViewPr>
  <p:notesTextViewPr>
    <p:cViewPr>
      <p:scale>
        <a:sx n="100" d="100"/>
        <a:sy n="100" d="100"/>
      </p:scale>
      <p:origin x="0" y="0"/>
    </p:cViewPr>
  </p:notesText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ng Nguyễn Tấn Trần Minh" userId="c3808258-e92d-4bf9-b981-ea938a204001" providerId="ADAL" clId="{5B6F2BE7-3D84-4B5E-9065-D7CB14B9FA4B}"/>
    <pc:docChg chg="undo custSel addSld delSld modSld modMainMaster">
      <pc:chgData name="Khang Nguyễn Tấn Trần Minh" userId="c3808258-e92d-4bf9-b981-ea938a204001" providerId="ADAL" clId="{5B6F2BE7-3D84-4B5E-9065-D7CB14B9FA4B}" dt="2023-05-04T10:38:55.214" v="434" actId="700"/>
      <pc:docMkLst>
        <pc:docMk/>
      </pc:docMkLst>
      <pc:sldChg chg="addSp delSp modSp del mod chgLayout">
        <pc:chgData name="Khang Nguyễn Tấn Trần Minh" userId="c3808258-e92d-4bf9-b981-ea938a204001" providerId="ADAL" clId="{5B6F2BE7-3D84-4B5E-9065-D7CB14B9FA4B}" dt="2023-05-04T09:35:06.438" v="255" actId="47"/>
        <pc:sldMkLst>
          <pc:docMk/>
          <pc:sldMk cId="3414380401" sldId="328"/>
        </pc:sldMkLst>
        <pc:spChg chg="add del mod ord">
          <ac:chgData name="Khang Nguyễn Tấn Trần Minh" userId="c3808258-e92d-4bf9-b981-ea938a204001" providerId="ADAL" clId="{5B6F2BE7-3D84-4B5E-9065-D7CB14B9FA4B}" dt="2023-05-04T09:33:21.689" v="250" actId="700"/>
          <ac:spMkLst>
            <pc:docMk/>
            <pc:sldMk cId="3414380401" sldId="328"/>
            <ac:spMk id="2" creationId="{170D0286-0517-BF3D-A914-A2DE6458746B}"/>
          </ac:spMkLst>
        </pc:spChg>
        <pc:spChg chg="mod ord">
          <ac:chgData name="Khang Nguyễn Tấn Trần Minh" userId="c3808258-e92d-4bf9-b981-ea938a204001" providerId="ADAL" clId="{5B6F2BE7-3D84-4B5E-9065-D7CB14B9FA4B}" dt="2023-05-04T09:33:32.553" v="252" actId="700"/>
          <ac:spMkLst>
            <pc:docMk/>
            <pc:sldMk cId="3414380401" sldId="328"/>
            <ac:spMk id="3" creationId="{BBCCE99F-98AE-48D4-96DD-B4149671A560}"/>
          </ac:spMkLst>
        </pc:spChg>
        <pc:spChg chg="add mod ord">
          <ac:chgData name="Khang Nguyễn Tấn Trần Minh" userId="c3808258-e92d-4bf9-b981-ea938a204001" providerId="ADAL" clId="{5B6F2BE7-3D84-4B5E-9065-D7CB14B9FA4B}" dt="2023-05-04T09:33:32.553" v="252" actId="700"/>
          <ac:spMkLst>
            <pc:docMk/>
            <pc:sldMk cId="3414380401" sldId="328"/>
            <ac:spMk id="4" creationId="{29A1E021-EEE3-79C4-E8AD-A5AB64A34B9D}"/>
          </ac:spMkLst>
        </pc:spChg>
        <pc:spChg chg="add del">
          <ac:chgData name="Khang Nguyễn Tấn Trần Minh" userId="c3808258-e92d-4bf9-b981-ea938a204001" providerId="ADAL" clId="{5B6F2BE7-3D84-4B5E-9065-D7CB14B9FA4B}" dt="2023-05-04T09:33:32.553" v="252" actId="700"/>
          <ac:spMkLst>
            <pc:docMk/>
            <pc:sldMk cId="3414380401" sldId="328"/>
            <ac:spMk id="5" creationId="{3CEF2D3F-9DF7-4E24-9981-359DB558E96B}"/>
          </ac:spMkLst>
        </pc:spChg>
      </pc:sldChg>
      <pc:sldChg chg="addSp delSp modSp mod modClrScheme chgLayout">
        <pc:chgData name="Khang Nguyễn Tấn Trần Minh" userId="c3808258-e92d-4bf9-b981-ea938a204001" providerId="ADAL" clId="{5B6F2BE7-3D84-4B5E-9065-D7CB14B9FA4B}" dt="2023-05-04T09:35:13.203" v="256" actId="700"/>
        <pc:sldMkLst>
          <pc:docMk/>
          <pc:sldMk cId="2513082708" sldId="329"/>
        </pc:sldMkLst>
        <pc:spChg chg="add mod ord">
          <ac:chgData name="Khang Nguyễn Tấn Trần Minh" userId="c3808258-e92d-4bf9-b981-ea938a204001" providerId="ADAL" clId="{5B6F2BE7-3D84-4B5E-9065-D7CB14B9FA4B}" dt="2023-05-04T09:35:13.203" v="256" actId="700"/>
          <ac:spMkLst>
            <pc:docMk/>
            <pc:sldMk cId="2513082708" sldId="329"/>
            <ac:spMk id="2" creationId="{A2F805E7-BCE4-FAEE-98DF-55D674334D43}"/>
          </ac:spMkLst>
        </pc:spChg>
        <pc:spChg chg="add mod ord">
          <ac:chgData name="Khang Nguyễn Tấn Trần Minh" userId="c3808258-e92d-4bf9-b981-ea938a204001" providerId="ADAL" clId="{5B6F2BE7-3D84-4B5E-9065-D7CB14B9FA4B}" dt="2023-05-04T09:35:13.203" v="256" actId="700"/>
          <ac:spMkLst>
            <pc:docMk/>
            <pc:sldMk cId="2513082708" sldId="329"/>
            <ac:spMk id="3" creationId="{2C2362FE-B2FF-0083-0CB7-E614780E22D3}"/>
          </ac:spMkLst>
        </pc:spChg>
        <pc:spChg chg="del mod ord">
          <ac:chgData name="Khang Nguyễn Tấn Trần Minh" userId="c3808258-e92d-4bf9-b981-ea938a204001" providerId="ADAL" clId="{5B6F2BE7-3D84-4B5E-9065-D7CB14B9FA4B}" dt="2023-05-04T09:35:13.203" v="256" actId="700"/>
          <ac:spMkLst>
            <pc:docMk/>
            <pc:sldMk cId="2513082708" sldId="329"/>
            <ac:spMk id="14" creationId="{B52962BE-956B-4C2B-8959-F81F49C5B9E9}"/>
          </ac:spMkLst>
        </pc:spChg>
        <pc:spChg chg="del mod ord">
          <ac:chgData name="Khang Nguyễn Tấn Trần Minh" userId="c3808258-e92d-4bf9-b981-ea938a204001" providerId="ADAL" clId="{5B6F2BE7-3D84-4B5E-9065-D7CB14B9FA4B}" dt="2023-05-04T09:35:13.203" v="256" actId="700"/>
          <ac:spMkLst>
            <pc:docMk/>
            <pc:sldMk cId="2513082708" sldId="329"/>
            <ac:spMk id="15" creationId="{52A53E4F-6A54-4CD1-B368-6231912A4BB2}"/>
          </ac:spMkLst>
        </pc:spChg>
      </pc:sldChg>
      <pc:sldChg chg="new del">
        <pc:chgData name="Khang Nguyễn Tấn Trần Minh" userId="c3808258-e92d-4bf9-b981-ea938a204001" providerId="ADAL" clId="{5B6F2BE7-3D84-4B5E-9065-D7CB14B9FA4B}" dt="2023-05-04T09:33:28.406" v="251" actId="47"/>
        <pc:sldMkLst>
          <pc:docMk/>
          <pc:sldMk cId="3594992320" sldId="330"/>
        </pc:sldMkLst>
      </pc:sldChg>
      <pc:sldChg chg="addSp delSp modSp new mod modClrScheme chgLayout">
        <pc:chgData name="Khang Nguyễn Tấn Trần Minh" userId="c3808258-e92d-4bf9-b981-ea938a204001" providerId="ADAL" clId="{5B6F2BE7-3D84-4B5E-9065-D7CB14B9FA4B}" dt="2023-05-04T09:32:59.990" v="248" actId="700"/>
        <pc:sldMkLst>
          <pc:docMk/>
          <pc:sldMk cId="3634581261" sldId="331"/>
        </pc:sldMkLst>
        <pc:spChg chg="del mod ord">
          <ac:chgData name="Khang Nguyễn Tấn Trần Minh" userId="c3808258-e92d-4bf9-b981-ea938a204001" providerId="ADAL" clId="{5B6F2BE7-3D84-4B5E-9065-D7CB14B9FA4B}" dt="2023-05-04T09:31:42.189" v="244" actId="700"/>
          <ac:spMkLst>
            <pc:docMk/>
            <pc:sldMk cId="3634581261" sldId="331"/>
            <ac:spMk id="2" creationId="{005182B3-F5DF-BE6E-3256-43709A6C148D}"/>
          </ac:spMkLst>
        </pc:spChg>
        <pc:spChg chg="del">
          <ac:chgData name="Khang Nguyễn Tấn Trần Minh" userId="c3808258-e92d-4bf9-b981-ea938a204001" providerId="ADAL" clId="{5B6F2BE7-3D84-4B5E-9065-D7CB14B9FA4B}" dt="2023-05-04T09:31:42.189" v="244" actId="700"/>
          <ac:spMkLst>
            <pc:docMk/>
            <pc:sldMk cId="3634581261" sldId="331"/>
            <ac:spMk id="3" creationId="{80D30885-4DA9-F5AF-A402-696AEA491ED2}"/>
          </ac:spMkLst>
        </pc:spChg>
        <pc:spChg chg="add del mod ord">
          <ac:chgData name="Khang Nguyễn Tấn Trần Minh" userId="c3808258-e92d-4bf9-b981-ea938a204001" providerId="ADAL" clId="{5B6F2BE7-3D84-4B5E-9065-D7CB14B9FA4B}" dt="2023-05-04T09:32:46.955" v="245" actId="700"/>
          <ac:spMkLst>
            <pc:docMk/>
            <pc:sldMk cId="3634581261" sldId="331"/>
            <ac:spMk id="4" creationId="{802307F0-EEA6-EE60-B836-3D17607EA434}"/>
          </ac:spMkLst>
        </pc:spChg>
        <pc:spChg chg="add mod ord">
          <ac:chgData name="Khang Nguyễn Tấn Trần Minh" userId="c3808258-e92d-4bf9-b981-ea938a204001" providerId="ADAL" clId="{5B6F2BE7-3D84-4B5E-9065-D7CB14B9FA4B}" dt="2023-05-04T09:32:59.990" v="248" actId="700"/>
          <ac:spMkLst>
            <pc:docMk/>
            <pc:sldMk cId="3634581261" sldId="331"/>
            <ac:spMk id="5" creationId="{1E3128D0-6FDF-7356-B418-ADD0A89236A1}"/>
          </ac:spMkLst>
        </pc:spChg>
      </pc:sldChg>
      <pc:sldChg chg="addSp delSp modSp new del mod modClrScheme chgLayout">
        <pc:chgData name="Khang Nguyễn Tấn Trần Minh" userId="c3808258-e92d-4bf9-b981-ea938a204001" providerId="ADAL" clId="{5B6F2BE7-3D84-4B5E-9065-D7CB14B9FA4B}" dt="2023-05-04T09:41:12.336" v="324" actId="47"/>
        <pc:sldMkLst>
          <pc:docMk/>
          <pc:sldMk cId="3857146655" sldId="332"/>
        </pc:sldMkLst>
        <pc:spChg chg="del mod ord">
          <ac:chgData name="Khang Nguyễn Tấn Trần Minh" userId="c3808258-e92d-4bf9-b981-ea938a204001" providerId="ADAL" clId="{5B6F2BE7-3D84-4B5E-9065-D7CB14B9FA4B}" dt="2023-05-04T09:33:49.756" v="254" actId="700"/>
          <ac:spMkLst>
            <pc:docMk/>
            <pc:sldMk cId="3857146655" sldId="332"/>
            <ac:spMk id="2" creationId="{687CBA0E-F0DA-5864-553A-DDFC6AFE5310}"/>
          </ac:spMkLst>
        </pc:spChg>
        <pc:spChg chg="del mod ord">
          <ac:chgData name="Khang Nguyễn Tấn Trần Minh" userId="c3808258-e92d-4bf9-b981-ea938a204001" providerId="ADAL" clId="{5B6F2BE7-3D84-4B5E-9065-D7CB14B9FA4B}" dt="2023-05-04T09:33:49.756" v="254" actId="700"/>
          <ac:spMkLst>
            <pc:docMk/>
            <pc:sldMk cId="3857146655" sldId="332"/>
            <ac:spMk id="3" creationId="{F449DA7A-C312-7966-7EC8-FDB2D6AE1CEB}"/>
          </ac:spMkLst>
        </pc:spChg>
        <pc:spChg chg="add mod ord">
          <ac:chgData name="Khang Nguyễn Tấn Trần Minh" userId="c3808258-e92d-4bf9-b981-ea938a204001" providerId="ADAL" clId="{5B6F2BE7-3D84-4B5E-9065-D7CB14B9FA4B}" dt="2023-05-04T09:33:49.756" v="254" actId="700"/>
          <ac:spMkLst>
            <pc:docMk/>
            <pc:sldMk cId="3857146655" sldId="332"/>
            <ac:spMk id="4" creationId="{DA7EF843-0DE1-C783-65CE-811DDCEC3CEB}"/>
          </ac:spMkLst>
        </pc:spChg>
        <pc:spChg chg="add mod ord">
          <ac:chgData name="Khang Nguyễn Tấn Trần Minh" userId="c3808258-e92d-4bf9-b981-ea938a204001" providerId="ADAL" clId="{5B6F2BE7-3D84-4B5E-9065-D7CB14B9FA4B}" dt="2023-05-04T09:33:49.756" v="254" actId="700"/>
          <ac:spMkLst>
            <pc:docMk/>
            <pc:sldMk cId="3857146655" sldId="332"/>
            <ac:spMk id="5" creationId="{91DC4E0C-6D96-7BC2-B921-678D6B49D10A}"/>
          </ac:spMkLst>
        </pc:spChg>
      </pc:sldChg>
      <pc:sldChg chg="new">
        <pc:chgData name="Khang Nguyễn Tấn Trần Minh" userId="c3808258-e92d-4bf9-b981-ea938a204001" providerId="ADAL" clId="{5B6F2BE7-3D84-4B5E-9065-D7CB14B9FA4B}" dt="2023-05-04T09:40:04.844" v="323" actId="680"/>
        <pc:sldMkLst>
          <pc:docMk/>
          <pc:sldMk cId="3811616199" sldId="333"/>
        </pc:sldMkLst>
      </pc:sldChg>
      <pc:sldChg chg="addSp delSp modSp new mod modClrScheme chgLayout">
        <pc:chgData name="Khang Nguyễn Tấn Trần Minh" userId="c3808258-e92d-4bf9-b981-ea938a204001" providerId="ADAL" clId="{5B6F2BE7-3D84-4B5E-9065-D7CB14B9FA4B}" dt="2023-05-04T09:41:19.944" v="326" actId="700"/>
        <pc:sldMkLst>
          <pc:docMk/>
          <pc:sldMk cId="1418652103" sldId="334"/>
        </pc:sldMkLst>
        <pc:spChg chg="del mod ord">
          <ac:chgData name="Khang Nguyễn Tấn Trần Minh" userId="c3808258-e92d-4bf9-b981-ea938a204001" providerId="ADAL" clId="{5B6F2BE7-3D84-4B5E-9065-D7CB14B9FA4B}" dt="2023-05-04T09:41:19.944" v="326" actId="700"/>
          <ac:spMkLst>
            <pc:docMk/>
            <pc:sldMk cId="1418652103" sldId="334"/>
            <ac:spMk id="2" creationId="{4E985268-4566-05FA-4D7C-5490A396762F}"/>
          </ac:spMkLst>
        </pc:spChg>
        <pc:spChg chg="del mod ord">
          <ac:chgData name="Khang Nguyễn Tấn Trần Minh" userId="c3808258-e92d-4bf9-b981-ea938a204001" providerId="ADAL" clId="{5B6F2BE7-3D84-4B5E-9065-D7CB14B9FA4B}" dt="2023-05-04T09:41:19.944" v="326" actId="700"/>
          <ac:spMkLst>
            <pc:docMk/>
            <pc:sldMk cId="1418652103" sldId="334"/>
            <ac:spMk id="3" creationId="{815F9CBE-E40E-DFD8-66D3-E3829306E5C6}"/>
          </ac:spMkLst>
        </pc:spChg>
        <pc:spChg chg="add mod ord">
          <ac:chgData name="Khang Nguyễn Tấn Trần Minh" userId="c3808258-e92d-4bf9-b981-ea938a204001" providerId="ADAL" clId="{5B6F2BE7-3D84-4B5E-9065-D7CB14B9FA4B}" dt="2023-05-04T09:41:19.944" v="326" actId="700"/>
          <ac:spMkLst>
            <pc:docMk/>
            <pc:sldMk cId="1418652103" sldId="334"/>
            <ac:spMk id="4" creationId="{1AB13242-DD4D-89D2-74BC-F0E9AB7E6039}"/>
          </ac:spMkLst>
        </pc:spChg>
        <pc:spChg chg="add mod ord">
          <ac:chgData name="Khang Nguyễn Tấn Trần Minh" userId="c3808258-e92d-4bf9-b981-ea938a204001" providerId="ADAL" clId="{5B6F2BE7-3D84-4B5E-9065-D7CB14B9FA4B}" dt="2023-05-04T09:41:19.944" v="326" actId="700"/>
          <ac:spMkLst>
            <pc:docMk/>
            <pc:sldMk cId="1418652103" sldId="334"/>
            <ac:spMk id="5" creationId="{140734C9-E94F-D731-0888-8A757681A86A}"/>
          </ac:spMkLst>
        </pc:spChg>
      </pc:sldChg>
      <pc:sldChg chg="new">
        <pc:chgData name="Khang Nguyễn Tấn Trần Minh" userId="c3808258-e92d-4bf9-b981-ea938a204001" providerId="ADAL" clId="{5B6F2BE7-3D84-4B5E-9065-D7CB14B9FA4B}" dt="2023-05-04T09:47:09.864" v="330" actId="680"/>
        <pc:sldMkLst>
          <pc:docMk/>
          <pc:sldMk cId="497330402" sldId="335"/>
        </pc:sldMkLst>
      </pc:sldChg>
      <pc:sldChg chg="addSp delSp modSp new mod modClrScheme chgLayout">
        <pc:chgData name="Khang Nguyễn Tấn Trần Minh" userId="c3808258-e92d-4bf9-b981-ea938a204001" providerId="ADAL" clId="{5B6F2BE7-3D84-4B5E-9065-D7CB14B9FA4B}" dt="2023-05-04T10:38:55.214" v="434" actId="700"/>
        <pc:sldMkLst>
          <pc:docMk/>
          <pc:sldMk cId="3069712246" sldId="336"/>
        </pc:sldMkLst>
        <pc:spChg chg="del mod ord">
          <ac:chgData name="Khang Nguyễn Tấn Trần Minh" userId="c3808258-e92d-4bf9-b981-ea938a204001" providerId="ADAL" clId="{5B6F2BE7-3D84-4B5E-9065-D7CB14B9FA4B}" dt="2023-05-04T10:38:55.214" v="434" actId="700"/>
          <ac:spMkLst>
            <pc:docMk/>
            <pc:sldMk cId="3069712246" sldId="336"/>
            <ac:spMk id="2" creationId="{0CBF589D-A2F1-29A8-478F-4A3550CBD9CE}"/>
          </ac:spMkLst>
        </pc:spChg>
        <pc:spChg chg="del mod ord">
          <ac:chgData name="Khang Nguyễn Tấn Trần Minh" userId="c3808258-e92d-4bf9-b981-ea938a204001" providerId="ADAL" clId="{5B6F2BE7-3D84-4B5E-9065-D7CB14B9FA4B}" dt="2023-05-04T10:38:55.214" v="434" actId="700"/>
          <ac:spMkLst>
            <pc:docMk/>
            <pc:sldMk cId="3069712246" sldId="336"/>
            <ac:spMk id="3" creationId="{168EB05C-2FE3-12F3-0587-E063E69E5BB5}"/>
          </ac:spMkLst>
        </pc:spChg>
        <pc:spChg chg="add mod ord">
          <ac:chgData name="Khang Nguyễn Tấn Trần Minh" userId="c3808258-e92d-4bf9-b981-ea938a204001" providerId="ADAL" clId="{5B6F2BE7-3D84-4B5E-9065-D7CB14B9FA4B}" dt="2023-05-04T10:38:55.214" v="434" actId="700"/>
          <ac:spMkLst>
            <pc:docMk/>
            <pc:sldMk cId="3069712246" sldId="336"/>
            <ac:spMk id="4" creationId="{EDA14721-D4BC-297F-2A70-03403C7392D3}"/>
          </ac:spMkLst>
        </pc:spChg>
        <pc:spChg chg="add mod ord">
          <ac:chgData name="Khang Nguyễn Tấn Trần Minh" userId="c3808258-e92d-4bf9-b981-ea938a204001" providerId="ADAL" clId="{5B6F2BE7-3D84-4B5E-9065-D7CB14B9FA4B}" dt="2023-05-04T10:38:55.214" v="434" actId="700"/>
          <ac:spMkLst>
            <pc:docMk/>
            <pc:sldMk cId="3069712246" sldId="336"/>
            <ac:spMk id="5" creationId="{0B9849D8-1407-1C53-8F8F-BED9E927964B}"/>
          </ac:spMkLst>
        </pc:spChg>
        <pc:spChg chg="add mod ord">
          <ac:chgData name="Khang Nguyễn Tấn Trần Minh" userId="c3808258-e92d-4bf9-b981-ea938a204001" providerId="ADAL" clId="{5B6F2BE7-3D84-4B5E-9065-D7CB14B9FA4B}" dt="2023-05-04T10:38:55.214" v="434" actId="700"/>
          <ac:spMkLst>
            <pc:docMk/>
            <pc:sldMk cId="3069712246" sldId="336"/>
            <ac:spMk id="6" creationId="{123D0B10-2F04-0114-4238-265AD070236C}"/>
          </ac:spMkLst>
        </pc:spChg>
      </pc:sldChg>
      <pc:sldChg chg="del">
        <pc:chgData name="Khang Nguyễn Tấn Trần Minh" userId="c3808258-e92d-4bf9-b981-ea938a204001" providerId="ADAL" clId="{5B6F2BE7-3D84-4B5E-9065-D7CB14B9FA4B}" dt="2023-05-04T09:31:05.890" v="241" actId="47"/>
        <pc:sldMkLst>
          <pc:docMk/>
          <pc:sldMk cId="1584680975" sldId="1580"/>
        </pc:sldMkLst>
      </pc:sldChg>
      <pc:sldMasterChg chg="addSp delSp mod addSldLayout delSldLayout modSldLayout sldLayoutOrd">
        <pc:chgData name="Khang Nguyễn Tấn Trần Minh" userId="c3808258-e92d-4bf9-b981-ea938a204001" providerId="ADAL" clId="{5B6F2BE7-3D84-4B5E-9065-D7CB14B9FA4B}" dt="2023-05-04T10:38:09.529" v="432" actId="478"/>
        <pc:sldMasterMkLst>
          <pc:docMk/>
          <pc:sldMasterMk cId="0" sldId="2147483648"/>
        </pc:sldMasterMkLst>
        <pc:spChg chg="add del">
          <ac:chgData name="Khang Nguyễn Tấn Trần Minh" userId="c3808258-e92d-4bf9-b981-ea938a204001" providerId="ADAL" clId="{5B6F2BE7-3D84-4B5E-9065-D7CB14B9FA4B}" dt="2023-05-04T10:38:05.080" v="431" actId="478"/>
          <ac:spMkLst>
            <pc:docMk/>
            <pc:sldMasterMk cId="0" sldId="2147483648"/>
            <ac:spMk id="6" creationId="{00000000-0000-0000-0000-000000000000}"/>
          </ac:spMkLst>
        </pc:spChg>
        <pc:spChg chg="del">
          <ac:chgData name="Khang Nguyễn Tấn Trần Minh" userId="c3808258-e92d-4bf9-b981-ea938a204001" providerId="ADAL" clId="{5B6F2BE7-3D84-4B5E-9065-D7CB14B9FA4B}" dt="2023-05-04T10:38:09.529" v="432" actId="478"/>
          <ac:spMkLst>
            <pc:docMk/>
            <pc:sldMasterMk cId="0" sldId="2147483648"/>
            <ac:spMk id="7" creationId="{00000000-0000-0000-0000-000000000000}"/>
          </ac:spMkLst>
        </pc:spChg>
        <pc:sldLayoutChg chg="delSp del mod">
          <pc:chgData name="Khang Nguyễn Tấn Trần Minh" userId="c3808258-e92d-4bf9-b981-ea938a204001" providerId="ADAL" clId="{5B6F2BE7-3D84-4B5E-9065-D7CB14B9FA4B}" dt="2023-05-04T09:35:26.224" v="257" actId="2696"/>
          <pc:sldLayoutMkLst>
            <pc:docMk/>
            <pc:sldMasterMk cId="0" sldId="2147483648"/>
            <pc:sldLayoutMk cId="4056157480" sldId="2147483649"/>
          </pc:sldLayoutMkLst>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4" creationId="{00000000-0000-0000-0000-000000000000}"/>
            </ac:spMkLst>
          </pc:spChg>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5" creationId="{00000000-0000-0000-0000-000000000000}"/>
            </ac:spMkLst>
          </pc:spChg>
        </pc:sldLayoutChg>
        <pc:sldLayoutChg chg="delSp modSp mod">
          <pc:chgData name="Khang Nguyễn Tấn Trần Minh" userId="c3808258-e92d-4bf9-b981-ea938a204001" providerId="ADAL" clId="{5B6F2BE7-3D84-4B5E-9065-D7CB14B9FA4B}" dt="2023-05-04T10:06:03.108" v="332" actId="6014"/>
          <pc:sldLayoutMkLst>
            <pc:docMk/>
            <pc:sldMasterMk cId="0" sldId="2147483648"/>
            <pc:sldLayoutMk cId="1765536986" sldId="2147483650"/>
          </pc:sldLayoutMkLst>
          <pc:spChg chg="mod">
            <ac:chgData name="Khang Nguyễn Tấn Trần Minh" userId="c3808258-e92d-4bf9-b981-ea938a204001" providerId="ADAL" clId="{5B6F2BE7-3D84-4B5E-9065-D7CB14B9FA4B}" dt="2023-05-04T08:56:40.328" v="1" actId="6549"/>
            <ac:spMkLst>
              <pc:docMk/>
              <pc:sldMasterMk cId="0" sldId="2147483648"/>
              <pc:sldLayoutMk cId="1765536986" sldId="2147483650"/>
              <ac:spMk id="3"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4"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5" creationId="{00000000-0000-0000-0000-000000000000}"/>
            </ac:spMkLst>
          </pc:spChg>
        </pc:sldLayoutChg>
        <pc:sldLayoutChg chg="del">
          <pc:chgData name="Khang Nguyễn Tấn Trần Minh" userId="c3808258-e92d-4bf9-b981-ea938a204001" providerId="ADAL" clId="{5B6F2BE7-3D84-4B5E-9065-D7CB14B9FA4B}" dt="2023-05-04T08:58:42.988" v="9" actId="2696"/>
          <pc:sldLayoutMkLst>
            <pc:docMk/>
            <pc:sldMasterMk cId="0" sldId="2147483648"/>
            <pc:sldLayoutMk cId="149570494" sldId="2147483651"/>
          </pc:sldLayoutMkLst>
        </pc:sldLayoutChg>
        <pc:sldLayoutChg chg="delSp mod ord">
          <pc:chgData name="Khang Nguyễn Tấn Trần Minh" userId="c3808258-e92d-4bf9-b981-ea938a204001" providerId="ADAL" clId="{5B6F2BE7-3D84-4B5E-9065-D7CB14B9FA4B}" dt="2023-05-04T09:11:53.607" v="111" actId="478"/>
          <pc:sldLayoutMkLst>
            <pc:docMk/>
            <pc:sldMasterMk cId="0" sldId="2147483648"/>
            <pc:sldLayoutMk cId="3701271873" sldId="2147483652"/>
          </pc:sldLayoutMkLst>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4" creationId="{00000000-0000-0000-0000-000000000000}"/>
            </ac:spMkLst>
          </pc:spChg>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5" creationId="{00000000-0000-0000-0000-000000000000}"/>
            </ac:spMkLst>
          </pc:spChg>
        </pc:sldLayoutChg>
        <pc:sldLayoutChg chg="delSp modSp mod ord">
          <pc:chgData name="Khang Nguyễn Tấn Trần Minh" userId="c3808258-e92d-4bf9-b981-ea938a204001" providerId="ADAL" clId="{5B6F2BE7-3D84-4B5E-9065-D7CB14B9FA4B}" dt="2023-05-04T10:17:07.252" v="392" actId="6014"/>
          <pc:sldLayoutMkLst>
            <pc:docMk/>
            <pc:sldMasterMk cId="0" sldId="2147483648"/>
            <pc:sldLayoutMk cId="562599125" sldId="2147483653"/>
          </pc:sldLayoutMkLst>
          <pc:spChg chg="mod">
            <ac:chgData name="Khang Nguyễn Tấn Trần Minh" userId="c3808258-e92d-4bf9-b981-ea938a204001" providerId="ADAL" clId="{5B6F2BE7-3D84-4B5E-9065-D7CB14B9FA4B}" dt="2023-05-04T09:00:23.995" v="18" actId="6549"/>
            <ac:spMkLst>
              <pc:docMk/>
              <pc:sldMasterMk cId="0" sldId="2147483648"/>
              <pc:sldLayoutMk cId="562599125" sldId="2147483653"/>
              <ac:spMk id="3" creationId="{00000000-0000-0000-0000-000000000000}"/>
            </ac:spMkLst>
          </pc:spChg>
          <pc:spChg chg="mod">
            <ac:chgData name="Khang Nguyễn Tấn Trần Minh" userId="c3808258-e92d-4bf9-b981-ea938a204001" providerId="ADAL" clId="{5B6F2BE7-3D84-4B5E-9065-D7CB14B9FA4B}" dt="2023-05-04T09:00:21.293" v="17" actId="6549"/>
            <ac:spMkLst>
              <pc:docMk/>
              <pc:sldMasterMk cId="0" sldId="2147483648"/>
              <pc:sldLayoutMk cId="562599125" sldId="2147483653"/>
              <ac:spMk id="4"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5"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6" creationId="{00000000-0000-0000-0000-000000000000}"/>
            </ac:spMkLst>
          </pc:spChg>
        </pc:sldLayoutChg>
        <pc:sldLayoutChg chg="delSp modSp del mod">
          <pc:chgData name="Khang Nguyễn Tấn Trần Minh" userId="c3808258-e92d-4bf9-b981-ea938a204001" providerId="ADAL" clId="{5B6F2BE7-3D84-4B5E-9065-D7CB14B9FA4B}" dt="2023-05-04T09:19:13.939" v="169" actId="2696"/>
          <pc:sldLayoutMkLst>
            <pc:docMk/>
            <pc:sldMasterMk cId="0" sldId="2147483648"/>
            <pc:sldLayoutMk cId="2132287914" sldId="2147483654"/>
          </pc:sldLayoutMkLst>
          <pc:spChg chg="mod">
            <ac:chgData name="Khang Nguyễn Tấn Trần Minh" userId="c3808258-e92d-4bf9-b981-ea938a204001" providerId="ADAL" clId="{5B6F2BE7-3D84-4B5E-9065-D7CB14B9FA4B}" dt="2023-05-04T09:18:32.080" v="163" actId="6549"/>
            <ac:spMkLst>
              <pc:docMk/>
              <pc:sldMasterMk cId="0" sldId="2147483648"/>
              <pc:sldLayoutMk cId="2132287914" sldId="2147483654"/>
              <ac:spMk id="4" creationId="{00000000-0000-0000-0000-000000000000}"/>
            </ac:spMkLst>
          </pc:spChg>
          <pc:spChg chg="mod">
            <ac:chgData name="Khang Nguyễn Tấn Trần Minh" userId="c3808258-e92d-4bf9-b981-ea938a204001" providerId="ADAL" clId="{5B6F2BE7-3D84-4B5E-9065-D7CB14B9FA4B}" dt="2023-05-04T09:18:34.988" v="164" actId="6549"/>
            <ac:spMkLst>
              <pc:docMk/>
              <pc:sldMasterMk cId="0" sldId="2147483648"/>
              <pc:sldLayoutMk cId="2132287914" sldId="2147483654"/>
              <ac:spMk id="6"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7"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8" creationId="{00000000-0000-0000-0000-000000000000}"/>
            </ac:spMkLst>
          </pc:spChg>
        </pc:sldLayoutChg>
        <pc:sldLayoutChg chg="delSp mod">
          <pc:chgData name="Khang Nguyễn Tấn Trần Minh" userId="c3808258-e92d-4bf9-b981-ea938a204001" providerId="ADAL" clId="{5B6F2BE7-3D84-4B5E-9065-D7CB14B9FA4B}" dt="2023-05-04T09:16:06.081" v="150" actId="478"/>
          <pc:sldLayoutMkLst>
            <pc:docMk/>
            <pc:sldMasterMk cId="0" sldId="2147483648"/>
            <pc:sldLayoutMk cId="4112719614" sldId="2147483655"/>
          </pc:sldLayoutMkLst>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3" creationId="{00000000-0000-0000-0000-000000000000}"/>
            </ac:spMkLst>
          </pc:spChg>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4" creationId="{00000000-0000-0000-0000-000000000000}"/>
            </ac:spMkLst>
          </pc:spChg>
        </pc:sldLayoutChg>
        <pc:sldLayoutChg chg="delSp del mod">
          <pc:chgData name="Khang Nguyễn Tấn Trần Minh" userId="c3808258-e92d-4bf9-b981-ea938a204001" providerId="ADAL" clId="{5B6F2BE7-3D84-4B5E-9065-D7CB14B9FA4B}" dt="2023-05-04T09:20:57.319" v="178" actId="2696"/>
          <pc:sldLayoutMkLst>
            <pc:docMk/>
            <pc:sldMasterMk cId="0" sldId="2147483648"/>
            <pc:sldLayoutMk cId="1566854824" sldId="2147483656"/>
          </pc:sldLayoutMkLst>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2" creationId="{00000000-0000-0000-0000-000000000000}"/>
            </ac:spMkLst>
          </pc:spChg>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3" creationId="{00000000-0000-0000-0000-000000000000}"/>
            </ac:spMkLst>
          </pc:spChg>
        </pc:sldLayoutChg>
        <pc:sldLayoutChg chg="delSp modSp del mod">
          <pc:chgData name="Khang Nguyễn Tấn Trần Minh" userId="c3808258-e92d-4bf9-b981-ea938a204001" providerId="ADAL" clId="{5B6F2BE7-3D84-4B5E-9065-D7CB14B9FA4B}" dt="2023-05-04T09:20:32.006" v="177" actId="2696"/>
          <pc:sldLayoutMkLst>
            <pc:docMk/>
            <pc:sldMasterMk cId="0" sldId="2147483648"/>
            <pc:sldLayoutMk cId="3270007215" sldId="2147483657"/>
          </pc:sldLayoutMkLst>
          <pc:spChg chg="mod">
            <ac:chgData name="Khang Nguyễn Tấn Trần Minh" userId="c3808258-e92d-4bf9-b981-ea938a204001" providerId="ADAL" clId="{5B6F2BE7-3D84-4B5E-9065-D7CB14B9FA4B}" dt="2023-05-04T09:20:17.749" v="176" actId="14100"/>
            <ac:spMkLst>
              <pc:docMk/>
              <pc:sldMasterMk cId="0" sldId="2147483648"/>
              <pc:sldLayoutMk cId="3270007215" sldId="2147483657"/>
              <ac:spMk id="3"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5"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6" creationId="{00000000-0000-0000-0000-000000000000}"/>
            </ac:spMkLst>
          </pc:spChg>
        </pc:sldLayoutChg>
        <pc:sldLayoutChg chg="delSp del mod">
          <pc:chgData name="Khang Nguyễn Tấn Trần Minh" userId="c3808258-e92d-4bf9-b981-ea938a204001" providerId="ADAL" clId="{5B6F2BE7-3D84-4B5E-9065-D7CB14B9FA4B}" dt="2023-05-04T09:20:07.435" v="175" actId="2696"/>
          <pc:sldLayoutMkLst>
            <pc:docMk/>
            <pc:sldMasterMk cId="0" sldId="2147483648"/>
            <pc:sldLayoutMk cId="2769033058" sldId="2147483658"/>
          </pc:sldLayoutMkLst>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5" creationId="{00000000-0000-0000-0000-000000000000}"/>
            </ac:spMkLst>
          </pc:spChg>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6" creationId="{00000000-0000-0000-0000-000000000000}"/>
            </ac:spMkLst>
          </pc:spChg>
        </pc:sldLayoutChg>
        <pc:sldLayoutChg chg="delSp del mod">
          <pc:chgData name="Khang Nguyễn Tấn Trần Minh" userId="c3808258-e92d-4bf9-b981-ea938a204001" providerId="ADAL" clId="{5B6F2BE7-3D84-4B5E-9065-D7CB14B9FA4B}" dt="2023-05-04T09:19:55.939" v="173" actId="2696"/>
          <pc:sldLayoutMkLst>
            <pc:docMk/>
            <pc:sldMasterMk cId="0" sldId="2147483648"/>
            <pc:sldLayoutMk cId="99188231" sldId="2147483659"/>
          </pc:sldLayoutMkLst>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4" creationId="{00000000-0000-0000-0000-000000000000}"/>
            </ac:spMkLst>
          </pc:spChg>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5" creationId="{00000000-0000-0000-0000-000000000000}"/>
            </ac:spMkLst>
          </pc:spChg>
        </pc:sldLayoutChg>
        <pc:sldLayoutChg chg="delSp del mod">
          <pc:chgData name="Khang Nguyễn Tấn Trần Minh" userId="c3808258-e92d-4bf9-b981-ea938a204001" providerId="ADAL" clId="{5B6F2BE7-3D84-4B5E-9065-D7CB14B9FA4B}" dt="2023-05-04T09:19:59.407" v="174" actId="2696"/>
          <pc:sldLayoutMkLst>
            <pc:docMk/>
            <pc:sldMasterMk cId="0" sldId="2147483648"/>
            <pc:sldLayoutMk cId="853480290" sldId="2147483660"/>
          </pc:sldLayoutMkLst>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4" creationId="{00000000-0000-0000-0000-000000000000}"/>
            </ac:spMkLst>
          </pc:spChg>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5" creationId="{00000000-0000-0000-0000-000000000000}"/>
            </ac:spMkLst>
          </pc:spChg>
        </pc:sldLayoutChg>
        <pc:sldLayoutChg chg="modSp del mod">
          <pc:chgData name="Khang Nguyễn Tấn Trần Minh" userId="c3808258-e92d-4bf9-b981-ea938a204001" providerId="ADAL" clId="{5B6F2BE7-3D84-4B5E-9065-D7CB14B9FA4B}" dt="2023-05-04T09:21:21.601" v="180" actId="2696"/>
          <pc:sldLayoutMkLst>
            <pc:docMk/>
            <pc:sldMasterMk cId="0" sldId="2147483648"/>
            <pc:sldLayoutMk cId="3112211684" sldId="2147483661"/>
          </pc:sldLayoutMkLst>
          <pc:spChg chg="mod">
            <ac:chgData name="Khang Nguyễn Tấn Trần Minh" userId="c3808258-e92d-4bf9-b981-ea938a204001" providerId="ADAL" clId="{5B6F2BE7-3D84-4B5E-9065-D7CB14B9FA4B}" dt="2023-05-04T09:21:04.719" v="179" actId="6549"/>
            <ac:spMkLst>
              <pc:docMk/>
              <pc:sldMasterMk cId="0" sldId="2147483648"/>
              <pc:sldLayoutMk cId="3112211684" sldId="2147483661"/>
              <ac:spMk id="3" creationId="{ABE249C8-BF7A-4990-B3B9-274312BE8A3E}"/>
            </ac:spMkLst>
          </pc:spChg>
        </pc:sldLayoutChg>
        <pc:sldLayoutChg chg="del">
          <pc:chgData name="Khang Nguyễn Tấn Trần Minh" userId="c3808258-e92d-4bf9-b981-ea938a204001" providerId="ADAL" clId="{5B6F2BE7-3D84-4B5E-9065-D7CB14B9FA4B}" dt="2023-05-04T08:59:44.984" v="12" actId="2696"/>
          <pc:sldLayoutMkLst>
            <pc:docMk/>
            <pc:sldMasterMk cId="0" sldId="2147483648"/>
            <pc:sldLayoutMk cId="1774061367" sldId="2147483662"/>
          </pc:sldLayoutMkLst>
        </pc:sldLayoutChg>
        <pc:sldLayoutChg chg="del">
          <pc:chgData name="Khang Nguyễn Tấn Trần Minh" userId="c3808258-e92d-4bf9-b981-ea938a204001" providerId="ADAL" clId="{5B6F2BE7-3D84-4B5E-9065-D7CB14B9FA4B}" dt="2023-05-04T08:59:45.107" v="15" actId="2696"/>
          <pc:sldLayoutMkLst>
            <pc:docMk/>
            <pc:sldMasterMk cId="0" sldId="2147483648"/>
            <pc:sldLayoutMk cId="1400774800" sldId="2147483663"/>
          </pc:sldLayoutMkLst>
        </pc:sldLayoutChg>
        <pc:sldLayoutChg chg="del">
          <pc:chgData name="Khang Nguyễn Tấn Trần Minh" userId="c3808258-e92d-4bf9-b981-ea938a204001" providerId="ADAL" clId="{5B6F2BE7-3D84-4B5E-9065-D7CB14B9FA4B}" dt="2023-05-04T08:59:45.075" v="14" actId="2696"/>
          <pc:sldLayoutMkLst>
            <pc:docMk/>
            <pc:sldMasterMk cId="0" sldId="2147483648"/>
            <pc:sldLayoutMk cId="2425146391" sldId="2147483676"/>
          </pc:sldLayoutMkLst>
        </pc:sldLayoutChg>
        <pc:sldLayoutChg chg="delSp modSp mod">
          <pc:chgData name="Khang Nguyễn Tấn Trần Minh" userId="c3808258-e92d-4bf9-b981-ea938a204001" providerId="ADAL" clId="{5B6F2BE7-3D84-4B5E-9065-D7CB14B9FA4B}" dt="2023-05-04T10:06:16.223" v="333" actId="6014"/>
          <pc:sldLayoutMkLst>
            <pc:docMk/>
            <pc:sldMasterMk cId="0" sldId="2147483648"/>
            <pc:sldLayoutMk cId="1605361444" sldId="2147483677"/>
          </pc:sldLayoutMkLst>
          <pc:spChg chg="mod">
            <ac:chgData name="Khang Nguyễn Tấn Trần Minh" userId="c3808258-e92d-4bf9-b981-ea938a204001" providerId="ADAL" clId="{5B6F2BE7-3D84-4B5E-9065-D7CB14B9FA4B}" dt="2023-05-04T08:57:57.735" v="6" actId="6549"/>
            <ac:spMkLst>
              <pc:docMk/>
              <pc:sldMasterMk cId="0" sldId="2147483648"/>
              <pc:sldLayoutMk cId="1605361444" sldId="2147483677"/>
              <ac:spMk id="3"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5"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6" creationId="{00000000-0000-0000-0000-000000000000}"/>
            </ac:spMkLst>
          </pc:spChg>
        </pc:sldLayoutChg>
        <pc:sldLayoutChg chg="del">
          <pc:chgData name="Khang Nguyễn Tấn Trần Minh" userId="c3808258-e92d-4bf9-b981-ea938a204001" providerId="ADAL" clId="{5B6F2BE7-3D84-4B5E-9065-D7CB14B9FA4B}" dt="2023-05-04T08:59:45.027" v="13" actId="2696"/>
          <pc:sldLayoutMkLst>
            <pc:docMk/>
            <pc:sldMasterMk cId="0" sldId="2147483648"/>
            <pc:sldLayoutMk cId="3023345052" sldId="2147483678"/>
          </pc:sldLayoutMkLst>
        </pc:sldLayoutChg>
        <pc:sldLayoutChg chg="del">
          <pc:chgData name="Khang Nguyễn Tấn Trần Minh" userId="c3808258-e92d-4bf9-b981-ea938a204001" providerId="ADAL" clId="{5B6F2BE7-3D84-4B5E-9065-D7CB14B9FA4B}" dt="2023-05-04T09:02:55.505" v="28" actId="2696"/>
          <pc:sldLayoutMkLst>
            <pc:docMk/>
            <pc:sldMasterMk cId="0" sldId="2147483648"/>
            <pc:sldLayoutMk cId="3194170472" sldId="2147483679"/>
          </pc:sldLayoutMkLst>
        </pc:sldLayoutChg>
        <pc:sldLayoutChg chg="delSp modSp del mod">
          <pc:chgData name="Khang Nguyễn Tấn Trần Minh" userId="c3808258-e92d-4bf9-b981-ea938a204001" providerId="ADAL" clId="{5B6F2BE7-3D84-4B5E-9065-D7CB14B9FA4B}" dt="2023-05-04T09:19:13.978" v="170" actId="2696"/>
          <pc:sldLayoutMkLst>
            <pc:docMk/>
            <pc:sldMasterMk cId="0" sldId="2147483648"/>
            <pc:sldLayoutMk cId="2792634591" sldId="2147483680"/>
          </pc:sldLayoutMkLst>
          <pc:spChg chg="mod">
            <ac:chgData name="Khang Nguyễn Tấn Trần Minh" userId="c3808258-e92d-4bf9-b981-ea938a204001" providerId="ADAL" clId="{5B6F2BE7-3D84-4B5E-9065-D7CB14B9FA4B}" dt="2023-05-04T09:15:15.331" v="142" actId="6549"/>
            <ac:spMkLst>
              <pc:docMk/>
              <pc:sldMasterMk cId="0" sldId="2147483648"/>
              <pc:sldLayoutMk cId="2792634591" sldId="2147483680"/>
              <ac:spMk id="4" creationId="{00000000-0000-0000-0000-000000000000}"/>
            </ac:spMkLst>
          </pc:spChg>
          <pc:spChg chg="mod">
            <ac:chgData name="Khang Nguyễn Tấn Trần Minh" userId="c3808258-e92d-4bf9-b981-ea938a204001" providerId="ADAL" clId="{5B6F2BE7-3D84-4B5E-9065-D7CB14B9FA4B}" dt="2023-05-04T09:15:18.337" v="143" actId="6549"/>
            <ac:spMkLst>
              <pc:docMk/>
              <pc:sldMasterMk cId="0" sldId="2147483648"/>
              <pc:sldLayoutMk cId="2792634591" sldId="2147483680"/>
              <ac:spMk id="6"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7"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8" creationId="{00000000-0000-0000-0000-000000000000}"/>
            </ac:spMkLst>
          </pc:spChg>
        </pc:sldLayoutChg>
        <pc:sldLayoutChg chg="delSp modSp del mod">
          <pc:chgData name="Khang Nguyễn Tấn Trần Minh" userId="c3808258-e92d-4bf9-b981-ea938a204001" providerId="ADAL" clId="{5B6F2BE7-3D84-4B5E-9065-D7CB14B9FA4B}" dt="2023-05-04T09:18:48.719" v="167" actId="2696"/>
          <pc:sldLayoutMkLst>
            <pc:docMk/>
            <pc:sldMasterMk cId="0" sldId="2147483648"/>
            <pc:sldLayoutMk cId="3621836187" sldId="2147483681"/>
          </pc:sldLayoutMkLst>
          <pc:spChg chg="mod">
            <ac:chgData name="Khang Nguyễn Tấn Trần Minh" userId="c3808258-e92d-4bf9-b981-ea938a204001" providerId="ADAL" clId="{5B6F2BE7-3D84-4B5E-9065-D7CB14B9FA4B}" dt="2023-05-04T09:18:42.175" v="165" actId="6549"/>
            <ac:spMkLst>
              <pc:docMk/>
              <pc:sldMasterMk cId="0" sldId="2147483648"/>
              <pc:sldLayoutMk cId="3621836187" sldId="2147483681"/>
              <ac:spMk id="4" creationId="{00000000-0000-0000-0000-000000000000}"/>
            </ac:spMkLst>
          </pc:spChg>
          <pc:spChg chg="mod">
            <ac:chgData name="Khang Nguyễn Tấn Trần Minh" userId="c3808258-e92d-4bf9-b981-ea938a204001" providerId="ADAL" clId="{5B6F2BE7-3D84-4B5E-9065-D7CB14B9FA4B}" dt="2023-05-04T09:18:45.517" v="166" actId="6549"/>
            <ac:spMkLst>
              <pc:docMk/>
              <pc:sldMasterMk cId="0" sldId="2147483648"/>
              <pc:sldLayoutMk cId="3621836187" sldId="2147483681"/>
              <ac:spMk id="6"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7"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8" creationId="{00000000-0000-0000-0000-000000000000}"/>
            </ac:spMkLst>
          </pc:spChg>
        </pc:sldLayoutChg>
        <pc:sldLayoutChg chg="delSp modSp del mod">
          <pc:chgData name="Khang Nguyễn Tấn Trần Minh" userId="c3808258-e92d-4bf9-b981-ea938a204001" providerId="ADAL" clId="{5B6F2BE7-3D84-4B5E-9065-D7CB14B9FA4B}" dt="2023-05-04T09:19:14.018" v="171" actId="2696"/>
          <pc:sldLayoutMkLst>
            <pc:docMk/>
            <pc:sldMasterMk cId="0" sldId="2147483648"/>
            <pc:sldLayoutMk cId="3893050084" sldId="2147483682"/>
          </pc:sldLayoutMkLst>
          <pc:spChg chg="mod">
            <ac:chgData name="Khang Nguyễn Tấn Trần Minh" userId="c3808258-e92d-4bf9-b981-ea938a204001" providerId="ADAL" clId="{5B6F2BE7-3D84-4B5E-9065-D7CB14B9FA4B}" dt="2023-05-04T09:15:24.033" v="144" actId="6549"/>
            <ac:spMkLst>
              <pc:docMk/>
              <pc:sldMasterMk cId="0" sldId="2147483648"/>
              <pc:sldLayoutMk cId="3893050084" sldId="2147483682"/>
              <ac:spMk id="4" creationId="{00000000-0000-0000-0000-000000000000}"/>
            </ac:spMkLst>
          </pc:spChg>
          <pc:spChg chg="mod">
            <ac:chgData name="Khang Nguyễn Tấn Trần Minh" userId="c3808258-e92d-4bf9-b981-ea938a204001" providerId="ADAL" clId="{5B6F2BE7-3D84-4B5E-9065-D7CB14B9FA4B}" dt="2023-05-04T09:15:28.421" v="145" actId="6549"/>
            <ac:spMkLst>
              <pc:docMk/>
              <pc:sldMasterMk cId="0" sldId="2147483648"/>
              <pc:sldLayoutMk cId="3893050084" sldId="2147483682"/>
              <ac:spMk id="6"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7"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8" creationId="{00000000-0000-0000-0000-000000000000}"/>
            </ac:spMkLst>
          </pc:spChg>
        </pc:sldLayoutChg>
        <pc:sldLayoutChg chg="delSp modSp del mod">
          <pc:chgData name="Khang Nguyễn Tấn Trần Minh" userId="c3808258-e92d-4bf9-b981-ea938a204001" providerId="ADAL" clId="{5B6F2BE7-3D84-4B5E-9065-D7CB14B9FA4B}" dt="2023-05-04T09:19:07.647" v="168" actId="2696"/>
          <pc:sldLayoutMkLst>
            <pc:docMk/>
            <pc:sldMasterMk cId="0" sldId="2147483648"/>
            <pc:sldLayoutMk cId="2145515960" sldId="2147483683"/>
          </pc:sldLayoutMkLst>
          <pc:spChg chg="mod">
            <ac:chgData name="Khang Nguyễn Tấn Trần Minh" userId="c3808258-e92d-4bf9-b981-ea938a204001" providerId="ADAL" clId="{5B6F2BE7-3D84-4B5E-9065-D7CB14B9FA4B}" dt="2023-05-04T09:15:35.179" v="146" actId="6549"/>
            <ac:spMkLst>
              <pc:docMk/>
              <pc:sldMasterMk cId="0" sldId="2147483648"/>
              <pc:sldLayoutMk cId="2145515960" sldId="2147483683"/>
              <ac:spMk id="4" creationId="{00000000-0000-0000-0000-000000000000}"/>
            </ac:spMkLst>
          </pc:spChg>
          <pc:spChg chg="mod">
            <ac:chgData name="Khang Nguyễn Tấn Trần Minh" userId="c3808258-e92d-4bf9-b981-ea938a204001" providerId="ADAL" clId="{5B6F2BE7-3D84-4B5E-9065-D7CB14B9FA4B}" dt="2023-05-04T09:15:38.462" v="147" actId="6549"/>
            <ac:spMkLst>
              <pc:docMk/>
              <pc:sldMasterMk cId="0" sldId="2147483648"/>
              <pc:sldLayoutMk cId="2145515960" sldId="2147483683"/>
              <ac:spMk id="6"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7"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8" creationId="{00000000-0000-0000-0000-000000000000}"/>
            </ac:spMkLst>
          </pc:spChg>
        </pc:sldLayoutChg>
        <pc:sldLayoutChg chg="del">
          <pc:chgData name="Khang Nguyễn Tấn Trần Minh" userId="c3808258-e92d-4bf9-b981-ea938a204001" providerId="ADAL" clId="{5B6F2BE7-3D84-4B5E-9065-D7CB14B9FA4B}" dt="2023-05-04T09:02:55.632" v="31" actId="2696"/>
          <pc:sldLayoutMkLst>
            <pc:docMk/>
            <pc:sldMasterMk cId="0" sldId="2147483648"/>
            <pc:sldLayoutMk cId="99894408" sldId="2147483684"/>
          </pc:sldLayoutMkLst>
        </pc:sldLayoutChg>
        <pc:sldLayoutChg chg="delSp modSp mod">
          <pc:chgData name="Khang Nguyễn Tấn Trần Minh" userId="c3808258-e92d-4bf9-b981-ea938a204001" providerId="ADAL" clId="{5B6F2BE7-3D84-4B5E-9065-D7CB14B9FA4B}" dt="2023-05-04T10:20:49.418" v="417" actId="6014"/>
          <pc:sldLayoutMkLst>
            <pc:docMk/>
            <pc:sldMasterMk cId="0" sldId="2147483648"/>
            <pc:sldLayoutMk cId="53865494" sldId="2147483686"/>
          </pc:sldLayoutMkLst>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3"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5"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6" creationId="{00000000-0000-0000-0000-000000000000}"/>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7" creationId="{9FCB7F62-31CE-479A-B75D-E680BBC27871}"/>
            </ac:spMkLst>
          </pc:spChg>
          <pc:spChg chg="del">
            <ac:chgData name="Khang Nguyễn Tấn Trần Minh" userId="c3808258-e92d-4bf9-b981-ea938a204001" providerId="ADAL" clId="{5B6F2BE7-3D84-4B5E-9065-D7CB14B9FA4B}" dt="2023-05-04T09:23:32.526" v="186" actId="478"/>
            <ac:spMkLst>
              <pc:docMk/>
              <pc:sldMasterMk cId="0" sldId="2147483648"/>
              <pc:sldLayoutMk cId="53865494" sldId="2147483686"/>
              <ac:spMk id="8" creationId="{96160E72-CB3B-4B35-B991-A52F0E9D9B5B}"/>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9" creationId="{90AFCEF9-0FFB-4670-A771-DA310A1C55BF}"/>
            </ac:spMkLst>
          </pc:spChg>
        </pc:sldLayoutChg>
        <pc:sldLayoutChg chg="delSp modSp mod">
          <pc:chgData name="Khang Nguyễn Tấn Trần Minh" userId="c3808258-e92d-4bf9-b981-ea938a204001" providerId="ADAL" clId="{5B6F2BE7-3D84-4B5E-9065-D7CB14B9FA4B}" dt="2023-05-04T10:21:43.122" v="424" actId="6014"/>
          <pc:sldLayoutMkLst>
            <pc:docMk/>
            <pc:sldMasterMk cId="0" sldId="2147483648"/>
            <pc:sldLayoutMk cId="1809676352" sldId="2147483687"/>
          </pc:sldLayoutMkLst>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5" creationId="{00000000-0000-0000-0000-000000000000}"/>
            </ac:spMkLst>
          </pc:spChg>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6" creationId="{00000000-0000-0000-0000-000000000000}"/>
            </ac:spMkLst>
          </pc:spChg>
          <pc:spChg chg="mod">
            <ac:chgData name="Khang Nguyễn Tấn Trần Minh" userId="c3808258-e92d-4bf9-b981-ea938a204001" providerId="ADAL" clId="{5B6F2BE7-3D84-4B5E-9065-D7CB14B9FA4B}" dt="2023-05-04T09:18:20.900" v="162" actId="20577"/>
            <ac:spMkLst>
              <pc:docMk/>
              <pc:sldMasterMk cId="0" sldId="2147483648"/>
              <pc:sldLayoutMk cId="1809676352" sldId="2147483687"/>
              <ac:spMk id="26" creationId="{C22FA758-800C-4200-9C64-1F16B8C51CA7}"/>
            </ac:spMkLst>
          </pc:spChg>
        </pc:sldLayoutChg>
        <pc:sldLayoutChg chg="delSp modSp mod">
          <pc:chgData name="Khang Nguyễn Tấn Trần Minh" userId="c3808258-e92d-4bf9-b981-ea938a204001" providerId="ADAL" clId="{5B6F2BE7-3D84-4B5E-9065-D7CB14B9FA4B}" dt="2023-05-04T10:21:29.863" v="422" actId="6014"/>
          <pc:sldLayoutMkLst>
            <pc:docMk/>
            <pc:sldMasterMk cId="0" sldId="2147483648"/>
            <pc:sldLayoutMk cId="2306970055" sldId="2147483688"/>
          </pc:sldLayoutMkLst>
          <pc:spChg chg="mod">
            <ac:chgData name="Khang Nguyễn Tấn Trần Minh" userId="c3808258-e92d-4bf9-b981-ea938a204001" providerId="ADAL" clId="{5B6F2BE7-3D84-4B5E-9065-D7CB14B9FA4B}" dt="2023-05-04T09:14:25.914" v="134" actId="6549"/>
            <ac:spMkLst>
              <pc:docMk/>
              <pc:sldMasterMk cId="0" sldId="2147483648"/>
              <pc:sldLayoutMk cId="2306970055" sldId="2147483688"/>
              <ac:spMk id="3"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5"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6" creationId="{00000000-0000-0000-0000-000000000000}"/>
            </ac:spMkLst>
          </pc:spChg>
          <pc:spChg chg="mod">
            <ac:chgData name="Khang Nguyễn Tấn Trần Minh" userId="c3808258-e92d-4bf9-b981-ea938a204001" providerId="ADAL" clId="{5B6F2BE7-3D84-4B5E-9065-D7CB14B9FA4B}" dt="2023-05-04T09:14:21.272" v="133" actId="6549"/>
            <ac:spMkLst>
              <pc:docMk/>
              <pc:sldMasterMk cId="0" sldId="2147483648"/>
              <pc:sldLayoutMk cId="2306970055" sldId="2147483688"/>
              <ac:spMk id="7" creationId="{1E586163-080C-4D92-9FF5-83B9A124C31B}"/>
            </ac:spMkLst>
          </pc:spChg>
          <pc:spChg chg="mod">
            <ac:chgData name="Khang Nguyễn Tấn Trần Minh" userId="c3808258-e92d-4bf9-b981-ea938a204001" providerId="ADAL" clId="{5B6F2BE7-3D84-4B5E-9065-D7CB14B9FA4B}" dt="2023-05-04T09:14:29.242" v="135" actId="6549"/>
            <ac:spMkLst>
              <pc:docMk/>
              <pc:sldMasterMk cId="0" sldId="2147483648"/>
              <pc:sldLayoutMk cId="2306970055" sldId="2147483688"/>
              <ac:spMk id="8" creationId="{60879BDB-29CC-404E-9DCA-E89C7B9070DD}"/>
            </ac:spMkLst>
          </pc:spChg>
          <pc:spChg chg="mod">
            <ac:chgData name="Khang Nguyễn Tấn Trần Minh" userId="c3808258-e92d-4bf9-b981-ea938a204001" providerId="ADAL" clId="{5B6F2BE7-3D84-4B5E-9065-D7CB14B9FA4B}" dt="2023-05-04T09:14:32.967" v="136" actId="6549"/>
            <ac:spMkLst>
              <pc:docMk/>
              <pc:sldMasterMk cId="0" sldId="2147483648"/>
              <pc:sldLayoutMk cId="2306970055" sldId="2147483688"/>
              <ac:spMk id="9" creationId="{2494B703-5983-4A4F-B197-D2C64EAA9F6A}"/>
            </ac:spMkLst>
          </pc:spChg>
        </pc:sldLayoutChg>
        <pc:sldLayoutChg chg="modSp del mod">
          <pc:chgData name="Khang Nguyễn Tấn Trần Minh" userId="c3808258-e92d-4bf9-b981-ea938a204001" providerId="ADAL" clId="{5B6F2BE7-3D84-4B5E-9065-D7CB14B9FA4B}" dt="2023-05-04T08:58:42.968" v="8" actId="2696"/>
          <pc:sldLayoutMkLst>
            <pc:docMk/>
            <pc:sldMasterMk cId="0" sldId="2147483648"/>
            <pc:sldLayoutMk cId="2322547086" sldId="2147483689"/>
          </pc:sldLayoutMkLst>
          <pc:spChg chg="mod">
            <ac:chgData name="Khang Nguyễn Tấn Trần Minh" userId="c3808258-e92d-4bf9-b981-ea938a204001" providerId="ADAL" clId="{5B6F2BE7-3D84-4B5E-9065-D7CB14B9FA4B}" dt="2023-05-04T08:58:11.239" v="7" actId="6549"/>
            <ac:spMkLst>
              <pc:docMk/>
              <pc:sldMasterMk cId="0" sldId="2147483648"/>
              <pc:sldLayoutMk cId="2322547086" sldId="2147483689"/>
              <ac:spMk id="3" creationId="{00000000-0000-0000-0000-000000000000}"/>
            </ac:spMkLst>
          </pc:spChg>
        </pc:sldLayoutChg>
        <pc:sldLayoutChg chg="del">
          <pc:chgData name="Khang Nguyễn Tấn Trần Minh" userId="c3808258-e92d-4bf9-b981-ea938a204001" providerId="ADAL" clId="{5B6F2BE7-3D84-4B5E-9065-D7CB14B9FA4B}" dt="2023-05-04T08:57:47.804" v="5" actId="2696"/>
          <pc:sldLayoutMkLst>
            <pc:docMk/>
            <pc:sldMasterMk cId="0" sldId="2147483648"/>
            <pc:sldLayoutMk cId="1526738733" sldId="2147483690"/>
          </pc:sldLayoutMkLst>
        </pc:sldLayoutChg>
        <pc:sldLayoutChg chg="delSp modSp mod">
          <pc:chgData name="Khang Nguyễn Tấn Trần Minh" userId="c3808258-e92d-4bf9-b981-ea938a204001" providerId="ADAL" clId="{5B6F2BE7-3D84-4B5E-9065-D7CB14B9FA4B}" dt="2023-05-04T10:06:30.369" v="334" actId="6014"/>
          <pc:sldLayoutMkLst>
            <pc:docMk/>
            <pc:sldMasterMk cId="0" sldId="2147483648"/>
            <pc:sldLayoutMk cId="1807831205" sldId="2147483691"/>
          </pc:sldLayoutMkLst>
          <pc:spChg chg="mod">
            <ac:chgData name="Khang Nguyễn Tấn Trần Minh" userId="c3808258-e92d-4bf9-b981-ea938a204001" providerId="ADAL" clId="{5B6F2BE7-3D84-4B5E-9065-D7CB14B9FA4B}" dt="2023-05-04T08:57:14.948" v="2" actId="2711"/>
            <ac:spMkLst>
              <pc:docMk/>
              <pc:sldMasterMk cId="0" sldId="2147483648"/>
              <pc:sldLayoutMk cId="1807831205" sldId="2147483691"/>
              <ac:spMk id="3"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4"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5" creationId="{00000000-0000-0000-0000-000000000000}"/>
            </ac:spMkLst>
          </pc:spChg>
        </pc:sldLayoutChg>
        <pc:sldLayoutChg chg="del">
          <pc:chgData name="Khang Nguyễn Tấn Trần Minh" userId="c3808258-e92d-4bf9-b981-ea938a204001" providerId="ADAL" clId="{5B6F2BE7-3D84-4B5E-9065-D7CB14B9FA4B}" dt="2023-05-04T08:57:31.651" v="3" actId="2696"/>
          <pc:sldLayoutMkLst>
            <pc:docMk/>
            <pc:sldMasterMk cId="0" sldId="2147483648"/>
            <pc:sldLayoutMk cId="433136112" sldId="2147483692"/>
          </pc:sldLayoutMkLst>
        </pc:sldLayoutChg>
        <pc:sldLayoutChg chg="delSp del mod">
          <pc:chgData name="Khang Nguyễn Tấn Trần Minh" userId="c3808258-e92d-4bf9-b981-ea938a204001" providerId="ADAL" clId="{5B6F2BE7-3D84-4B5E-9065-D7CB14B9FA4B}" dt="2023-05-04T09:31:05.890" v="241" actId="47"/>
          <pc:sldLayoutMkLst>
            <pc:docMk/>
            <pc:sldMasterMk cId="0" sldId="2147483648"/>
            <pc:sldLayoutMk cId="2786200197" sldId="2147483693"/>
          </pc:sldLayoutMkLst>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4" creationId="{00000000-0000-0000-0000-000000000000}"/>
            </ac:spMkLst>
          </pc:spChg>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5" creationId="{00000000-0000-0000-0000-000000000000}"/>
            </ac:spMkLst>
          </pc:spChg>
        </pc:sldLayoutChg>
        <pc:sldLayoutChg chg="delSp modSp mod ord">
          <pc:chgData name="Khang Nguyễn Tấn Trần Minh" userId="c3808258-e92d-4bf9-b981-ea938a204001" providerId="ADAL" clId="{5B6F2BE7-3D84-4B5E-9065-D7CB14B9FA4B}" dt="2023-05-04T10:21:18.273" v="421" actId="6014"/>
          <pc:sldLayoutMkLst>
            <pc:docMk/>
            <pc:sldMasterMk cId="0" sldId="2147483648"/>
            <pc:sldLayoutMk cId="3501676564" sldId="2147483694"/>
          </pc:sldLayoutMkLst>
          <pc:spChg chg="mod">
            <ac:chgData name="Khang Nguyễn Tấn Trần Minh" userId="c3808258-e92d-4bf9-b981-ea938a204001" providerId="ADAL" clId="{5B6F2BE7-3D84-4B5E-9065-D7CB14B9FA4B}" dt="2023-05-04T09:13:12.398" v="124" actId="6549"/>
            <ac:spMkLst>
              <pc:docMk/>
              <pc:sldMasterMk cId="0" sldId="2147483648"/>
              <pc:sldLayoutMk cId="3501676564" sldId="2147483694"/>
              <ac:spMk id="3"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5"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6" creationId="{00000000-0000-0000-0000-000000000000}"/>
            </ac:spMkLst>
          </pc:spChg>
          <pc:spChg chg="mod">
            <ac:chgData name="Khang Nguyễn Tấn Trần Minh" userId="c3808258-e92d-4bf9-b981-ea938a204001" providerId="ADAL" clId="{5B6F2BE7-3D84-4B5E-9065-D7CB14B9FA4B}" dt="2023-05-04T09:13:20.849" v="126" actId="6549"/>
            <ac:spMkLst>
              <pc:docMk/>
              <pc:sldMasterMk cId="0" sldId="2147483648"/>
              <pc:sldLayoutMk cId="3501676564" sldId="2147483694"/>
              <ac:spMk id="7" creationId="{D4EA549A-C581-4C37-B257-ACE55CAD4DF6}"/>
            </ac:spMkLst>
          </pc:spChg>
          <pc:spChg chg="mod">
            <ac:chgData name="Khang Nguyễn Tấn Trần Minh" userId="c3808258-e92d-4bf9-b981-ea938a204001" providerId="ADAL" clId="{5B6F2BE7-3D84-4B5E-9065-D7CB14B9FA4B}" dt="2023-05-04T09:13:16.288" v="125" actId="6549"/>
            <ac:spMkLst>
              <pc:docMk/>
              <pc:sldMasterMk cId="0" sldId="2147483648"/>
              <pc:sldLayoutMk cId="3501676564" sldId="2147483694"/>
              <ac:spMk id="9" creationId="{00016720-4FC2-4205-9886-7838EB044331}"/>
            </ac:spMkLst>
          </pc:spChg>
          <pc:spChg chg="mod">
            <ac:chgData name="Khang Nguyễn Tấn Trần Minh" userId="c3808258-e92d-4bf9-b981-ea938a204001" providerId="ADAL" clId="{5B6F2BE7-3D84-4B5E-9065-D7CB14B9FA4B}" dt="2023-05-04T09:13:25.123" v="127" actId="6549"/>
            <ac:spMkLst>
              <pc:docMk/>
              <pc:sldMasterMk cId="0" sldId="2147483648"/>
              <pc:sldLayoutMk cId="3501676564" sldId="2147483694"/>
              <ac:spMk id="10" creationId="{CE828636-495F-44E0-8340-BCE2B3F47166}"/>
            </ac:spMkLst>
          </pc:spChg>
        </pc:sldLayoutChg>
        <pc:sldLayoutChg chg="del">
          <pc:chgData name="Khang Nguyễn Tấn Trần Minh" userId="c3808258-e92d-4bf9-b981-ea938a204001" providerId="ADAL" clId="{5B6F2BE7-3D84-4B5E-9065-D7CB14B9FA4B}" dt="2023-05-04T09:02:55.679" v="32" actId="2696"/>
          <pc:sldLayoutMkLst>
            <pc:docMk/>
            <pc:sldMasterMk cId="0" sldId="2147483648"/>
            <pc:sldLayoutMk cId="2288862341" sldId="2147483695"/>
          </pc:sldLayoutMkLst>
        </pc:sldLayoutChg>
        <pc:sldLayoutChg chg="del">
          <pc:chgData name="Khang Nguyễn Tấn Trần Minh" userId="c3808258-e92d-4bf9-b981-ea938a204001" providerId="ADAL" clId="{5B6F2BE7-3D84-4B5E-9065-D7CB14B9FA4B}" dt="2023-05-04T09:02:55.743" v="33" actId="2696"/>
          <pc:sldLayoutMkLst>
            <pc:docMk/>
            <pc:sldMasterMk cId="0" sldId="2147483648"/>
            <pc:sldLayoutMk cId="1606610236" sldId="2147483696"/>
          </pc:sldLayoutMkLst>
        </pc:sldLayoutChg>
        <pc:sldLayoutChg chg="del">
          <pc:chgData name="Khang Nguyễn Tấn Trần Minh" userId="c3808258-e92d-4bf9-b981-ea938a204001" providerId="ADAL" clId="{5B6F2BE7-3D84-4B5E-9065-D7CB14B9FA4B}" dt="2023-05-04T09:02:55.553" v="29" actId="2696"/>
          <pc:sldLayoutMkLst>
            <pc:docMk/>
            <pc:sldMasterMk cId="0" sldId="2147483648"/>
            <pc:sldLayoutMk cId="3862741479" sldId="2147483697"/>
          </pc:sldLayoutMkLst>
        </pc:sldLayoutChg>
        <pc:sldLayoutChg chg="del">
          <pc:chgData name="Khang Nguyễn Tấn Trần Minh" userId="c3808258-e92d-4bf9-b981-ea938a204001" providerId="ADAL" clId="{5B6F2BE7-3D84-4B5E-9065-D7CB14B9FA4B}" dt="2023-05-04T09:02:55.586" v="30" actId="2696"/>
          <pc:sldLayoutMkLst>
            <pc:docMk/>
            <pc:sldMasterMk cId="0" sldId="2147483648"/>
            <pc:sldLayoutMk cId="2638193349" sldId="2147483698"/>
          </pc:sldLayoutMkLst>
        </pc:sldLayoutChg>
        <pc:sldLayoutChg chg="delSp modSp mod">
          <pc:chgData name="Khang Nguyễn Tấn Trần Minh" userId="c3808258-e92d-4bf9-b981-ea938a204001" providerId="ADAL" clId="{5B6F2BE7-3D84-4B5E-9065-D7CB14B9FA4B}" dt="2023-05-04T10:16:00.492" v="388" actId="6014"/>
          <pc:sldLayoutMkLst>
            <pc:docMk/>
            <pc:sldMasterMk cId="0" sldId="2147483648"/>
            <pc:sldLayoutMk cId="270909198" sldId="2147483699"/>
          </pc:sldLayoutMkLst>
          <pc:spChg chg="mod">
            <ac:chgData name="Khang Nguyễn Tấn Trần Minh" userId="c3808258-e92d-4bf9-b981-ea938a204001" providerId="ADAL" clId="{5B6F2BE7-3D84-4B5E-9065-D7CB14B9FA4B}" dt="2023-05-04T08:57:42.421" v="4" actId="207"/>
            <ac:spMkLst>
              <pc:docMk/>
              <pc:sldMasterMk cId="0" sldId="2147483648"/>
              <pc:sldLayoutMk cId="270909198" sldId="2147483699"/>
              <ac:spMk id="3"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4"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5" creationId="{00000000-0000-0000-0000-000000000000}"/>
            </ac:spMkLst>
          </pc:spChg>
        </pc:sldLayoutChg>
        <pc:sldLayoutChg chg="delSp modSp mod">
          <pc:chgData name="Khang Nguyễn Tấn Trần Minh" userId="c3808258-e92d-4bf9-b981-ea938a204001" providerId="ADAL" clId="{5B6F2BE7-3D84-4B5E-9065-D7CB14B9FA4B}" dt="2023-05-04T10:18:02.693" v="400" actId="6014"/>
          <pc:sldLayoutMkLst>
            <pc:docMk/>
            <pc:sldMasterMk cId="0" sldId="2147483648"/>
            <pc:sldLayoutMk cId="3077042037" sldId="2147483700"/>
          </pc:sldLayoutMkLst>
          <pc:spChg chg="mod">
            <ac:chgData name="Khang Nguyễn Tấn Trần Minh" userId="c3808258-e92d-4bf9-b981-ea938a204001" providerId="ADAL" clId="{5B6F2BE7-3D84-4B5E-9065-D7CB14B9FA4B}" dt="2023-05-04T09:01:49.180" v="25" actId="14100"/>
            <ac:spMkLst>
              <pc:docMk/>
              <pc:sldMasterMk cId="0" sldId="2147483648"/>
              <pc:sldLayoutMk cId="3077042037" sldId="2147483700"/>
              <ac:spMk id="3"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4"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5" creationId="{00000000-0000-0000-0000-000000000000}"/>
            </ac:spMkLst>
          </pc:spChg>
        </pc:sldLayoutChg>
        <pc:sldLayoutChg chg="delSp modSp mod">
          <pc:chgData name="Khang Nguyễn Tấn Trần Minh" userId="c3808258-e92d-4bf9-b981-ea938a204001" providerId="ADAL" clId="{5B6F2BE7-3D84-4B5E-9065-D7CB14B9FA4B}" dt="2023-05-04T10:19:46.579" v="410" actId="6014"/>
          <pc:sldLayoutMkLst>
            <pc:docMk/>
            <pc:sldMasterMk cId="0" sldId="2147483648"/>
            <pc:sldLayoutMk cId="2708040965" sldId="2147483701"/>
          </pc:sldLayoutMkLst>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3"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5"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6" creationId="{00000000-0000-0000-0000-000000000000}"/>
            </ac:spMkLst>
          </pc:spChg>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8" creationId="{96160E72-CB3B-4B35-B991-A52F0E9D9B5B}"/>
            </ac:spMkLst>
          </pc:spChg>
        </pc:sldLayoutChg>
        <pc:sldLayoutChg chg="delSp modSp mod">
          <pc:chgData name="Khang Nguyễn Tấn Trần Minh" userId="c3808258-e92d-4bf9-b981-ea938a204001" providerId="ADAL" clId="{5B6F2BE7-3D84-4B5E-9065-D7CB14B9FA4B}" dt="2023-05-04T10:22:04.838" v="425" actId="6014"/>
          <pc:sldLayoutMkLst>
            <pc:docMk/>
            <pc:sldMasterMk cId="0" sldId="2147483648"/>
            <pc:sldLayoutMk cId="1875669295" sldId="2147483702"/>
          </pc:sldLayoutMkLst>
          <pc:spChg chg="mod">
            <ac:chgData name="Khang Nguyễn Tấn Trần Minh" userId="c3808258-e92d-4bf9-b981-ea938a204001" providerId="ADAL" clId="{5B6F2BE7-3D84-4B5E-9065-D7CB14B9FA4B}" dt="2023-05-04T09:25:14.022" v="192" actId="6549"/>
            <ac:spMkLst>
              <pc:docMk/>
              <pc:sldMasterMk cId="0" sldId="2147483648"/>
              <pc:sldLayoutMk cId="1875669295" sldId="2147483702"/>
              <ac:spMk id="4"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5"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6" creationId="{00000000-0000-0000-0000-000000000000}"/>
            </ac:spMkLst>
          </pc:spChg>
          <pc:spChg chg="mod">
            <ac:chgData name="Khang Nguyễn Tấn Trần Minh" userId="c3808258-e92d-4bf9-b981-ea938a204001" providerId="ADAL" clId="{5B6F2BE7-3D84-4B5E-9065-D7CB14B9FA4B}" dt="2023-05-04T09:26:35.820" v="201" actId="14100"/>
            <ac:spMkLst>
              <pc:docMk/>
              <pc:sldMasterMk cId="0" sldId="2147483648"/>
              <pc:sldLayoutMk cId="1875669295" sldId="2147483702"/>
              <ac:spMk id="8" creationId="{B49A9FAE-4758-4C46-8541-F381798C5CD5}"/>
            </ac:spMkLst>
          </pc:spChg>
        </pc:sldLayoutChg>
        <pc:sldLayoutChg chg="delSp modSp mod">
          <pc:chgData name="Khang Nguyễn Tấn Trần Minh" userId="c3808258-e92d-4bf9-b981-ea938a204001" providerId="ADAL" clId="{5B6F2BE7-3D84-4B5E-9065-D7CB14B9FA4B}" dt="2023-05-04T10:22:10.162" v="426" actId="6014"/>
          <pc:sldLayoutMkLst>
            <pc:docMk/>
            <pc:sldMasterMk cId="0" sldId="2147483648"/>
            <pc:sldLayoutMk cId="2150584009" sldId="2147483703"/>
          </pc:sldLayoutMkLst>
          <pc:spChg chg="mod">
            <ac:chgData name="Khang Nguyễn Tấn Trần Minh" userId="c3808258-e92d-4bf9-b981-ea938a204001" providerId="ADAL" clId="{5B6F2BE7-3D84-4B5E-9065-D7CB14B9FA4B}" dt="2023-05-04T09:25:30.917" v="193" actId="6549"/>
            <ac:spMkLst>
              <pc:docMk/>
              <pc:sldMasterMk cId="0" sldId="2147483648"/>
              <pc:sldLayoutMk cId="2150584009" sldId="2147483703"/>
              <ac:spMk id="4"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5"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6" creationId="{00000000-0000-0000-0000-000000000000}"/>
            </ac:spMkLst>
          </pc:spChg>
          <pc:spChg chg="mod">
            <ac:chgData name="Khang Nguyễn Tấn Trần Minh" userId="c3808258-e92d-4bf9-b981-ea938a204001" providerId="ADAL" clId="{5B6F2BE7-3D84-4B5E-9065-D7CB14B9FA4B}" dt="2023-05-04T09:25:36.238" v="194" actId="6549"/>
            <ac:spMkLst>
              <pc:docMk/>
              <pc:sldMasterMk cId="0" sldId="2147483648"/>
              <pc:sldLayoutMk cId="2150584009" sldId="2147483703"/>
              <ac:spMk id="7" creationId="{41B544BE-4259-4202-9EEF-29A5F771B6E3}"/>
            </ac:spMkLst>
          </pc:spChg>
          <pc:spChg chg="mod">
            <ac:chgData name="Khang Nguyễn Tấn Trần Minh" userId="c3808258-e92d-4bf9-b981-ea938a204001" providerId="ADAL" clId="{5B6F2BE7-3D84-4B5E-9065-D7CB14B9FA4B}" dt="2023-05-04T09:26:41.778" v="202" actId="14100"/>
            <ac:spMkLst>
              <pc:docMk/>
              <pc:sldMasterMk cId="0" sldId="2147483648"/>
              <pc:sldLayoutMk cId="2150584009" sldId="2147483703"/>
              <ac:spMk id="8" creationId="{B49A9FAE-4758-4C46-8541-F381798C5CD5}"/>
            </ac:spMkLst>
          </pc:spChg>
        </pc:sldLayoutChg>
        <pc:sldLayoutChg chg="delSp modSp mod">
          <pc:chgData name="Khang Nguyễn Tấn Trần Minh" userId="c3808258-e92d-4bf9-b981-ea938a204001" providerId="ADAL" clId="{5B6F2BE7-3D84-4B5E-9065-D7CB14B9FA4B}" dt="2023-05-04T10:22:15.127" v="427" actId="6014"/>
          <pc:sldLayoutMkLst>
            <pc:docMk/>
            <pc:sldMasterMk cId="0" sldId="2147483648"/>
            <pc:sldLayoutMk cId="1469903849" sldId="2147483704"/>
          </pc:sldLayoutMkLst>
          <pc:spChg chg="mod">
            <ac:chgData name="Khang Nguyễn Tấn Trần Minh" userId="c3808258-e92d-4bf9-b981-ea938a204001" providerId="ADAL" clId="{5B6F2BE7-3D84-4B5E-9065-D7CB14B9FA4B}" dt="2023-05-04T09:26:14.825" v="199" actId="6549"/>
            <ac:spMkLst>
              <pc:docMk/>
              <pc:sldMasterMk cId="0" sldId="2147483648"/>
              <pc:sldLayoutMk cId="1469903849" sldId="2147483704"/>
              <ac:spMk id="4"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5"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6" creationId="{00000000-0000-0000-0000-000000000000}"/>
            </ac:spMkLst>
          </pc:spChg>
        </pc:sldLayoutChg>
        <pc:sldLayoutChg chg="delSp modSp mod">
          <pc:chgData name="Khang Nguyễn Tấn Trần Minh" userId="c3808258-e92d-4bf9-b981-ea938a204001" providerId="ADAL" clId="{5B6F2BE7-3D84-4B5E-9065-D7CB14B9FA4B}" dt="2023-05-04T10:22:20.387" v="428" actId="6014"/>
          <pc:sldLayoutMkLst>
            <pc:docMk/>
            <pc:sldMasterMk cId="0" sldId="2147483648"/>
            <pc:sldLayoutMk cId="3303610944" sldId="2147483705"/>
          </pc:sldLayoutMkLst>
          <pc:spChg chg="mod">
            <ac:chgData name="Khang Nguyễn Tấn Trần Minh" userId="c3808258-e92d-4bf9-b981-ea938a204001" providerId="ADAL" clId="{5B6F2BE7-3D84-4B5E-9065-D7CB14B9FA4B}" dt="2023-05-04T09:26:18.854" v="200" actId="6549"/>
            <ac:spMkLst>
              <pc:docMk/>
              <pc:sldMasterMk cId="0" sldId="2147483648"/>
              <pc:sldLayoutMk cId="3303610944" sldId="2147483705"/>
              <ac:spMk id="4"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5"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6" creationId="{00000000-0000-0000-0000-000000000000}"/>
            </ac:spMkLst>
          </pc:spChg>
        </pc:sldLayoutChg>
        <pc:sldLayoutChg chg="delSp modSp mod">
          <pc:chgData name="Khang Nguyễn Tấn Trần Minh" userId="c3808258-e92d-4bf9-b981-ea938a204001" providerId="ADAL" clId="{5B6F2BE7-3D84-4B5E-9065-D7CB14B9FA4B}" dt="2023-05-04T10:17:18.872" v="394" actId="6014"/>
          <pc:sldLayoutMkLst>
            <pc:docMk/>
            <pc:sldMasterMk cId="0" sldId="2147483648"/>
            <pc:sldLayoutMk cId="3414253750" sldId="2147483706"/>
          </pc:sldLayoutMkLst>
          <pc:spChg chg="mod">
            <ac:chgData name="Khang Nguyễn Tấn Trần Minh" userId="c3808258-e92d-4bf9-b981-ea938a204001" providerId="ADAL" clId="{5B6F2BE7-3D84-4B5E-9065-D7CB14B9FA4B}" dt="2023-05-04T09:00:56.677" v="20" actId="14100"/>
            <ac:spMkLst>
              <pc:docMk/>
              <pc:sldMasterMk cId="0" sldId="2147483648"/>
              <pc:sldLayoutMk cId="3414253750" sldId="2147483706"/>
              <ac:spMk id="3" creationId="{00000000-0000-0000-0000-000000000000}"/>
            </ac:spMkLst>
          </pc:spChg>
          <pc:spChg chg="mod">
            <ac:chgData name="Khang Nguyễn Tấn Trần Minh" userId="c3808258-e92d-4bf9-b981-ea938a204001" providerId="ADAL" clId="{5B6F2BE7-3D84-4B5E-9065-D7CB14B9FA4B}" dt="2023-05-04T09:00:51.976" v="19" actId="14100"/>
            <ac:spMkLst>
              <pc:docMk/>
              <pc:sldMasterMk cId="0" sldId="2147483648"/>
              <pc:sldLayoutMk cId="3414253750" sldId="2147483706"/>
              <ac:spMk id="4"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5"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6" creationId="{00000000-0000-0000-0000-000000000000}"/>
            </ac:spMkLst>
          </pc:spChg>
        </pc:sldLayoutChg>
        <pc:sldLayoutChg chg="delSp modSp mod">
          <pc:chgData name="Khang Nguyễn Tấn Trần Minh" userId="c3808258-e92d-4bf9-b981-ea938a204001" providerId="ADAL" clId="{5B6F2BE7-3D84-4B5E-9065-D7CB14B9FA4B}" dt="2023-05-04T10:18:14.407" v="402" actId="6014"/>
          <pc:sldLayoutMkLst>
            <pc:docMk/>
            <pc:sldMasterMk cId="0" sldId="2147483648"/>
            <pc:sldLayoutMk cId="2620237141" sldId="2147483707"/>
          </pc:sldLayoutMkLst>
          <pc:spChg chg="mod">
            <ac:chgData name="Khang Nguyễn Tấn Trần Minh" userId="c3808258-e92d-4bf9-b981-ea938a204001" providerId="ADAL" clId="{5B6F2BE7-3D84-4B5E-9065-D7CB14B9FA4B}" dt="2023-05-04T09:02:11.248" v="26" actId="14100"/>
            <ac:spMkLst>
              <pc:docMk/>
              <pc:sldMasterMk cId="0" sldId="2147483648"/>
              <pc:sldLayoutMk cId="2620237141" sldId="2147483707"/>
              <ac:spMk id="3"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4"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5" creationId="{00000000-0000-0000-0000-000000000000}"/>
            </ac:spMkLst>
          </pc:spChg>
          <pc:spChg chg="mod">
            <ac:chgData name="Khang Nguyễn Tấn Trần Minh" userId="c3808258-e92d-4bf9-b981-ea938a204001" providerId="ADAL" clId="{5B6F2BE7-3D84-4B5E-9065-D7CB14B9FA4B}" dt="2023-05-04T09:09:05.364" v="105" actId="255"/>
            <ac:spMkLst>
              <pc:docMk/>
              <pc:sldMasterMk cId="0" sldId="2147483648"/>
              <pc:sldLayoutMk cId="2620237141" sldId="2147483707"/>
              <ac:spMk id="6" creationId="{72215DFE-C786-4C03-A1F8-74645480087D}"/>
            </ac:spMkLst>
          </pc:spChg>
        </pc:sldLayoutChg>
        <pc:sldLayoutChg chg="delSp modSp mod">
          <pc:chgData name="Khang Nguyễn Tấn Trần Minh" userId="c3808258-e92d-4bf9-b981-ea938a204001" providerId="ADAL" clId="{5B6F2BE7-3D84-4B5E-9065-D7CB14B9FA4B}" dt="2023-05-04T10:17:34.714" v="396" actId="6014"/>
          <pc:sldLayoutMkLst>
            <pc:docMk/>
            <pc:sldMasterMk cId="0" sldId="2147483648"/>
            <pc:sldLayoutMk cId="963645740" sldId="2147483708"/>
          </pc:sldLayoutMkLst>
          <pc:spChg chg="mod">
            <ac:chgData name="Khang Nguyễn Tấn Trần Minh" userId="c3808258-e92d-4bf9-b981-ea938a204001" providerId="ADAL" clId="{5B6F2BE7-3D84-4B5E-9065-D7CB14B9FA4B}" dt="2023-05-04T09:04:20.427" v="34" actId="14100"/>
            <ac:spMkLst>
              <pc:docMk/>
              <pc:sldMasterMk cId="0" sldId="2147483648"/>
              <pc:sldLayoutMk cId="963645740" sldId="2147483708"/>
              <ac:spMk id="3" creationId="{00000000-0000-0000-0000-000000000000}"/>
            </ac:spMkLst>
          </pc:spChg>
          <pc:spChg chg="mod">
            <ac:chgData name="Khang Nguyễn Tấn Trần Minh" userId="c3808258-e92d-4bf9-b981-ea938a204001" providerId="ADAL" clId="{5B6F2BE7-3D84-4B5E-9065-D7CB14B9FA4B}" dt="2023-05-04T09:05:05.181" v="73" actId="1076"/>
            <ac:spMkLst>
              <pc:docMk/>
              <pc:sldMasterMk cId="0" sldId="2147483648"/>
              <pc:sldLayoutMk cId="963645740" sldId="2147483708"/>
              <ac:spMk id="4"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5"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6" creationId="{00000000-0000-0000-0000-000000000000}"/>
            </ac:spMkLst>
          </pc:spChg>
        </pc:sldLayoutChg>
        <pc:sldLayoutChg chg="del">
          <pc:chgData name="Khang Nguyễn Tấn Trần Minh" userId="c3808258-e92d-4bf9-b981-ea938a204001" providerId="ADAL" clId="{5B6F2BE7-3D84-4B5E-9065-D7CB14B9FA4B}" dt="2023-05-04T09:07:52.787" v="100" actId="2696"/>
          <pc:sldLayoutMkLst>
            <pc:docMk/>
            <pc:sldMasterMk cId="0" sldId="2147483648"/>
            <pc:sldLayoutMk cId="2528506823" sldId="2147483709"/>
          </pc:sldLayoutMkLst>
        </pc:sldLayoutChg>
        <pc:sldLayoutChg chg="delSp modSp mod">
          <pc:chgData name="Khang Nguyễn Tấn Trần Minh" userId="c3808258-e92d-4bf9-b981-ea938a204001" providerId="ADAL" clId="{5B6F2BE7-3D84-4B5E-9065-D7CB14B9FA4B}" dt="2023-05-04T10:19:56.793" v="412" actId="6014"/>
          <pc:sldLayoutMkLst>
            <pc:docMk/>
            <pc:sldMasterMk cId="0" sldId="2147483648"/>
            <pc:sldLayoutMk cId="418613066" sldId="2147483710"/>
          </pc:sldLayoutMkLst>
          <pc:spChg chg="mod">
            <ac:chgData name="Khang Nguyễn Tấn Trần Minh" userId="c3808258-e92d-4bf9-b981-ea938a204001" providerId="ADAL" clId="{5B6F2BE7-3D84-4B5E-9065-D7CB14B9FA4B}" dt="2023-05-04T09:07:19.807" v="98" actId="14100"/>
            <ac:spMkLst>
              <pc:docMk/>
              <pc:sldMasterMk cId="0" sldId="2147483648"/>
              <pc:sldLayoutMk cId="418613066" sldId="2147483710"/>
              <ac:spMk id="3"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5"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6" creationId="{00000000-0000-0000-0000-000000000000}"/>
            </ac:spMkLst>
          </pc:spChg>
          <pc:spChg chg="mod">
            <ac:chgData name="Khang Nguyễn Tấn Trần Minh" userId="c3808258-e92d-4bf9-b981-ea938a204001" providerId="ADAL" clId="{5B6F2BE7-3D84-4B5E-9065-D7CB14B9FA4B}" dt="2023-05-04T09:10:02.427" v="107" actId="255"/>
            <ac:spMkLst>
              <pc:docMk/>
              <pc:sldMasterMk cId="0" sldId="2147483648"/>
              <pc:sldLayoutMk cId="418613066" sldId="2147483710"/>
              <ac:spMk id="8" creationId="{96160E72-CB3B-4B35-B991-A52F0E9D9B5B}"/>
            </ac:spMkLst>
          </pc:spChg>
        </pc:sldLayoutChg>
        <pc:sldLayoutChg chg="addSp delSp modSp mod">
          <pc:chgData name="Khang Nguyễn Tấn Trần Minh" userId="c3808258-e92d-4bf9-b981-ea938a204001" providerId="ADAL" clId="{5B6F2BE7-3D84-4B5E-9065-D7CB14B9FA4B}" dt="2023-05-04T10:20:18.436" v="415" actId="6014"/>
          <pc:sldLayoutMkLst>
            <pc:docMk/>
            <pc:sldMasterMk cId="0" sldId="2147483648"/>
            <pc:sldLayoutMk cId="788554045" sldId="2147483711"/>
          </pc:sldLayoutMkLst>
          <pc:spChg chg="mod">
            <ac:chgData name="Khang Nguyễn Tấn Trần Minh" userId="c3808258-e92d-4bf9-b981-ea938a204001" providerId="ADAL" clId="{5B6F2BE7-3D84-4B5E-9065-D7CB14B9FA4B}" dt="2023-05-04T10:13:46.436" v="385" actId="14100"/>
            <ac:spMkLst>
              <pc:docMk/>
              <pc:sldMasterMk cId="0" sldId="2147483648"/>
              <pc:sldLayoutMk cId="788554045" sldId="2147483711"/>
              <ac:spMk id="3" creationId="{00000000-0000-0000-0000-000000000000}"/>
            </ac:spMkLst>
          </pc:spChg>
          <pc:spChg chg="add mod">
            <ac:chgData name="Khang Nguyễn Tấn Trần Minh" userId="c3808258-e92d-4bf9-b981-ea938a204001" providerId="ADAL" clId="{5B6F2BE7-3D84-4B5E-9065-D7CB14B9FA4B}" dt="2023-05-04T10:13:32.917" v="374"/>
            <ac:spMkLst>
              <pc:docMk/>
              <pc:sldMasterMk cId="0" sldId="2147483648"/>
              <pc:sldLayoutMk cId="788554045" sldId="2147483711"/>
              <ac:spMk id="4" creationId="{D4A4C1F9-81CD-D56F-EC94-62A54EC01336}"/>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5" creationId="{00000000-0000-0000-0000-000000000000}"/>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6" creationId="{00000000-0000-0000-0000-000000000000}"/>
            </ac:spMkLst>
          </pc:spChg>
          <pc:spChg chg="mod">
            <ac:chgData name="Khang Nguyễn Tấn Trần Minh" userId="c3808258-e92d-4bf9-b981-ea938a204001" providerId="ADAL" clId="{5B6F2BE7-3D84-4B5E-9065-D7CB14B9FA4B}" dt="2023-05-04T10:13:42.680" v="384" actId="1036"/>
            <ac:spMkLst>
              <pc:docMk/>
              <pc:sldMasterMk cId="0" sldId="2147483648"/>
              <pc:sldLayoutMk cId="788554045" sldId="2147483711"/>
              <ac:spMk id="8" creationId="{96160E72-CB3B-4B35-B991-A52F0E9D9B5B}"/>
            </ac:spMkLst>
          </pc:spChg>
        </pc:sldLayoutChg>
        <pc:sldLayoutChg chg="mod">
          <pc:chgData name="Khang Nguyễn Tấn Trần Minh" userId="c3808258-e92d-4bf9-b981-ea938a204001" providerId="ADAL" clId="{5B6F2BE7-3D84-4B5E-9065-D7CB14B9FA4B}" dt="2023-05-04T10:18:31.951" v="404" actId="6014"/>
          <pc:sldLayoutMkLst>
            <pc:docMk/>
            <pc:sldMasterMk cId="0" sldId="2147483648"/>
            <pc:sldLayoutMk cId="3901276885" sldId="2147483712"/>
          </pc:sldLayoutMkLst>
        </pc:sldLayoutChg>
        <pc:sldLayoutChg chg="modSp mod">
          <pc:chgData name="Khang Nguyễn Tấn Trần Minh" userId="c3808258-e92d-4bf9-b981-ea938a204001" providerId="ADAL" clId="{5B6F2BE7-3D84-4B5E-9065-D7CB14B9FA4B}" dt="2023-05-04T10:18:43.032" v="406" actId="6014"/>
          <pc:sldLayoutMkLst>
            <pc:docMk/>
            <pc:sldMasterMk cId="0" sldId="2147483648"/>
            <pc:sldLayoutMk cId="1285875025" sldId="2147483713"/>
          </pc:sldLayoutMkLst>
          <pc:spChg chg="mod">
            <ac:chgData name="Khang Nguyễn Tấn Trần Minh" userId="c3808258-e92d-4bf9-b981-ea938a204001" providerId="ADAL" clId="{5B6F2BE7-3D84-4B5E-9065-D7CB14B9FA4B}" dt="2023-05-04T09:22:29.071" v="184" actId="14100"/>
            <ac:spMkLst>
              <pc:docMk/>
              <pc:sldMasterMk cId="0" sldId="2147483648"/>
              <pc:sldLayoutMk cId="1285875025" sldId="2147483713"/>
              <ac:spMk id="3" creationId="{00000000-0000-0000-0000-000000000000}"/>
            </ac:spMkLst>
          </pc:spChg>
        </pc:sldLayoutChg>
        <pc:sldLayoutChg chg="modSp del">
          <pc:chgData name="Khang Nguyễn Tấn Trần Minh" userId="c3808258-e92d-4bf9-b981-ea938a204001" providerId="ADAL" clId="{5B6F2BE7-3D84-4B5E-9065-D7CB14B9FA4B}" dt="2023-05-04T09:50:44.848" v="331" actId="2696"/>
          <pc:sldLayoutMkLst>
            <pc:docMk/>
            <pc:sldMasterMk cId="0" sldId="2147483648"/>
            <pc:sldLayoutMk cId="3958690635" sldId="2147483714"/>
          </pc:sldLayoutMkLst>
          <pc:spChg chg="mod">
            <ac:chgData name="Khang Nguyễn Tấn Trần Minh" userId="c3808258-e92d-4bf9-b981-ea938a204001" providerId="ADAL" clId="{5B6F2BE7-3D84-4B5E-9065-D7CB14B9FA4B}" dt="2023-05-04T09:22:35.848" v="185" actId="14100"/>
            <ac:spMkLst>
              <pc:docMk/>
              <pc:sldMasterMk cId="0" sldId="2147483648"/>
              <pc:sldLayoutMk cId="3958690635" sldId="2147483714"/>
              <ac:spMk id="3" creationId="{00000000-0000-0000-0000-000000000000}"/>
            </ac:spMkLst>
          </pc:spChg>
        </pc:sldLayoutChg>
        <pc:sldLayoutChg chg="modSp mod">
          <pc:chgData name="Khang Nguyễn Tấn Trần Minh" userId="c3808258-e92d-4bf9-b981-ea938a204001" providerId="ADAL" clId="{5B6F2BE7-3D84-4B5E-9065-D7CB14B9FA4B}" dt="2023-05-04T10:19:06.187" v="408" actId="6014"/>
          <pc:sldLayoutMkLst>
            <pc:docMk/>
            <pc:sldMasterMk cId="0" sldId="2147483648"/>
            <pc:sldLayoutMk cId="2016639908" sldId="2147483715"/>
          </pc:sldLayoutMkLst>
          <pc:spChg chg="mod">
            <ac:chgData name="Khang Nguyễn Tấn Trần Minh" userId="c3808258-e92d-4bf9-b981-ea938a204001" providerId="ADAL" clId="{5B6F2BE7-3D84-4B5E-9065-D7CB14B9FA4B}" dt="2023-05-04T10:12:06.651" v="359" actId="14100"/>
            <ac:spMkLst>
              <pc:docMk/>
              <pc:sldMasterMk cId="0" sldId="2147483648"/>
              <pc:sldLayoutMk cId="2016639908" sldId="2147483715"/>
              <ac:spMk id="3" creationId="{00000000-0000-0000-0000-000000000000}"/>
            </ac:spMkLst>
          </pc:spChg>
        </pc:sldLayoutChg>
        <pc:sldLayoutChg chg="modSp mod">
          <pc:chgData name="Khang Nguyễn Tấn Trần Minh" userId="c3808258-e92d-4bf9-b981-ea938a204001" providerId="ADAL" clId="{5B6F2BE7-3D84-4B5E-9065-D7CB14B9FA4B}" dt="2023-05-04T10:16:40.744" v="391" actId="6014"/>
          <pc:sldLayoutMkLst>
            <pc:docMk/>
            <pc:sldMasterMk cId="0" sldId="2147483648"/>
            <pc:sldLayoutMk cId="1674919865" sldId="2147483717"/>
          </pc:sldLayoutMkLst>
          <pc:spChg chg="mod">
            <ac:chgData name="Khang Nguyễn Tấn Trần Minh" userId="c3808258-e92d-4bf9-b981-ea938a204001" providerId="ADAL" clId="{5B6F2BE7-3D84-4B5E-9065-D7CB14B9FA4B}" dt="2023-05-04T09:21:59.207" v="182" actId="14100"/>
            <ac:spMkLst>
              <pc:docMk/>
              <pc:sldMasterMk cId="0" sldId="2147483648"/>
              <pc:sldLayoutMk cId="1674919865" sldId="2147483717"/>
              <ac:spMk id="3" creationId="{ABE249C8-BF7A-4990-B3B9-274312BE8A3E}"/>
            </ac:spMkLst>
          </pc:spChg>
        </pc:sldLayoutChg>
        <pc:sldLayoutChg chg="mod">
          <pc:chgData name="Khang Nguyễn Tấn Trần Minh" userId="c3808258-e92d-4bf9-b981-ea938a204001" providerId="ADAL" clId="{5B6F2BE7-3D84-4B5E-9065-D7CB14B9FA4B}" dt="2023-05-04T10:20:57.359" v="418" actId="6014"/>
          <pc:sldLayoutMkLst>
            <pc:docMk/>
            <pc:sldMasterMk cId="0" sldId="2147483648"/>
            <pc:sldLayoutMk cId="3906246569" sldId="2147483718"/>
          </pc:sldLayoutMkLst>
        </pc:sldLayoutChg>
        <pc:sldLayoutChg chg="addSp modSp mod">
          <pc:chgData name="Khang Nguyễn Tấn Trần Minh" userId="c3808258-e92d-4bf9-b981-ea938a204001" providerId="ADAL" clId="{5B6F2BE7-3D84-4B5E-9065-D7CB14B9FA4B}" dt="2023-05-04T10:21:36.470" v="423" actId="6014"/>
          <pc:sldLayoutMkLst>
            <pc:docMk/>
            <pc:sldMasterMk cId="0" sldId="2147483648"/>
            <pc:sldLayoutMk cId="3613338590" sldId="2147483719"/>
          </pc:sldLayoutMkLst>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3" creationId="{00000000-0000-0000-0000-000000000000}"/>
            </ac:spMkLst>
          </pc:spChg>
          <pc:spChg chg="add mod">
            <ac:chgData name="Khang Nguyễn Tấn Trần Minh" userId="c3808258-e92d-4bf9-b981-ea938a204001" providerId="ADAL" clId="{5B6F2BE7-3D84-4B5E-9065-D7CB14B9FA4B}" dt="2023-05-04T09:24:38.185" v="189"/>
            <ac:spMkLst>
              <pc:docMk/>
              <pc:sldMasterMk cId="0" sldId="2147483648"/>
              <pc:sldLayoutMk cId="3613338590" sldId="2147483719"/>
              <ac:spMk id="4" creationId="{166FD81B-D664-FF76-F971-91B15C5A35D7}"/>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7" creationId="{1E586163-080C-4D92-9FF5-83B9A124C31B}"/>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8" creationId="{60879BDB-29CC-404E-9DCA-E89C7B9070DD}"/>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9" creationId="{2494B703-5983-4A4F-B197-D2C64EAA9F6A}"/>
            </ac:spMkLst>
          </pc:spChg>
        </pc:sldLayoutChg>
        <pc:sldLayoutChg chg="modSp mod">
          <pc:chgData name="Khang Nguyễn Tấn Trần Minh" userId="c3808258-e92d-4bf9-b981-ea938a204001" providerId="ADAL" clId="{5B6F2BE7-3D84-4B5E-9065-D7CB14B9FA4B}" dt="2023-05-04T09:30:53.117" v="240" actId="20577"/>
          <pc:sldLayoutMkLst>
            <pc:docMk/>
            <pc:sldMasterMk cId="0" sldId="2147483648"/>
            <pc:sldLayoutMk cId="2394464083" sldId="2147483720"/>
          </pc:sldLayoutMkLst>
          <pc:spChg chg="mod">
            <ac:chgData name="Khang Nguyễn Tấn Trần Minh" userId="c3808258-e92d-4bf9-b981-ea938a204001" providerId="ADAL" clId="{5B6F2BE7-3D84-4B5E-9065-D7CB14B9FA4B}" dt="2023-05-04T09:30:53.117" v="240" actId="20577"/>
            <ac:spMkLst>
              <pc:docMk/>
              <pc:sldMasterMk cId="0" sldId="2147483648"/>
              <pc:sldLayoutMk cId="2394464083" sldId="2147483720"/>
              <ac:spMk id="2" creationId="{00000000-0000-0000-0000-000000000000}"/>
            </ac:spMkLst>
          </pc:spChg>
        </pc:sldLayoutChg>
        <pc:sldLayoutChg chg="delSp modSp mod">
          <pc:chgData name="Khang Nguyễn Tấn Trần Minh" userId="c3808258-e92d-4bf9-b981-ea938a204001" providerId="ADAL" clId="{5B6F2BE7-3D84-4B5E-9065-D7CB14B9FA4B}" dt="2023-05-04T09:45:20.043" v="328" actId="6014"/>
          <pc:sldLayoutMkLst>
            <pc:docMk/>
            <pc:sldMasterMk cId="0" sldId="2147483648"/>
            <pc:sldLayoutMk cId="2009819241" sldId="2147483721"/>
          </pc:sldLayoutMkLst>
          <pc:spChg chg="del mod">
            <ac:chgData name="Khang Nguyễn Tấn Trần Minh" userId="c3808258-e92d-4bf9-b981-ea938a204001" providerId="ADAL" clId="{5B6F2BE7-3D84-4B5E-9065-D7CB14B9FA4B}" dt="2023-05-04T09:37:13.249" v="273" actId="478"/>
            <ac:spMkLst>
              <pc:docMk/>
              <pc:sldMasterMk cId="0" sldId="2147483648"/>
              <pc:sldLayoutMk cId="2009819241" sldId="2147483721"/>
              <ac:spMk id="7" creationId="{9C027E77-6012-42D7-99B0-1D322EEAFE5D}"/>
            </ac:spMkLst>
          </pc:spChg>
          <pc:spChg chg="mod">
            <ac:chgData name="Khang Nguyễn Tấn Trần Minh" userId="c3808258-e92d-4bf9-b981-ea938a204001" providerId="ADAL" clId="{5B6F2BE7-3D84-4B5E-9065-D7CB14B9FA4B}" dt="2023-05-04T09:38:19.317" v="287" actId="6549"/>
            <ac:spMkLst>
              <pc:docMk/>
              <pc:sldMasterMk cId="0" sldId="2147483648"/>
              <pc:sldLayoutMk cId="2009819241" sldId="2147483721"/>
              <ac:spMk id="8" creationId="{F597A347-30EE-4B72-93DA-C4CBE7049AF0}"/>
            </ac:spMkLst>
          </pc:spChg>
          <pc:spChg chg="mod">
            <ac:chgData name="Khang Nguyễn Tấn Trần Minh" userId="c3808258-e92d-4bf9-b981-ea938a204001" providerId="ADAL" clId="{5B6F2BE7-3D84-4B5E-9065-D7CB14B9FA4B}" dt="2023-05-04T09:38:22.364" v="288" actId="6549"/>
            <ac:spMkLst>
              <pc:docMk/>
              <pc:sldMasterMk cId="0" sldId="2147483648"/>
              <pc:sldLayoutMk cId="2009819241" sldId="2147483721"/>
              <ac:spMk id="9" creationId="{CCF626F4-8319-BB9A-3962-FB52D8DEB450}"/>
            </ac:spMkLst>
          </pc:spChg>
        </pc:sldLayoutChg>
        <pc:sldLayoutChg chg="modSp mod ord">
          <pc:chgData name="Khang Nguyễn Tấn Trần Minh" userId="c3808258-e92d-4bf9-b981-ea938a204001" providerId="ADAL" clId="{5B6F2BE7-3D84-4B5E-9065-D7CB14B9FA4B}" dt="2023-05-04T09:45:06.127" v="327" actId="6014"/>
          <pc:sldLayoutMkLst>
            <pc:docMk/>
            <pc:sldMasterMk cId="0" sldId="2147483648"/>
            <pc:sldLayoutMk cId="2030370261" sldId="2147483722"/>
          </pc:sldLayoutMkLst>
          <pc:spChg chg="mod">
            <ac:chgData name="Khang Nguyễn Tấn Trần Minh" userId="c3808258-e92d-4bf9-b981-ea938a204001" providerId="ADAL" clId="{5B6F2BE7-3D84-4B5E-9065-D7CB14B9FA4B}" dt="2023-05-04T09:39:57.428" v="322"/>
            <ac:spMkLst>
              <pc:docMk/>
              <pc:sldMasterMk cId="0" sldId="2147483648"/>
              <pc:sldLayoutMk cId="2030370261" sldId="2147483722"/>
              <ac:spMk id="3" creationId="{00000000-0000-0000-0000-000000000000}"/>
            </ac:spMkLst>
          </pc:spChg>
        </pc:sldLayoutChg>
        <pc:sldLayoutChg chg="mod">
          <pc:chgData name="Khang Nguyễn Tấn Trần Minh" userId="c3808258-e92d-4bf9-b981-ea938a204001" providerId="ADAL" clId="{5B6F2BE7-3D84-4B5E-9065-D7CB14B9FA4B}" dt="2023-05-04T09:45:38.183" v="329" actId="6014"/>
          <pc:sldLayoutMkLst>
            <pc:docMk/>
            <pc:sldMasterMk cId="0" sldId="2147483648"/>
            <pc:sldLayoutMk cId="999954831" sldId="2147483723"/>
          </pc:sldLayoutMkLst>
        </pc:sldLayoutChg>
        <pc:sldLayoutChg chg="addSp modSp mod">
          <pc:chgData name="Khang Nguyễn Tấn Trần Minh" userId="c3808258-e92d-4bf9-b981-ea938a204001" providerId="ADAL" clId="{5B6F2BE7-3D84-4B5E-9065-D7CB14B9FA4B}" dt="2023-05-04T10:16:06.564" v="389" actId="6014"/>
          <pc:sldLayoutMkLst>
            <pc:docMk/>
            <pc:sldMasterMk cId="0" sldId="2147483648"/>
            <pc:sldLayoutMk cId="1304103253" sldId="2147483724"/>
          </pc:sldLayoutMkLst>
          <pc:spChg chg="mod">
            <ac:chgData name="Khang Nguyễn Tấn Trần Minh" userId="c3808258-e92d-4bf9-b981-ea938a204001" providerId="ADAL" clId="{5B6F2BE7-3D84-4B5E-9065-D7CB14B9FA4B}" dt="2023-05-04T10:07:57.709" v="338" actId="14100"/>
            <ac:spMkLst>
              <pc:docMk/>
              <pc:sldMasterMk cId="0" sldId="2147483648"/>
              <pc:sldLayoutMk cId="1304103253" sldId="2147483724"/>
              <ac:spMk id="3" creationId="{00000000-0000-0000-0000-000000000000}"/>
            </ac:spMkLst>
          </pc:spChg>
          <pc:spChg chg="add mod">
            <ac:chgData name="Khang Nguyễn Tấn Trần Minh" userId="c3808258-e92d-4bf9-b981-ea938a204001" providerId="ADAL" clId="{5B6F2BE7-3D84-4B5E-9065-D7CB14B9FA4B}" dt="2023-05-04T10:07:52.843" v="337"/>
            <ac:spMkLst>
              <pc:docMk/>
              <pc:sldMasterMk cId="0" sldId="2147483648"/>
              <pc:sldLayoutMk cId="1304103253" sldId="2147483724"/>
              <ac:spMk id="4" creationId="{5204C06E-4BFD-7AE1-C5B0-925E1CA3A006}"/>
            </ac:spMkLst>
          </pc:spChg>
        </pc:sldLayoutChg>
        <pc:sldLayoutChg chg="addSp modSp mod">
          <pc:chgData name="Khang Nguyễn Tấn Trần Minh" userId="c3808258-e92d-4bf9-b981-ea938a204001" providerId="ADAL" clId="{5B6F2BE7-3D84-4B5E-9065-D7CB14B9FA4B}" dt="2023-05-04T10:15:53.318" v="387" actId="6014"/>
          <pc:sldLayoutMkLst>
            <pc:docMk/>
            <pc:sldMasterMk cId="0" sldId="2147483648"/>
            <pc:sldLayoutMk cId="1854227740" sldId="2147483725"/>
          </pc:sldLayoutMkLst>
          <pc:spChg chg="mod">
            <ac:chgData name="Khang Nguyễn Tấn Trần Minh" userId="c3808258-e92d-4bf9-b981-ea938a204001" providerId="ADAL" clId="{5B6F2BE7-3D84-4B5E-9065-D7CB14B9FA4B}" dt="2023-05-04T10:08:08.197" v="340" actId="14100"/>
            <ac:spMkLst>
              <pc:docMk/>
              <pc:sldMasterMk cId="0" sldId="2147483648"/>
              <pc:sldLayoutMk cId="1854227740" sldId="2147483725"/>
              <ac:spMk id="3" creationId="{00000000-0000-0000-0000-000000000000}"/>
            </ac:spMkLst>
          </pc:spChg>
          <pc:spChg chg="add mod">
            <ac:chgData name="Khang Nguyễn Tấn Trần Minh" userId="c3808258-e92d-4bf9-b981-ea938a204001" providerId="ADAL" clId="{5B6F2BE7-3D84-4B5E-9065-D7CB14B9FA4B}" dt="2023-05-04T10:08:03.554" v="339"/>
            <ac:spMkLst>
              <pc:docMk/>
              <pc:sldMasterMk cId="0" sldId="2147483648"/>
              <pc:sldLayoutMk cId="1854227740" sldId="2147483725"/>
              <ac:spMk id="4" creationId="{EC143EFF-2D7C-66B4-AFBA-F0B1D61C26BE}"/>
            </ac:spMkLst>
          </pc:spChg>
        </pc:sldLayoutChg>
        <pc:sldLayoutChg chg="addSp modSp mod">
          <pc:chgData name="Khang Nguyễn Tấn Trần Minh" userId="c3808258-e92d-4bf9-b981-ea938a204001" providerId="ADAL" clId="{5B6F2BE7-3D84-4B5E-9065-D7CB14B9FA4B}" dt="2023-05-04T10:16:35.852" v="390" actId="6014"/>
          <pc:sldLayoutMkLst>
            <pc:docMk/>
            <pc:sldMasterMk cId="0" sldId="2147483648"/>
            <pc:sldLayoutMk cId="3846093007" sldId="2147483726"/>
          </pc:sldLayoutMkLst>
          <pc:spChg chg="add mod">
            <ac:chgData name="Khang Nguyễn Tấn Trần Minh" userId="c3808258-e92d-4bf9-b981-ea938a204001" providerId="ADAL" clId="{5B6F2BE7-3D84-4B5E-9065-D7CB14B9FA4B}" dt="2023-05-04T10:08:20.782" v="341"/>
            <ac:spMkLst>
              <pc:docMk/>
              <pc:sldMasterMk cId="0" sldId="2147483648"/>
              <pc:sldLayoutMk cId="3846093007" sldId="2147483726"/>
              <ac:spMk id="2" creationId="{6A22855E-2136-B0AC-54BE-3BB2AF005D9A}"/>
            </ac:spMkLst>
          </pc:spChg>
          <pc:spChg chg="mod">
            <ac:chgData name="Khang Nguyễn Tấn Trần Minh" userId="c3808258-e92d-4bf9-b981-ea938a204001" providerId="ADAL" clId="{5B6F2BE7-3D84-4B5E-9065-D7CB14B9FA4B}" dt="2023-05-04T10:08:25.694" v="342" actId="14100"/>
            <ac:spMkLst>
              <pc:docMk/>
              <pc:sldMasterMk cId="0" sldId="2147483648"/>
              <pc:sldLayoutMk cId="3846093007" sldId="2147483726"/>
              <ac:spMk id="3" creationId="{ABE249C8-BF7A-4990-B3B9-274312BE8A3E}"/>
            </ac:spMkLst>
          </pc:spChg>
        </pc:sldLayoutChg>
        <pc:sldLayoutChg chg="addSp modSp mod">
          <pc:chgData name="Khang Nguyễn Tấn Trần Minh" userId="c3808258-e92d-4bf9-b981-ea938a204001" providerId="ADAL" clId="{5B6F2BE7-3D84-4B5E-9065-D7CB14B9FA4B}" dt="2023-05-04T10:17:13.026" v="393" actId="6014"/>
          <pc:sldLayoutMkLst>
            <pc:docMk/>
            <pc:sldMasterMk cId="0" sldId="2147483648"/>
            <pc:sldLayoutMk cId="2359938909" sldId="2147483727"/>
          </pc:sldLayoutMkLst>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3" creationId="{00000000-0000-0000-0000-000000000000}"/>
            </ac:spMkLst>
          </pc:spChg>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4" creationId="{00000000-0000-0000-0000-000000000000}"/>
            </ac:spMkLst>
          </pc:spChg>
          <pc:spChg chg="add mod">
            <ac:chgData name="Khang Nguyễn Tấn Trần Minh" userId="c3808258-e92d-4bf9-b981-ea938a204001" providerId="ADAL" clId="{5B6F2BE7-3D84-4B5E-9065-D7CB14B9FA4B}" dt="2023-05-04T10:08:59.100" v="343"/>
            <ac:spMkLst>
              <pc:docMk/>
              <pc:sldMasterMk cId="0" sldId="2147483648"/>
              <pc:sldLayoutMk cId="2359938909" sldId="2147483727"/>
              <ac:spMk id="5" creationId="{B16425CE-E883-3624-A5E7-4BF4CB536FFC}"/>
            </ac:spMkLst>
          </pc:spChg>
        </pc:sldLayoutChg>
        <pc:sldLayoutChg chg="addSp modSp add del mod">
          <pc:chgData name="Khang Nguyễn Tấn Trần Minh" userId="c3808258-e92d-4bf9-b981-ea938a204001" providerId="ADAL" clId="{5B6F2BE7-3D84-4B5E-9065-D7CB14B9FA4B}" dt="2023-05-04T10:17:39.046" v="398" actId="2696"/>
          <pc:sldLayoutMkLst>
            <pc:docMk/>
            <pc:sldMasterMk cId="0" sldId="2147483648"/>
            <pc:sldLayoutMk cId="989622958" sldId="2147483728"/>
          </pc:sldLayoutMkLst>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3" creationId="{00000000-0000-0000-0000-000000000000}"/>
            </ac:spMkLst>
          </pc:spChg>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4" creationId="{00000000-0000-0000-0000-000000000000}"/>
            </ac:spMkLst>
          </pc:spChg>
          <pc:spChg chg="add mod">
            <ac:chgData name="Khang Nguyễn Tấn Trần Minh" userId="c3808258-e92d-4bf9-b981-ea938a204001" providerId="ADAL" clId="{5B6F2BE7-3D84-4B5E-9065-D7CB14B9FA4B}" dt="2023-05-04T10:09:16.406" v="345"/>
            <ac:spMkLst>
              <pc:docMk/>
              <pc:sldMasterMk cId="0" sldId="2147483648"/>
              <pc:sldLayoutMk cId="989622958" sldId="2147483728"/>
              <ac:spMk id="5" creationId="{028212B4-9DFE-2A94-C8E6-5E7E3C27E079}"/>
            </ac:spMkLst>
          </pc:spChg>
        </pc:sldLayoutChg>
        <pc:sldLayoutChg chg="addSp modSp mod">
          <pc:chgData name="Khang Nguyễn Tấn Trần Minh" userId="c3808258-e92d-4bf9-b981-ea938a204001" providerId="ADAL" clId="{5B6F2BE7-3D84-4B5E-9065-D7CB14B9FA4B}" dt="2023-05-04T10:17:56.247" v="399" actId="6014"/>
          <pc:sldLayoutMkLst>
            <pc:docMk/>
            <pc:sldMasterMk cId="0" sldId="2147483648"/>
            <pc:sldLayoutMk cId="1373676361" sldId="2147483729"/>
          </pc:sldLayoutMkLst>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3" creationId="{00000000-0000-0000-0000-000000000000}"/>
            </ac:spMkLst>
          </pc:spChg>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4" creationId="{00000000-0000-0000-0000-000000000000}"/>
            </ac:spMkLst>
          </pc:spChg>
          <pc:spChg chg="add mod">
            <ac:chgData name="Khang Nguyễn Tấn Trần Minh" userId="c3808258-e92d-4bf9-b981-ea938a204001" providerId="ADAL" clId="{5B6F2BE7-3D84-4B5E-9065-D7CB14B9FA4B}" dt="2023-05-04T10:09:29.211" v="347"/>
            <ac:spMkLst>
              <pc:docMk/>
              <pc:sldMasterMk cId="0" sldId="2147483648"/>
              <pc:sldLayoutMk cId="1373676361" sldId="2147483729"/>
              <ac:spMk id="5" creationId="{797E723B-E223-C420-ED51-5B5A20516705}"/>
            </ac:spMkLst>
          </pc:spChg>
        </pc:sldLayoutChg>
        <pc:sldLayoutChg chg="addSp modSp mod">
          <pc:chgData name="Khang Nguyễn Tấn Trần Minh" userId="c3808258-e92d-4bf9-b981-ea938a204001" providerId="ADAL" clId="{5B6F2BE7-3D84-4B5E-9065-D7CB14B9FA4B}" dt="2023-05-04T10:18:08.196" v="401" actId="6014"/>
          <pc:sldLayoutMkLst>
            <pc:docMk/>
            <pc:sldMasterMk cId="0" sldId="2147483648"/>
            <pc:sldLayoutMk cId="516248891" sldId="2147483730"/>
          </pc:sldLayoutMkLst>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3" creationId="{00000000-0000-0000-0000-000000000000}"/>
            </ac:spMkLst>
          </pc:spChg>
          <pc:spChg chg="add mod">
            <ac:chgData name="Khang Nguyễn Tấn Trần Minh" userId="c3808258-e92d-4bf9-b981-ea938a204001" providerId="ADAL" clId="{5B6F2BE7-3D84-4B5E-9065-D7CB14B9FA4B}" dt="2023-05-04T10:09:40.148" v="349"/>
            <ac:spMkLst>
              <pc:docMk/>
              <pc:sldMasterMk cId="0" sldId="2147483648"/>
              <pc:sldLayoutMk cId="516248891" sldId="2147483730"/>
              <ac:spMk id="4" creationId="{BCC583C3-4424-7F8E-3E7B-CA6ADF0427B0}"/>
            </ac:spMkLst>
          </pc:spChg>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6" creationId="{72215DFE-C786-4C03-A1F8-74645480087D}"/>
            </ac:spMkLst>
          </pc:spChg>
        </pc:sldLayoutChg>
        <pc:sldLayoutChg chg="addSp modSp mod">
          <pc:chgData name="Khang Nguyễn Tấn Trần Minh" userId="c3808258-e92d-4bf9-b981-ea938a204001" providerId="ADAL" clId="{5B6F2BE7-3D84-4B5E-9065-D7CB14B9FA4B}" dt="2023-05-04T10:18:24.980" v="403" actId="6014"/>
          <pc:sldLayoutMkLst>
            <pc:docMk/>
            <pc:sldMasterMk cId="0" sldId="2147483648"/>
            <pc:sldLayoutMk cId="5163302" sldId="2147483731"/>
          </pc:sldLayoutMkLst>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3" creationId="{00000000-0000-0000-0000-000000000000}"/>
            </ac:spMkLst>
          </pc:spChg>
          <pc:spChg chg="add mod">
            <ac:chgData name="Khang Nguyễn Tấn Trần Minh" userId="c3808258-e92d-4bf9-b981-ea938a204001" providerId="ADAL" clId="{5B6F2BE7-3D84-4B5E-9065-D7CB14B9FA4B}" dt="2023-05-04T10:09:49.531" v="351"/>
            <ac:spMkLst>
              <pc:docMk/>
              <pc:sldMasterMk cId="0" sldId="2147483648"/>
              <pc:sldLayoutMk cId="5163302" sldId="2147483731"/>
              <ac:spMk id="4" creationId="{55D3D54F-B6A2-F83D-2883-0F1C5B49BCD4}"/>
            </ac:spMkLst>
          </pc:spChg>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6" creationId="{72215DFE-C786-4C03-A1F8-74645480087D}"/>
            </ac:spMkLst>
          </pc:spChg>
        </pc:sldLayoutChg>
        <pc:sldLayoutChg chg="addSp modSp mod">
          <pc:chgData name="Khang Nguyễn Tấn Trần Minh" userId="c3808258-e92d-4bf9-b981-ea938a204001" providerId="ADAL" clId="{5B6F2BE7-3D84-4B5E-9065-D7CB14B9FA4B}" dt="2023-05-04T10:18:37.136" v="405" actId="6014"/>
          <pc:sldLayoutMkLst>
            <pc:docMk/>
            <pc:sldMasterMk cId="0" sldId="2147483648"/>
            <pc:sldLayoutMk cId="377557769" sldId="2147483732"/>
          </pc:sldLayoutMkLst>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4" creationId="{00000000-0000-0000-0000-000000000000}"/>
            </ac:spMkLst>
          </pc:spChg>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6" creationId="{00000000-0000-0000-0000-000000000000}"/>
            </ac:spMkLst>
          </pc:spChg>
          <pc:spChg chg="add mod">
            <ac:chgData name="Khang Nguyễn Tấn Trần Minh" userId="c3808258-e92d-4bf9-b981-ea938a204001" providerId="ADAL" clId="{5B6F2BE7-3D84-4B5E-9065-D7CB14B9FA4B}" dt="2023-05-04T10:11:23.731" v="353"/>
            <ac:spMkLst>
              <pc:docMk/>
              <pc:sldMasterMk cId="0" sldId="2147483648"/>
              <pc:sldLayoutMk cId="377557769" sldId="2147483732"/>
              <ac:spMk id="7" creationId="{895A939C-68D5-2DF8-CDA1-EB138EB7C0CD}"/>
            </ac:spMkLst>
          </pc:spChg>
        </pc:sldLayoutChg>
        <pc:sldLayoutChg chg="addSp modSp mod">
          <pc:chgData name="Khang Nguyễn Tấn Trần Minh" userId="c3808258-e92d-4bf9-b981-ea938a204001" providerId="ADAL" clId="{5B6F2BE7-3D84-4B5E-9065-D7CB14B9FA4B}" dt="2023-05-04T10:18:49.210" v="407" actId="6014"/>
          <pc:sldLayoutMkLst>
            <pc:docMk/>
            <pc:sldMasterMk cId="0" sldId="2147483648"/>
            <pc:sldLayoutMk cId="1496161169" sldId="2147483733"/>
          </pc:sldLayoutMkLst>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4" creationId="{00000000-0000-0000-0000-000000000000}"/>
            </ac:spMkLst>
          </pc:spChg>
          <pc:spChg chg="add mod">
            <ac:chgData name="Khang Nguyễn Tấn Trần Minh" userId="c3808258-e92d-4bf9-b981-ea938a204001" providerId="ADAL" clId="{5B6F2BE7-3D84-4B5E-9065-D7CB14B9FA4B}" dt="2023-05-04T10:11:37.160" v="355"/>
            <ac:spMkLst>
              <pc:docMk/>
              <pc:sldMasterMk cId="0" sldId="2147483648"/>
              <pc:sldLayoutMk cId="1496161169" sldId="2147483733"/>
              <ac:spMk id="5" creationId="{E44EB4D9-43E9-2D6E-F53C-2767330A2DF4}"/>
            </ac:spMkLst>
          </pc:spChg>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6" creationId="{00000000-0000-0000-0000-000000000000}"/>
            </ac:spMkLst>
          </pc:spChg>
        </pc:sldLayoutChg>
        <pc:sldLayoutChg chg="addSp modSp mod">
          <pc:chgData name="Khang Nguyễn Tấn Trần Minh" userId="c3808258-e92d-4bf9-b981-ea938a204001" providerId="ADAL" clId="{5B6F2BE7-3D84-4B5E-9065-D7CB14B9FA4B}" dt="2023-05-04T10:19:11.973" v="409" actId="6014"/>
          <pc:sldLayoutMkLst>
            <pc:docMk/>
            <pc:sldMasterMk cId="0" sldId="2147483648"/>
            <pc:sldLayoutMk cId="3721317589" sldId="2147483734"/>
          </pc:sldLayoutMkLst>
          <pc:spChg chg="mod">
            <ac:chgData name="Khang Nguyễn Tấn Trần Minh" userId="c3808258-e92d-4bf9-b981-ea938a204001" providerId="ADAL" clId="{5B6F2BE7-3D84-4B5E-9065-D7CB14B9FA4B}" dt="2023-05-04T10:12:12.144" v="360" actId="14100"/>
            <ac:spMkLst>
              <pc:docMk/>
              <pc:sldMasterMk cId="0" sldId="2147483648"/>
              <pc:sldLayoutMk cId="3721317589" sldId="2147483734"/>
              <ac:spMk id="3" creationId="{00000000-0000-0000-0000-000000000000}"/>
            </ac:spMkLst>
          </pc:spChg>
          <pc:spChg chg="mod">
            <ac:chgData name="Khang Nguyễn Tấn Trần Minh" userId="c3808258-e92d-4bf9-b981-ea938a204001" providerId="ADAL" clId="{5B6F2BE7-3D84-4B5E-9065-D7CB14B9FA4B}" dt="2023-05-04T10:11:57.238" v="358" actId="14100"/>
            <ac:spMkLst>
              <pc:docMk/>
              <pc:sldMasterMk cId="0" sldId="2147483648"/>
              <pc:sldLayoutMk cId="3721317589" sldId="2147483734"/>
              <ac:spMk id="4" creationId="{00000000-0000-0000-0000-000000000000}"/>
            </ac:spMkLst>
          </pc:spChg>
          <pc:spChg chg="add mod">
            <ac:chgData name="Khang Nguyễn Tấn Trần Minh" userId="c3808258-e92d-4bf9-b981-ea938a204001" providerId="ADAL" clId="{5B6F2BE7-3D84-4B5E-9065-D7CB14B9FA4B}" dt="2023-05-04T10:11:51.157" v="357"/>
            <ac:spMkLst>
              <pc:docMk/>
              <pc:sldMasterMk cId="0" sldId="2147483648"/>
              <pc:sldLayoutMk cId="3721317589" sldId="2147483734"/>
              <ac:spMk id="5" creationId="{10B9B77A-A705-2B88-D26C-888E54B9A2A2}"/>
            </ac:spMkLst>
          </pc:spChg>
        </pc:sldLayoutChg>
        <pc:sldLayoutChg chg="addSp modSp mod">
          <pc:chgData name="Khang Nguyễn Tấn Trần Minh" userId="c3808258-e92d-4bf9-b981-ea938a204001" providerId="ADAL" clId="{5B6F2BE7-3D84-4B5E-9065-D7CB14B9FA4B}" dt="2023-05-04T10:19:51.292" v="411" actId="6014"/>
          <pc:sldLayoutMkLst>
            <pc:docMk/>
            <pc:sldMasterMk cId="0" sldId="2147483648"/>
            <pc:sldLayoutMk cId="1729188282" sldId="2147483735"/>
          </pc:sldLayoutMkLst>
          <pc:spChg chg="mod">
            <ac:chgData name="Khang Nguyễn Tấn Trần Minh" userId="c3808258-e92d-4bf9-b981-ea938a204001" providerId="ADAL" clId="{5B6F2BE7-3D84-4B5E-9065-D7CB14B9FA4B}" dt="2023-05-04T10:12:43.273" v="362" actId="14100"/>
            <ac:spMkLst>
              <pc:docMk/>
              <pc:sldMasterMk cId="0" sldId="2147483648"/>
              <pc:sldLayoutMk cId="1729188282" sldId="2147483735"/>
              <ac:spMk id="3" creationId="{00000000-0000-0000-0000-000000000000}"/>
            </ac:spMkLst>
          </pc:spChg>
          <pc:spChg chg="add mod">
            <ac:chgData name="Khang Nguyễn Tấn Trần Minh" userId="c3808258-e92d-4bf9-b981-ea938a204001" providerId="ADAL" clId="{5B6F2BE7-3D84-4B5E-9065-D7CB14B9FA4B}" dt="2023-05-04T10:12:23.710" v="361"/>
            <ac:spMkLst>
              <pc:docMk/>
              <pc:sldMasterMk cId="0" sldId="2147483648"/>
              <pc:sldLayoutMk cId="1729188282" sldId="2147483735"/>
              <ac:spMk id="4" creationId="{57311796-72DC-4BB7-31C2-CB4F68F76B24}"/>
            </ac:spMkLst>
          </pc:spChg>
          <pc:spChg chg="mod">
            <ac:chgData name="Khang Nguyễn Tấn Trần Minh" userId="c3808258-e92d-4bf9-b981-ea938a204001" providerId="ADAL" clId="{5B6F2BE7-3D84-4B5E-9065-D7CB14B9FA4B}" dt="2023-05-04T10:13:11.577" v="371" actId="1036"/>
            <ac:spMkLst>
              <pc:docMk/>
              <pc:sldMasterMk cId="0" sldId="2147483648"/>
              <pc:sldLayoutMk cId="1729188282" sldId="2147483735"/>
              <ac:spMk id="8" creationId="{96160E72-CB3B-4B35-B991-A52F0E9D9B5B}"/>
            </ac:spMkLst>
          </pc:spChg>
        </pc:sldLayoutChg>
        <pc:sldLayoutChg chg="addSp modSp mod">
          <pc:chgData name="Khang Nguyễn Tấn Trần Minh" userId="c3808258-e92d-4bf9-b981-ea938a204001" providerId="ADAL" clId="{5B6F2BE7-3D84-4B5E-9065-D7CB14B9FA4B}" dt="2023-05-04T10:20:02.157" v="413" actId="6014"/>
          <pc:sldLayoutMkLst>
            <pc:docMk/>
            <pc:sldMasterMk cId="0" sldId="2147483648"/>
            <pc:sldLayoutMk cId="1795428293" sldId="2147483736"/>
          </pc:sldLayoutMkLst>
          <pc:spChg chg="add mod">
            <ac:chgData name="Khang Nguyễn Tấn Trần Minh" userId="c3808258-e92d-4bf9-b981-ea938a204001" providerId="ADAL" clId="{5B6F2BE7-3D84-4B5E-9065-D7CB14B9FA4B}" dt="2023-05-04T10:13:22.678" v="372"/>
            <ac:spMkLst>
              <pc:docMk/>
              <pc:sldMasterMk cId="0" sldId="2147483648"/>
              <pc:sldLayoutMk cId="1795428293" sldId="2147483736"/>
              <ac:spMk id="4" creationId="{DD504C8E-CD1E-7326-602A-6498C81631E4}"/>
            </ac:spMkLst>
          </pc:spChg>
          <pc:spChg chg="mod">
            <ac:chgData name="Khang Nguyễn Tấn Trần Minh" userId="c3808258-e92d-4bf9-b981-ea938a204001" providerId="ADAL" clId="{5B6F2BE7-3D84-4B5E-9065-D7CB14B9FA4B}" dt="2023-05-04T10:13:26.778" v="373" actId="14100"/>
            <ac:spMkLst>
              <pc:docMk/>
              <pc:sldMasterMk cId="0" sldId="2147483648"/>
              <pc:sldLayoutMk cId="1795428293" sldId="2147483736"/>
              <ac:spMk id="8" creationId="{96160E72-CB3B-4B35-B991-A52F0E9D9B5B}"/>
            </ac:spMkLst>
          </pc:spChg>
        </pc:sldLayoutChg>
        <pc:sldLayoutChg chg="mod ord">
          <pc:chgData name="Khang Nguyễn Tấn Trần Minh" userId="c3808258-e92d-4bf9-b981-ea938a204001" providerId="ADAL" clId="{5B6F2BE7-3D84-4B5E-9065-D7CB14B9FA4B}" dt="2023-05-04T10:20:10.002" v="414" actId="6014"/>
          <pc:sldLayoutMkLst>
            <pc:docMk/>
            <pc:sldMasterMk cId="0" sldId="2147483648"/>
            <pc:sldLayoutMk cId="4019919018" sldId="2147483737"/>
          </pc:sldLayoutMkLst>
        </pc:sldLayoutChg>
      </pc:sldMasterChg>
    </pc:docChg>
  </pc:docChgLst>
  <pc:docChgLst>
    <pc:chgData name="Khang Nguyen" userId="d78365940f7d9640" providerId="LiveId" clId="{35C7E309-74D5-4C22-9983-7CE5420B7F7D}"/>
    <pc:docChg chg="custSel addSld delSld modSld modMainMaster">
      <pc:chgData name="Khang Nguyen" userId="d78365940f7d9640" providerId="LiveId" clId="{35C7E309-74D5-4C22-9983-7CE5420B7F7D}" dt="2024-06-21T01:53:09.793" v="122" actId="478"/>
      <pc:docMkLst>
        <pc:docMk/>
      </pc:docMkLst>
      <pc:sldChg chg="modSp del mod">
        <pc:chgData name="Khang Nguyen" userId="d78365940f7d9640" providerId="LiveId" clId="{35C7E309-74D5-4C22-9983-7CE5420B7F7D}" dt="2024-06-04T08:12:40.184" v="14" actId="47"/>
        <pc:sldMkLst>
          <pc:docMk/>
          <pc:sldMk cId="2513082708" sldId="329"/>
        </pc:sldMkLst>
        <pc:spChg chg="mod">
          <ac:chgData name="Khang Nguyen" userId="d78365940f7d9640" providerId="LiveId" clId="{35C7E309-74D5-4C22-9983-7CE5420B7F7D}" dt="2024-06-04T08:11:24.893" v="10" actId="6549"/>
          <ac:spMkLst>
            <pc:docMk/>
            <pc:sldMk cId="2513082708" sldId="329"/>
            <ac:spMk id="2" creationId="{A2F805E7-BCE4-FAEE-98DF-55D674334D43}"/>
          </ac:spMkLst>
        </pc:spChg>
      </pc:sldChg>
      <pc:sldChg chg="del">
        <pc:chgData name="Khang Nguyen" userId="d78365940f7d9640" providerId="LiveId" clId="{35C7E309-74D5-4C22-9983-7CE5420B7F7D}" dt="2024-05-25T02:42:20.210" v="2" actId="47"/>
        <pc:sldMkLst>
          <pc:docMk/>
          <pc:sldMk cId="3634581261" sldId="331"/>
        </pc:sldMkLst>
      </pc:sldChg>
      <pc:sldChg chg="del">
        <pc:chgData name="Khang Nguyen" userId="d78365940f7d9640" providerId="LiveId" clId="{35C7E309-74D5-4C22-9983-7CE5420B7F7D}" dt="2024-05-25T02:42:20.210" v="2" actId="47"/>
        <pc:sldMkLst>
          <pc:docMk/>
          <pc:sldMk cId="3811616199" sldId="333"/>
        </pc:sldMkLst>
      </pc:sldChg>
      <pc:sldChg chg="del">
        <pc:chgData name="Khang Nguyen" userId="d78365940f7d9640" providerId="LiveId" clId="{35C7E309-74D5-4C22-9983-7CE5420B7F7D}" dt="2024-05-25T02:42:20.210" v="2" actId="47"/>
        <pc:sldMkLst>
          <pc:docMk/>
          <pc:sldMk cId="1418652103" sldId="334"/>
        </pc:sldMkLst>
      </pc:sldChg>
      <pc:sldChg chg="del">
        <pc:chgData name="Khang Nguyen" userId="d78365940f7d9640" providerId="LiveId" clId="{35C7E309-74D5-4C22-9983-7CE5420B7F7D}" dt="2024-05-25T02:42:20.210" v="2" actId="47"/>
        <pc:sldMkLst>
          <pc:docMk/>
          <pc:sldMk cId="1389685829" sldId="335"/>
        </pc:sldMkLst>
      </pc:sldChg>
      <pc:sldChg chg="del">
        <pc:chgData name="Khang Nguyen" userId="d78365940f7d9640" providerId="LiveId" clId="{35C7E309-74D5-4C22-9983-7CE5420B7F7D}" dt="2024-05-25T02:42:20.210" v="2" actId="47"/>
        <pc:sldMkLst>
          <pc:docMk/>
          <pc:sldMk cId="3787785886" sldId="336"/>
        </pc:sldMkLst>
      </pc:sldChg>
      <pc:sldChg chg="add del">
        <pc:chgData name="Khang Nguyen" userId="d78365940f7d9640" providerId="LiveId" clId="{35C7E309-74D5-4C22-9983-7CE5420B7F7D}" dt="2024-06-04T08:12:14.967" v="12" actId="47"/>
        <pc:sldMkLst>
          <pc:docMk/>
          <pc:sldMk cId="1584680975" sldId="1580"/>
        </pc:sldMkLst>
      </pc:sldChg>
      <pc:sldChg chg="addSp delSp modSp new mod modClrScheme chgLayout">
        <pc:chgData name="Khang Nguyen" userId="d78365940f7d9640" providerId="LiveId" clId="{35C7E309-74D5-4C22-9983-7CE5420B7F7D}" dt="2024-05-25T02:42:34.974" v="8" actId="700"/>
        <pc:sldMkLst>
          <pc:docMk/>
          <pc:sldMk cId="1962140461" sldId="1581"/>
        </pc:sldMkLst>
        <pc:spChg chg="del mod ord">
          <ac:chgData name="Khang Nguyen" userId="d78365940f7d9640" providerId="LiveId" clId="{35C7E309-74D5-4C22-9983-7CE5420B7F7D}" dt="2024-05-25T02:42:34.974" v="8" actId="700"/>
          <ac:spMkLst>
            <pc:docMk/>
            <pc:sldMk cId="1962140461" sldId="1581"/>
            <ac:spMk id="2" creationId="{AF3926FB-7950-6127-9C64-05F2C70A6C2B}"/>
          </ac:spMkLst>
        </pc:spChg>
        <pc:spChg chg="del mod ord">
          <ac:chgData name="Khang Nguyen" userId="d78365940f7d9640" providerId="LiveId" clId="{35C7E309-74D5-4C22-9983-7CE5420B7F7D}" dt="2024-05-25T02:42:34.974" v="8" actId="700"/>
          <ac:spMkLst>
            <pc:docMk/>
            <pc:sldMk cId="1962140461" sldId="1581"/>
            <ac:spMk id="3" creationId="{FA452EDE-A417-AEF2-1A42-9C7E3211F7DA}"/>
          </ac:spMkLst>
        </pc:spChg>
        <pc:spChg chg="del">
          <ac:chgData name="Khang Nguyen" userId="d78365940f7d9640" providerId="LiveId" clId="{35C7E309-74D5-4C22-9983-7CE5420B7F7D}" dt="2024-05-25T02:42:34.974" v="8" actId="700"/>
          <ac:spMkLst>
            <pc:docMk/>
            <pc:sldMk cId="1962140461" sldId="1581"/>
            <ac:spMk id="4" creationId="{F8C8C6BB-043E-7E16-8333-6EB049B7879B}"/>
          </ac:spMkLst>
        </pc:spChg>
        <pc:spChg chg="add mod ord">
          <ac:chgData name="Khang Nguyen" userId="d78365940f7d9640" providerId="LiveId" clId="{35C7E309-74D5-4C22-9983-7CE5420B7F7D}" dt="2024-05-25T02:42:34.974" v="8" actId="700"/>
          <ac:spMkLst>
            <pc:docMk/>
            <pc:sldMk cId="1962140461" sldId="1581"/>
            <ac:spMk id="5" creationId="{1F4EDFB0-8C63-F6A5-A7FB-BF92440C092C}"/>
          </ac:spMkLst>
        </pc:spChg>
        <pc:spChg chg="add mod ord">
          <ac:chgData name="Khang Nguyen" userId="d78365940f7d9640" providerId="LiveId" clId="{35C7E309-74D5-4C22-9983-7CE5420B7F7D}" dt="2024-05-25T02:42:34.974" v="8" actId="700"/>
          <ac:spMkLst>
            <pc:docMk/>
            <pc:sldMk cId="1962140461" sldId="1581"/>
            <ac:spMk id="6" creationId="{47A35324-87C7-D6C1-63D7-3755FEAFA1E0}"/>
          </ac:spMkLst>
        </pc:spChg>
      </pc:sldChg>
      <pc:sldChg chg="modSp add mod">
        <pc:chgData name="Khang Nguyen" userId="d78365940f7d9640" providerId="LiveId" clId="{35C7E309-74D5-4C22-9983-7CE5420B7F7D}" dt="2024-06-11T02:56:01.714" v="121" actId="207"/>
        <pc:sldMkLst>
          <pc:docMk/>
          <pc:sldMk cId="689292315" sldId="1685"/>
        </pc:sldMkLst>
        <pc:spChg chg="mod">
          <ac:chgData name="Khang Nguyen" userId="d78365940f7d9640" providerId="LiveId" clId="{35C7E309-74D5-4C22-9983-7CE5420B7F7D}" dt="2024-06-11T02:54:40.880" v="47" actId="207"/>
          <ac:spMkLst>
            <pc:docMk/>
            <pc:sldMk cId="689292315" sldId="1685"/>
            <ac:spMk id="2" creationId="{AB12137B-A093-1901-CF92-D46190AC2D12}"/>
          </ac:spMkLst>
        </pc:spChg>
        <pc:spChg chg="mod">
          <ac:chgData name="Khang Nguyen" userId="d78365940f7d9640" providerId="LiveId" clId="{35C7E309-74D5-4C22-9983-7CE5420B7F7D}" dt="2024-06-04T08:12:42.689" v="15" actId="6549"/>
          <ac:spMkLst>
            <pc:docMk/>
            <pc:sldMk cId="689292315" sldId="1685"/>
            <ac:spMk id="3" creationId="{BBCCE99F-98AE-48D4-96DD-B4149671A560}"/>
          </ac:spMkLst>
        </pc:spChg>
        <pc:spChg chg="mod">
          <ac:chgData name="Khang Nguyen" userId="d78365940f7d9640" providerId="LiveId" clId="{35C7E309-74D5-4C22-9983-7CE5420B7F7D}" dt="2024-06-11T02:56:01.714" v="121" actId="207"/>
          <ac:spMkLst>
            <pc:docMk/>
            <pc:sldMk cId="689292315" sldId="1685"/>
            <ac:spMk id="5" creationId="{3CEF2D3F-9DF7-4E24-9981-359DB558E96B}"/>
          </ac:spMkLst>
        </pc:spChg>
      </pc:sldChg>
      <pc:sldChg chg="add">
        <pc:chgData name="Khang Nguyen" userId="d78365940f7d9640" providerId="LiveId" clId="{35C7E309-74D5-4C22-9983-7CE5420B7F7D}" dt="2024-06-04T08:12:12.864" v="11"/>
        <pc:sldMkLst>
          <pc:docMk/>
          <pc:sldMk cId="2729217778" sldId="1960"/>
        </pc:sldMkLst>
      </pc:sldChg>
      <pc:sldMasterChg chg="modSp modSldLayout">
        <pc:chgData name="Khang Nguyen" userId="d78365940f7d9640" providerId="LiveId" clId="{35C7E309-74D5-4C22-9983-7CE5420B7F7D}" dt="2024-06-21T01:53:09.793" v="122" actId="478"/>
        <pc:sldMasterMkLst>
          <pc:docMk/>
          <pc:sldMasterMk cId="0" sldId="2147483648"/>
        </pc:sldMasterMkLst>
        <pc:spChg chg="mod">
          <ac:chgData name="Khang Nguyen" userId="d78365940f7d9640" providerId="LiveId" clId="{35C7E309-74D5-4C22-9983-7CE5420B7F7D}" dt="2024-06-04T08:11:15.228" v="9" actId="207"/>
          <ac:spMkLst>
            <pc:docMk/>
            <pc:sldMasterMk cId="0" sldId="2147483648"/>
            <ac:spMk id="1027" creationId="{00000000-0000-0000-0000-000000000000}"/>
          </ac:spMkLst>
        </pc:spChg>
        <pc:sldLayoutChg chg="delSp">
          <pc:chgData name="Khang Nguyen" userId="d78365940f7d9640" providerId="LiveId" clId="{35C7E309-74D5-4C22-9983-7CE5420B7F7D}" dt="2024-06-21T01:53:09.793" v="122" actId="478"/>
          <pc:sldLayoutMkLst>
            <pc:docMk/>
            <pc:sldMasterMk cId="0" sldId="2147483648"/>
            <pc:sldLayoutMk cId="405831110" sldId="2147483739"/>
          </pc:sldLayoutMkLst>
          <pc:spChg chg="del">
            <ac:chgData name="Khang Nguyen" userId="d78365940f7d9640" providerId="LiveId" clId="{35C7E309-74D5-4C22-9983-7CE5420B7F7D}" dt="2024-06-21T01:53:09.793" v="122" actId="478"/>
            <ac:spMkLst>
              <pc:docMk/>
              <pc:sldMasterMk cId="0" sldId="2147483648"/>
              <pc:sldLayoutMk cId="405831110" sldId="2147483739"/>
              <ac:spMk id="4" creationId="{00000000-0000-0000-0000-000000000000}"/>
            </ac:spMkLst>
          </pc:spChg>
        </pc:sldLayoutChg>
      </pc:sldMasterChg>
    </pc:docChg>
  </pc:docChgLst>
  <pc:docChgLst>
    <pc:chgData name="Nguyễn Tấn Trần Minh Khang" userId="c3808258-e92d-4bf9-b981-ea938a204001" providerId="ADAL" clId="{55A3E27D-B594-41B9-9D10-C9CCA0249D5D}"/>
    <pc:docChg chg="custSel addSld delSld modSld">
      <pc:chgData name="Nguyễn Tấn Trần Minh Khang" userId="c3808258-e92d-4bf9-b981-ea938a204001" providerId="ADAL" clId="{55A3E27D-B594-41B9-9D10-C9CCA0249D5D}" dt="2023-05-12T09:36:01.627" v="55" actId="20577"/>
      <pc:docMkLst>
        <pc:docMk/>
      </pc:docMkLst>
      <pc:sldChg chg="modSp mod">
        <pc:chgData name="Nguyễn Tấn Trần Minh Khang" userId="c3808258-e92d-4bf9-b981-ea938a204001" providerId="ADAL" clId="{55A3E27D-B594-41B9-9D10-C9CCA0249D5D}" dt="2023-05-12T09:36:01.627" v="55" actId="20577"/>
        <pc:sldMkLst>
          <pc:docMk/>
          <pc:sldMk cId="1418652103" sldId="334"/>
        </pc:sldMkLst>
        <pc:spChg chg="mod">
          <ac:chgData name="Nguyễn Tấn Trần Minh Khang" userId="c3808258-e92d-4bf9-b981-ea938a204001" providerId="ADAL" clId="{55A3E27D-B594-41B9-9D10-C9CCA0249D5D}" dt="2023-05-12T09:32:38.195" v="4" actId="20577"/>
          <ac:spMkLst>
            <pc:docMk/>
            <pc:sldMk cId="1418652103" sldId="334"/>
            <ac:spMk id="4" creationId="{1AB13242-DD4D-89D2-74BC-F0E9AB7E6039}"/>
          </ac:spMkLst>
        </pc:spChg>
        <pc:spChg chg="mod">
          <ac:chgData name="Nguyễn Tấn Trần Minh Khang" userId="c3808258-e92d-4bf9-b981-ea938a204001" providerId="ADAL" clId="{55A3E27D-B594-41B9-9D10-C9CCA0249D5D}" dt="2023-05-12T09:36:01.627" v="55" actId="20577"/>
          <ac:spMkLst>
            <pc:docMk/>
            <pc:sldMk cId="1418652103" sldId="334"/>
            <ac:spMk id="5" creationId="{140734C9-E94F-D731-0888-8A757681A86A}"/>
          </ac:spMkLst>
        </pc:spChg>
      </pc:sldChg>
      <pc:sldChg chg="del">
        <pc:chgData name="Nguyễn Tấn Trần Minh Khang" userId="c3808258-e92d-4bf9-b981-ea938a204001" providerId="ADAL" clId="{55A3E27D-B594-41B9-9D10-C9CCA0249D5D}" dt="2023-05-12T09:32:30.746" v="0" actId="47"/>
        <pc:sldMkLst>
          <pc:docMk/>
          <pc:sldMk cId="497330402" sldId="335"/>
        </pc:sldMkLst>
      </pc:sldChg>
      <pc:sldChg chg="add del">
        <pc:chgData name="Nguyễn Tấn Trần Minh Khang" userId="c3808258-e92d-4bf9-b981-ea938a204001" providerId="ADAL" clId="{55A3E27D-B594-41B9-9D10-C9CCA0249D5D}" dt="2023-05-12T09:33:11.818" v="25" actId="47"/>
        <pc:sldMkLst>
          <pc:docMk/>
          <pc:sldMk cId="1312028551" sldId="335"/>
        </pc:sldMkLst>
      </pc:sldChg>
      <pc:sldChg chg="addSp delSp modSp new mod modClrScheme chgLayout">
        <pc:chgData name="Nguyễn Tấn Trần Minh Khang" userId="c3808258-e92d-4bf9-b981-ea938a204001" providerId="ADAL" clId="{55A3E27D-B594-41B9-9D10-C9CCA0249D5D}" dt="2023-05-12T09:34:36.160" v="29" actId="700"/>
        <pc:sldMkLst>
          <pc:docMk/>
          <pc:sldMk cId="1389685829" sldId="335"/>
        </pc:sldMkLst>
        <pc:spChg chg="del mod ord">
          <ac:chgData name="Nguyễn Tấn Trần Minh Khang" userId="c3808258-e92d-4bf9-b981-ea938a204001" providerId="ADAL" clId="{55A3E27D-B594-41B9-9D10-C9CCA0249D5D}" dt="2023-05-12T09:33:55.606" v="27" actId="700"/>
          <ac:spMkLst>
            <pc:docMk/>
            <pc:sldMk cId="1389685829" sldId="335"/>
            <ac:spMk id="2" creationId="{6E416D9B-E048-201A-2ED8-9A40A7E71C4D}"/>
          </ac:spMkLst>
        </pc:spChg>
        <pc:spChg chg="del mod ord">
          <ac:chgData name="Nguyễn Tấn Trần Minh Khang" userId="c3808258-e92d-4bf9-b981-ea938a204001" providerId="ADAL" clId="{55A3E27D-B594-41B9-9D10-C9CCA0249D5D}" dt="2023-05-12T09:33:55.606" v="27" actId="700"/>
          <ac:spMkLst>
            <pc:docMk/>
            <pc:sldMk cId="1389685829" sldId="335"/>
            <ac:spMk id="3" creationId="{2B221100-A4A1-AF90-D1FE-F64B84F1B96B}"/>
          </ac:spMkLst>
        </pc:spChg>
        <pc:spChg chg="add del mod ord">
          <ac:chgData name="Nguyễn Tấn Trần Minh Khang" userId="c3808258-e92d-4bf9-b981-ea938a204001" providerId="ADAL" clId="{55A3E27D-B594-41B9-9D10-C9CCA0249D5D}" dt="2023-05-12T09:34:10.812" v="28" actId="700"/>
          <ac:spMkLst>
            <pc:docMk/>
            <pc:sldMk cId="1389685829" sldId="335"/>
            <ac:spMk id="4" creationId="{51BF8A63-5221-BF1B-04DA-A2EB2C35011A}"/>
          </ac:spMkLst>
        </pc:spChg>
        <pc:spChg chg="add del mod ord">
          <ac:chgData name="Nguyễn Tấn Trần Minh Khang" userId="c3808258-e92d-4bf9-b981-ea938a204001" providerId="ADAL" clId="{55A3E27D-B594-41B9-9D10-C9CCA0249D5D}" dt="2023-05-12T09:34:10.812" v="28" actId="700"/>
          <ac:spMkLst>
            <pc:docMk/>
            <pc:sldMk cId="1389685829" sldId="335"/>
            <ac:spMk id="5" creationId="{B31D502F-C6E4-839D-9146-561B8ACD481E}"/>
          </ac:spMkLst>
        </pc:spChg>
        <pc:spChg chg="add del mod ord">
          <ac:chgData name="Nguyễn Tấn Trần Minh Khang" userId="c3808258-e92d-4bf9-b981-ea938a204001" providerId="ADAL" clId="{55A3E27D-B594-41B9-9D10-C9CCA0249D5D}" dt="2023-05-12T09:34:10.812" v="28" actId="700"/>
          <ac:spMkLst>
            <pc:docMk/>
            <pc:sldMk cId="1389685829" sldId="335"/>
            <ac:spMk id="6" creationId="{B8A8F07C-6E44-809F-180F-B8286B1D47A1}"/>
          </ac:spMkLst>
        </pc:spChg>
        <pc:spChg chg="add del mod ord">
          <ac:chgData name="Nguyễn Tấn Trần Minh Khang" userId="c3808258-e92d-4bf9-b981-ea938a204001" providerId="ADAL" clId="{55A3E27D-B594-41B9-9D10-C9CCA0249D5D}" dt="2023-05-12T09:34:36.160" v="29" actId="700"/>
          <ac:spMkLst>
            <pc:docMk/>
            <pc:sldMk cId="1389685829" sldId="335"/>
            <ac:spMk id="7" creationId="{ADE1EDA1-458C-2EE5-AC0B-A07F7D7C2222}"/>
          </ac:spMkLst>
        </pc:spChg>
        <pc:spChg chg="add del mod ord">
          <ac:chgData name="Nguyễn Tấn Trần Minh Khang" userId="c3808258-e92d-4bf9-b981-ea938a204001" providerId="ADAL" clId="{55A3E27D-B594-41B9-9D10-C9CCA0249D5D}" dt="2023-05-12T09:34:36.160" v="29" actId="700"/>
          <ac:spMkLst>
            <pc:docMk/>
            <pc:sldMk cId="1389685829" sldId="335"/>
            <ac:spMk id="8" creationId="{C7826691-18AE-2658-26E1-3CA8BBB48AED}"/>
          </ac:spMkLst>
        </pc:spChg>
        <pc:spChg chg="add del mod ord">
          <ac:chgData name="Nguyễn Tấn Trần Minh Khang" userId="c3808258-e92d-4bf9-b981-ea938a204001" providerId="ADAL" clId="{55A3E27D-B594-41B9-9D10-C9CCA0249D5D}" dt="2023-05-12T09:34:36.160" v="29" actId="700"/>
          <ac:spMkLst>
            <pc:docMk/>
            <pc:sldMk cId="1389685829" sldId="335"/>
            <ac:spMk id="9" creationId="{D3B0C90A-8FED-0C11-70AF-AF50F9C4AF50}"/>
          </ac:spMkLst>
        </pc:spChg>
        <pc:spChg chg="add del mod ord">
          <ac:chgData name="Nguyễn Tấn Trần Minh Khang" userId="c3808258-e92d-4bf9-b981-ea938a204001" providerId="ADAL" clId="{55A3E27D-B594-41B9-9D10-C9CCA0249D5D}" dt="2023-05-12T09:34:36.160" v="29" actId="700"/>
          <ac:spMkLst>
            <pc:docMk/>
            <pc:sldMk cId="1389685829" sldId="335"/>
            <ac:spMk id="10" creationId="{F588B214-5DF2-E219-7B4C-51E20FA801F5}"/>
          </ac:spMkLst>
        </pc:spChg>
        <pc:spChg chg="add mod ord">
          <ac:chgData name="Nguyễn Tấn Trần Minh Khang" userId="c3808258-e92d-4bf9-b981-ea938a204001" providerId="ADAL" clId="{55A3E27D-B594-41B9-9D10-C9CCA0249D5D}" dt="2023-05-12T09:34:36.160" v="29" actId="700"/>
          <ac:spMkLst>
            <pc:docMk/>
            <pc:sldMk cId="1389685829" sldId="335"/>
            <ac:spMk id="11" creationId="{FB907C43-46C3-B1FF-1816-F574A18E0E0F}"/>
          </ac:spMkLst>
        </pc:spChg>
        <pc:spChg chg="add mod ord">
          <ac:chgData name="Nguyễn Tấn Trần Minh Khang" userId="c3808258-e92d-4bf9-b981-ea938a204001" providerId="ADAL" clId="{55A3E27D-B594-41B9-9D10-C9CCA0249D5D}" dt="2023-05-12T09:34:36.160" v="29" actId="700"/>
          <ac:spMkLst>
            <pc:docMk/>
            <pc:sldMk cId="1389685829" sldId="335"/>
            <ac:spMk id="12" creationId="{199A7CCF-8679-FAAE-BDFC-C319E3DF6E7B}"/>
          </ac:spMkLst>
        </pc:spChg>
        <pc:spChg chg="add mod ord">
          <ac:chgData name="Nguyễn Tấn Trần Minh Khang" userId="c3808258-e92d-4bf9-b981-ea938a204001" providerId="ADAL" clId="{55A3E27D-B594-41B9-9D10-C9CCA0249D5D}" dt="2023-05-12T09:34:36.160" v="29" actId="700"/>
          <ac:spMkLst>
            <pc:docMk/>
            <pc:sldMk cId="1389685829" sldId="335"/>
            <ac:spMk id="13" creationId="{A6FEF869-55E0-1168-6805-0FBFC8F748B6}"/>
          </ac:spMkLst>
        </pc:spChg>
      </pc:sldChg>
      <pc:sldChg chg="del">
        <pc:chgData name="Nguyễn Tấn Trần Minh Khang" userId="c3808258-e92d-4bf9-b981-ea938a204001" providerId="ADAL" clId="{55A3E27D-B594-41B9-9D10-C9CCA0249D5D}" dt="2023-05-12T09:33:02.141" v="23" actId="47"/>
        <pc:sldMkLst>
          <pc:docMk/>
          <pc:sldMk cId="3069712246" sldId="336"/>
        </pc:sldMkLst>
      </pc:sldChg>
      <pc:sldChg chg="new">
        <pc:chgData name="Nguyễn Tấn Trần Minh Khang" userId="c3808258-e92d-4bf9-b981-ea938a204001" providerId="ADAL" clId="{55A3E27D-B594-41B9-9D10-C9CCA0249D5D}" dt="2023-05-12T09:34:48.665" v="30" actId="680"/>
        <pc:sldMkLst>
          <pc:docMk/>
          <pc:sldMk cId="3787785886" sldId="33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hasCustomPrompt="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lvl="0"/>
            <a:r>
              <a:rPr lang="en-US"/>
              <a:t>Click to edit Master text styles</a:t>
            </a:r>
          </a:p>
        </p:txBody>
      </p:sp>
    </p:spTree>
    <p:extLst>
      <p:ext uri="{BB962C8B-B14F-4D97-AF65-F5344CB8AC3E}">
        <p14:creationId xmlns:p14="http://schemas.microsoft.com/office/powerpoint/2010/main" val="20303702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304800" y="3886200"/>
            <a:ext cx="5715000"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6172200" y="3886200"/>
            <a:ext cx="5715002"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Tree>
    <p:extLst>
      <p:ext uri="{BB962C8B-B14F-4D97-AF65-F5344CB8AC3E}">
        <p14:creationId xmlns:p14="http://schemas.microsoft.com/office/powerpoint/2010/main" val="20098192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Tree>
    <p:extLst>
      <p:ext uri="{BB962C8B-B14F-4D97-AF65-F5344CB8AC3E}">
        <p14:creationId xmlns:p14="http://schemas.microsoft.com/office/powerpoint/2010/main" val="9999548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7655369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0536144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8078312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5204C06E-4BFD-7AE1-C5B0-925E1CA3A006}"/>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0410325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2709091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EC143EFF-2D7C-66B4-AFBA-F0B1D61C26BE}"/>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85422774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0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8213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6749198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0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5822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
        <p:nvSpPr>
          <p:cNvPr id="2" name="Content Placeholder 2">
            <a:extLst>
              <a:ext uri="{FF2B5EF4-FFF2-40B4-BE49-F238E27FC236}">
                <a16:creationId xmlns:a16="http://schemas.microsoft.com/office/drawing/2014/main" id="{6A22855E-2136-B0AC-54BE-3BB2AF005D9A}"/>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4609300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56259912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B16425CE-E883-3624-A5E7-4BF4CB536FFC}"/>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3599389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41425375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028212B4-9DFE-2A94-C8E6-5E7E3C27E079}"/>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98962295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96364574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40583111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797E723B-E223-C420-ED51-5B5A20516705}"/>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7367636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07704203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4" name="Content Placeholder 2">
            <a:extLst>
              <a:ext uri="{FF2B5EF4-FFF2-40B4-BE49-F238E27FC236}">
                <a16:creationId xmlns:a16="http://schemas.microsoft.com/office/drawing/2014/main" id="{BCC583C3-4424-7F8E-3E7B-CA6ADF0427B0}"/>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24889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2359152" cy="4525963"/>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0"/>
            <a:ext cx="8458200" cy="4525963"/>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62023714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2359152" cy="4286864"/>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1"/>
            <a:ext cx="8458200" cy="4286864"/>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
        <p:nvSpPr>
          <p:cNvPr id="4" name="Content Placeholder 2">
            <a:extLst>
              <a:ext uri="{FF2B5EF4-FFF2-40B4-BE49-F238E27FC236}">
                <a16:creationId xmlns:a16="http://schemas.microsoft.com/office/drawing/2014/main" id="{55D3D54F-B6A2-F83D-2883-0F1C5B49BCD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330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Two Content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90127688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895A939C-68D5-2DF8-CDA1-EB138EB7C0CD}"/>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55776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285875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E44EB4D9-43E9-2D6E-F53C-2767330A2DF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49616116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0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599"/>
            <a:ext cx="6815667" cy="5153025"/>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1663990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Caption 02">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600"/>
            <a:ext cx="6815667" cy="4896464"/>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4519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2">
            <a:extLst>
              <a:ext uri="{FF2B5EF4-FFF2-40B4-BE49-F238E27FC236}">
                <a16:creationId xmlns:a16="http://schemas.microsoft.com/office/drawing/2014/main" id="{10B9B77A-A705-2B88-D26C-888E54B9A2A2}"/>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2131758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9456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921189"/>
            <a:ext cx="10972800" cy="219456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080409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031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781425"/>
            <a:ext cx="10972800" cy="210312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57311796-72DC-4BB7-31C2-CB4F68F76B2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29188282"/>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6"/>
            <a:ext cx="10972800" cy="3014661"/>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861306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Up Dow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7"/>
            <a:ext cx="10972800" cy="2767688"/>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D504C8E-CD1E-7326-602A-6498C81631E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95428293"/>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Up Dow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30175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726052"/>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991901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Up Dow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8193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552950"/>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4A4C1F9-81CD-D56F-EC94-62A54EC01336}"/>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8855404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ir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ir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0624656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50167656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2">
            <a:extLst>
              <a:ext uri="{FF2B5EF4-FFF2-40B4-BE49-F238E27FC236}">
                <a16:creationId xmlns:a16="http://schemas.microsoft.com/office/drawing/2014/main" id="{166FD81B-D664-FF76-F971-91B15C5A35D7}"/>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61333859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endParaRPr lang="en-US"/>
          </a:p>
        </p:txBody>
      </p:sp>
    </p:spTree>
    <p:extLst>
      <p:ext uri="{BB962C8B-B14F-4D97-AF65-F5344CB8AC3E}">
        <p14:creationId xmlns:p14="http://schemas.microsoft.com/office/powerpoint/2010/main" val="180967635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4112719614"/>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reative 01">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187566929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reative 02">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30226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239864" y="1066800"/>
            <a:ext cx="2952136"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15058400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reative 03">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578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469903849"/>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reative 04">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0"/>
            <a:ext cx="5994400" cy="61722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30361094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71942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8600" y="2130426"/>
            <a:ext cx="11811000" cy="3508374"/>
          </a:xfrm>
        </p:spPr>
        <p:txBody>
          <a:bodyPr/>
          <a:lstStyle>
            <a:lvl1pPr>
              <a:defRPr sz="2000"/>
            </a:lvl1pPr>
          </a:lstStyle>
          <a:p>
            <a:r>
              <a:rPr lang="en-US" sz="4800"/>
              <a:t>Cảm ơn quí vị đã lắng nghe</a:t>
            </a:r>
            <a:br>
              <a:rPr lang="en-US" sz="4800"/>
            </a:br>
            <a:br>
              <a:rPr lang="en-US" sz="4800"/>
            </a:br>
            <a:r>
              <a:rPr lang="en-US" sz="4800">
                <a:solidFill>
                  <a:srgbClr val="0066FF"/>
                </a:solidFill>
              </a:rPr>
              <a:t>ĐẠI HỌC QUỐC GIA TP.HCM</a:t>
            </a:r>
            <a:br>
              <a:rPr lang="en-US" sz="4800">
                <a:solidFill>
                  <a:srgbClr val="0066FF"/>
                </a:solidFill>
              </a:rPr>
            </a:br>
            <a:r>
              <a:rPr lang="en-US" sz="4400">
                <a:solidFill>
                  <a:srgbClr val="FF0000"/>
                </a:solidFill>
              </a:rPr>
              <a:t>TR</a:t>
            </a:r>
            <a:r>
              <a:rPr lang="vi-VN" sz="4400">
                <a:solidFill>
                  <a:srgbClr val="FF0000"/>
                </a:solidFill>
              </a:rPr>
              <a:t>Ư</a:t>
            </a:r>
            <a:r>
              <a:rPr lang="en-US" sz="4400">
                <a:solidFill>
                  <a:srgbClr val="FF0000"/>
                </a:solidFill>
              </a:rPr>
              <a:t>ỜNG ĐH CÔNG NGHỆ THÔNG TIN</a:t>
            </a:r>
            <a:br>
              <a:rPr lang="en-US" sz="4400">
                <a:solidFill>
                  <a:srgbClr val="FF0000"/>
                </a:solidFill>
              </a:rPr>
            </a:br>
            <a:r>
              <a:rPr lang="en-US" sz="4400">
                <a:solidFill>
                  <a:srgbClr val="0066FF"/>
                </a:solidFill>
              </a:rPr>
              <a:t>TOÀN DIỆN – SÁNG TẠO – PHỤNG SỰ</a:t>
            </a:r>
            <a:r>
              <a:rPr lang="en-US" sz="4400"/>
              <a:t> </a:t>
            </a:r>
            <a:endParaRPr lang="vi-VN"/>
          </a:p>
        </p:txBody>
      </p:sp>
    </p:spTree>
    <p:extLst>
      <p:ext uri="{BB962C8B-B14F-4D97-AF65-F5344CB8AC3E}">
        <p14:creationId xmlns:p14="http://schemas.microsoft.com/office/powerpoint/2010/main" val="23944640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2601791323"/>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1">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21" r:id="rId2"/>
    <p:sldLayoutId id="2147483723" r:id="rId3"/>
    <p:sldLayoutId id="2147483652" r:id="rId4"/>
    <p:sldLayoutId id="2147483650" r:id="rId5"/>
    <p:sldLayoutId id="2147483677" r:id="rId6"/>
    <p:sldLayoutId id="2147483691" r:id="rId7"/>
    <p:sldLayoutId id="2147483724" r:id="rId8"/>
    <p:sldLayoutId id="2147483699" r:id="rId9"/>
    <p:sldLayoutId id="2147483725" r:id="rId10"/>
    <p:sldLayoutId id="2147483717" r:id="rId11"/>
    <p:sldLayoutId id="2147483726" r:id="rId12"/>
    <p:sldLayoutId id="2147483653" r:id="rId13"/>
    <p:sldLayoutId id="2147483727" r:id="rId14"/>
    <p:sldLayoutId id="2147483706" r:id="rId15"/>
    <p:sldLayoutId id="2147483728" r:id="rId16"/>
    <p:sldLayoutId id="2147483708" r:id="rId17"/>
    <p:sldLayoutId id="2147483739" r:id="rId18"/>
    <p:sldLayoutId id="2147483729" r:id="rId19"/>
    <p:sldLayoutId id="2147483700" r:id="rId20"/>
    <p:sldLayoutId id="2147483730" r:id="rId21"/>
    <p:sldLayoutId id="2147483707" r:id="rId22"/>
    <p:sldLayoutId id="2147483731" r:id="rId23"/>
    <p:sldLayoutId id="2147483712" r:id="rId24"/>
    <p:sldLayoutId id="2147483732" r:id="rId25"/>
    <p:sldLayoutId id="2147483713" r:id="rId26"/>
    <p:sldLayoutId id="2147483733" r:id="rId27"/>
    <p:sldLayoutId id="2147483715" r:id="rId28"/>
    <p:sldLayoutId id="2147483734" r:id="rId29"/>
    <p:sldLayoutId id="2147483701" r:id="rId30"/>
    <p:sldLayoutId id="2147483735" r:id="rId31"/>
    <p:sldLayoutId id="2147483710" r:id="rId32"/>
    <p:sldLayoutId id="2147483736" r:id="rId33"/>
    <p:sldLayoutId id="2147483737" r:id="rId34"/>
    <p:sldLayoutId id="2147483711" r:id="rId35"/>
    <p:sldLayoutId id="2147483686" r:id="rId36"/>
    <p:sldLayoutId id="2147483718" r:id="rId37"/>
    <p:sldLayoutId id="2147483694" r:id="rId38"/>
    <p:sldLayoutId id="2147483688" r:id="rId39"/>
    <p:sldLayoutId id="2147483719" r:id="rId40"/>
    <p:sldLayoutId id="2147483687" r:id="rId41"/>
    <p:sldLayoutId id="2147483655" r:id="rId42"/>
    <p:sldLayoutId id="2147483702" r:id="rId43"/>
    <p:sldLayoutId id="2147483703" r:id="rId44"/>
    <p:sldLayoutId id="2147483704" r:id="rId45"/>
    <p:sldLayoutId id="2147483705" r:id="rId46"/>
    <p:sldLayoutId id="2147483716" r:id="rId47"/>
    <p:sldLayoutId id="2147483720" r:id="rId48"/>
    <p:sldLayoutId id="2147483738" r:id="rId49"/>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just"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just" rtl="0" eaLnBrk="0" fontAlgn="base" hangingPunct="0">
        <a:spcBef>
          <a:spcPct val="20000"/>
        </a:spcBef>
        <a:spcAft>
          <a:spcPct val="0"/>
        </a:spcAft>
        <a:buFont typeface="Arial" panose="020B0604020202020204" pitchFamily="34" charset="0"/>
        <a:buChar char="+"/>
        <a:defRPr sz="2800">
          <a:solidFill>
            <a:srgbClr val="FF0000"/>
          </a:solidFill>
          <a:latin typeface="+mn-lt"/>
        </a:defRPr>
      </a:lvl2pPr>
      <a:lvl3pPr marL="1143000" indent="-228600" algn="just"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4C86-7609-D4A3-1353-AEB012BFE77C}"/>
              </a:ext>
            </a:extLst>
          </p:cNvPr>
          <p:cNvSpPr>
            <a:spLocks noGrp="1"/>
          </p:cNvSpPr>
          <p:nvPr>
            <p:ph type="ctrTitle"/>
          </p:nvPr>
        </p:nvSpPr>
        <p:spPr/>
        <p:txBody>
          <a:bodyPr/>
          <a:lstStyle/>
          <a:p>
            <a:r>
              <a:rPr lang="en-US"/>
              <a:t>THIẾT KẾ XỬ LÝ</a:t>
            </a:r>
          </a:p>
        </p:txBody>
      </p:sp>
      <p:sp>
        <p:nvSpPr>
          <p:cNvPr id="3" name="Subtitle 2">
            <a:extLst>
              <a:ext uri="{FF2B5EF4-FFF2-40B4-BE49-F238E27FC236}">
                <a16:creationId xmlns:a16="http://schemas.microsoft.com/office/drawing/2014/main" id="{57C4F488-B428-666E-969C-22FA8787B94D}"/>
              </a:ext>
            </a:extLst>
          </p:cNvPr>
          <p:cNvSpPr>
            <a:spLocks noGrp="1"/>
          </p:cNvSpPr>
          <p:nvPr>
            <p:ph type="subTitle" idx="1"/>
          </p:nvPr>
        </p:nvSpPr>
        <p:spPr/>
        <p:txBody>
          <a:bodyPr/>
          <a:lstStyle/>
          <a:p>
            <a:r>
              <a:rPr lang="en-US"/>
              <a:t>TS. Nguyễn Tấn Trần Minh Khang</a:t>
            </a:r>
          </a:p>
        </p:txBody>
      </p:sp>
    </p:spTree>
    <p:extLst>
      <p:ext uri="{BB962C8B-B14F-4D97-AF65-F5344CB8AC3E}">
        <p14:creationId xmlns:p14="http://schemas.microsoft.com/office/powerpoint/2010/main" val="196214046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D6980E-F1CC-08EE-D6C3-24E137E1CE09}"/>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5E3FA065-3E74-BDB4-DBB9-C7A63DDDAB3D}"/>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Phân loại xử lý</a:t>
            </a:r>
          </a:p>
          <a:p>
            <a:pPr marL="514350" indent="-514350">
              <a:buFont typeface="+mj-lt"/>
              <a:buAutoNum type="arabicPeriod"/>
            </a:pPr>
            <a:r>
              <a:rPr lang="en-US"/>
              <a:t>Kết quả</a:t>
            </a:r>
          </a:p>
          <a:p>
            <a:pPr marL="514350" indent="-514350">
              <a:buFont typeface="+mj-lt"/>
              <a:buAutoNum type="arabicPeriod"/>
            </a:pPr>
            <a:r>
              <a:rPr lang="en-US">
                <a:solidFill>
                  <a:srgbClr val="FF0000"/>
                </a:solidFill>
              </a:rPr>
              <a:t>Giải thuật thiết kế xử lý</a:t>
            </a:r>
          </a:p>
          <a:p>
            <a:pPr marL="514350" indent="-514350">
              <a:buFont typeface="+mj-lt"/>
              <a:buAutoNum type="arabicPeriod"/>
            </a:pPr>
            <a:r>
              <a:rPr lang="en-US"/>
              <a:t>Bài tập thiết kế xử lý</a:t>
            </a:r>
            <a:endParaRPr lang="en-US">
              <a:solidFill>
                <a:srgbClr val="FF0000"/>
              </a:solidFill>
            </a:endParaRPr>
          </a:p>
        </p:txBody>
      </p:sp>
    </p:spTree>
    <p:extLst>
      <p:ext uri="{BB962C8B-B14F-4D97-AF65-F5344CB8AC3E}">
        <p14:creationId xmlns:p14="http://schemas.microsoft.com/office/powerpoint/2010/main" val="20557908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28298-6500-F622-00E7-C9535A863F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5B87FF-A9FB-E608-247F-3941BBE8B7CB}"/>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F14CA989-E0C3-9778-079A-C19B6BA5F3F1}"/>
              </a:ext>
            </a:extLst>
          </p:cNvPr>
          <p:cNvSpPr>
            <a:spLocks noGrp="1"/>
          </p:cNvSpPr>
          <p:nvPr>
            <p:ph idx="1"/>
          </p:nvPr>
        </p:nvSpPr>
        <p:spPr/>
        <p:txBody>
          <a:bodyPr/>
          <a:lstStyle/>
          <a:p>
            <a:pPr marL="514350" indent="-514350">
              <a:buFont typeface="+mj-lt"/>
              <a:buAutoNum type="arabicPeriod"/>
            </a:pPr>
            <a:r>
              <a:rPr lang="en-US">
                <a:solidFill>
                  <a:schemeClr val="tx1"/>
                </a:solidFill>
                <a:highlight>
                  <a:srgbClr val="FFFF00"/>
                </a:highlight>
              </a:rPr>
              <a:t>Mục tiêu</a:t>
            </a:r>
          </a:p>
          <a:p>
            <a:pPr marL="514350" indent="-514350">
              <a:buFont typeface="+mj-lt"/>
              <a:buAutoNum type="arabicPeriod"/>
            </a:pPr>
            <a:r>
              <a:rPr lang="en-US">
                <a:solidFill>
                  <a:srgbClr val="FF0000"/>
                </a:solidFill>
              </a:rPr>
              <a:t>Phân loại xử lý</a:t>
            </a:r>
          </a:p>
          <a:p>
            <a:pPr marL="514350" indent="-514350">
              <a:buFont typeface="+mj-lt"/>
              <a:buAutoNum type="arabicPeriod"/>
            </a:pPr>
            <a:r>
              <a:rPr lang="en-US"/>
              <a:t>Kết quả</a:t>
            </a:r>
          </a:p>
          <a:p>
            <a:pPr marL="514350" indent="-514350">
              <a:buFont typeface="+mj-lt"/>
              <a:buAutoNum type="arabicPeriod"/>
            </a:pPr>
            <a:r>
              <a:rPr lang="en-US">
                <a:solidFill>
                  <a:srgbClr val="FF0000"/>
                </a:solidFill>
              </a:rPr>
              <a:t>Giải thuật thiết kế xử lý</a:t>
            </a:r>
          </a:p>
          <a:p>
            <a:pPr marL="514350" indent="-514350">
              <a:buFont typeface="+mj-lt"/>
              <a:buAutoNum type="arabicPeriod"/>
            </a:pPr>
            <a:r>
              <a:rPr lang="en-US"/>
              <a:t>Bài tập thiết kế xử lý</a:t>
            </a:r>
            <a:endParaRPr lang="en-US">
              <a:solidFill>
                <a:srgbClr val="FF0000"/>
              </a:solidFill>
            </a:endParaRPr>
          </a:p>
        </p:txBody>
      </p:sp>
    </p:spTree>
    <p:extLst>
      <p:ext uri="{BB962C8B-B14F-4D97-AF65-F5344CB8AC3E}">
        <p14:creationId xmlns:p14="http://schemas.microsoft.com/office/powerpoint/2010/main" val="415760620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E855A6-8370-AF08-A2A9-033AD6D61775}"/>
              </a:ext>
            </a:extLst>
          </p:cNvPr>
          <p:cNvSpPr>
            <a:spLocks noGrp="1"/>
          </p:cNvSpPr>
          <p:nvPr>
            <p:ph type="title"/>
          </p:nvPr>
        </p:nvSpPr>
        <p:spPr/>
        <p:txBody>
          <a:bodyPr/>
          <a:lstStyle/>
          <a:p>
            <a:r>
              <a:rPr lang="en-US"/>
              <a:t>Thiết kế xử lý</a:t>
            </a:r>
          </a:p>
        </p:txBody>
      </p:sp>
      <p:pic>
        <p:nvPicPr>
          <p:cNvPr id="1028" name="Picture 4" descr="Scrum Framework] Sprint là gì? - Scrum Viet">
            <a:extLst>
              <a:ext uri="{FF2B5EF4-FFF2-40B4-BE49-F238E27FC236}">
                <a16:creationId xmlns:a16="http://schemas.microsoft.com/office/drawing/2014/main" id="{253EBEA4-C634-75F6-25B6-3BACEB178F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2260451"/>
            <a:ext cx="9601200" cy="3205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0554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0EB9-1EA3-C023-48F0-2BB329690E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D42DA9-11AC-E8FD-9673-5ABD984C9479}"/>
              </a:ext>
            </a:extLst>
          </p:cNvPr>
          <p:cNvSpPr>
            <a:spLocks noGrp="1"/>
          </p:cNvSpPr>
          <p:nvPr>
            <p:ph type="title"/>
          </p:nvPr>
        </p:nvSpPr>
        <p:spPr/>
        <p:txBody>
          <a:bodyPr/>
          <a:lstStyle/>
          <a:p>
            <a:r>
              <a:rPr lang="en-US"/>
              <a:t>Thiết kế xử lý</a:t>
            </a:r>
          </a:p>
        </p:txBody>
      </p:sp>
      <p:pic>
        <p:nvPicPr>
          <p:cNvPr id="2050" name="Picture 2" descr="Implementing Scrum and the Agile Management Process | College of Business  and Economics | Western Washington University">
            <a:extLst>
              <a:ext uri="{FF2B5EF4-FFF2-40B4-BE49-F238E27FC236}">
                <a16:creationId xmlns:a16="http://schemas.microsoft.com/office/drawing/2014/main" id="{71ED7F07-EB81-AA3D-EBD7-BCBEC2322A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4935" y="1600200"/>
            <a:ext cx="8662130"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19805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DDE3-14F9-0346-B923-877B139898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EE347B-86C3-8EC0-0C0C-CF9D9B863C63}"/>
              </a:ext>
            </a:extLst>
          </p:cNvPr>
          <p:cNvSpPr>
            <a:spLocks noGrp="1"/>
          </p:cNvSpPr>
          <p:nvPr>
            <p:ph type="title"/>
          </p:nvPr>
        </p:nvSpPr>
        <p:spPr/>
        <p:txBody>
          <a:bodyPr/>
          <a:lstStyle/>
          <a:p>
            <a:r>
              <a:rPr lang="en-US"/>
              <a:t>Thiết kế xử lý</a:t>
            </a:r>
          </a:p>
        </p:txBody>
      </p:sp>
      <p:pic>
        <p:nvPicPr>
          <p:cNvPr id="4" name="Content Placeholder 3">
            <a:extLst>
              <a:ext uri="{FF2B5EF4-FFF2-40B4-BE49-F238E27FC236}">
                <a16:creationId xmlns:a16="http://schemas.microsoft.com/office/drawing/2014/main" id="{958062CD-880A-C285-85B0-33186CF80E69}"/>
              </a:ext>
            </a:extLst>
          </p:cNvPr>
          <p:cNvPicPr>
            <a:picLocks noGrp="1" noChangeAspect="1"/>
          </p:cNvPicPr>
          <p:nvPr>
            <p:ph idx="1"/>
          </p:nvPr>
        </p:nvPicPr>
        <p:blipFill>
          <a:blip r:embed="rId2"/>
          <a:stretch>
            <a:fillRect/>
          </a:stretch>
        </p:blipFill>
        <p:spPr bwMode="auto">
          <a:xfrm>
            <a:off x="2933142" y="1600200"/>
            <a:ext cx="632571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80601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30FCA-CF70-B93A-BA5F-A39024841301}"/>
              </a:ext>
            </a:extLst>
          </p:cNvPr>
          <p:cNvSpPr>
            <a:spLocks noGrp="1"/>
          </p:cNvSpPr>
          <p:nvPr>
            <p:ph type="title"/>
          </p:nvPr>
        </p:nvSpPr>
        <p:spPr/>
        <p:txBody>
          <a:bodyPr/>
          <a:lstStyle/>
          <a:p>
            <a:r>
              <a:rPr lang="en-US"/>
              <a:t>Mục tiêu Thiết kế xử lý</a:t>
            </a:r>
          </a:p>
        </p:txBody>
      </p:sp>
      <p:sp>
        <p:nvSpPr>
          <p:cNvPr id="3" name="Content Placeholder 2">
            <a:extLst>
              <a:ext uri="{FF2B5EF4-FFF2-40B4-BE49-F238E27FC236}">
                <a16:creationId xmlns:a16="http://schemas.microsoft.com/office/drawing/2014/main" id="{8B124FF4-826B-B8CB-C4FB-9C1FF48DD8E0}"/>
              </a:ext>
            </a:extLst>
          </p:cNvPr>
          <p:cNvSpPr>
            <a:spLocks noGrp="1"/>
          </p:cNvSpPr>
          <p:nvPr>
            <p:ph idx="1"/>
          </p:nvPr>
        </p:nvSpPr>
        <p:spPr/>
        <p:txBody>
          <a:bodyPr/>
          <a:lstStyle/>
          <a:p>
            <a:r>
              <a:rPr lang="vi-VN"/>
              <a:t>Thiết kế xử lý trong xây dựng phần mềm (Processing Design in Software Development) là quá trình xác định và thiết kế cách thức mà các dữ liệu và thông tin trong hệ thống sẽ được xử lý trong suốt quá trình hoạt động của phần mềm</a:t>
            </a:r>
            <a:r>
              <a:rPr lang="vi-VN">
                <a:solidFill>
                  <a:srgbClr val="FF0000"/>
                </a:solidFill>
              </a:rPr>
              <a:t>. Mục tiêu của thiết kế xử lý là đảm bảo rằng phần mềm có thể thực hiện các phép toán, xử lý dữ liệu, và thực hiện các tác vụ theo cách chính xác, hiệu quả và tối ưu.</a:t>
            </a:r>
            <a:endParaRPr lang="en-US">
              <a:solidFill>
                <a:srgbClr val="FF0000"/>
              </a:solidFill>
            </a:endParaRPr>
          </a:p>
        </p:txBody>
      </p:sp>
    </p:spTree>
    <p:extLst>
      <p:ext uri="{BB962C8B-B14F-4D97-AF65-F5344CB8AC3E}">
        <p14:creationId xmlns:p14="http://schemas.microsoft.com/office/powerpoint/2010/main" val="319800188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F09D7-DAE4-21FE-4A11-3A751E2B3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07ED1-7B6D-6E76-D858-350D328F13E6}"/>
              </a:ext>
            </a:extLst>
          </p:cNvPr>
          <p:cNvSpPr>
            <a:spLocks noGrp="1"/>
          </p:cNvSpPr>
          <p:nvPr>
            <p:ph type="title"/>
          </p:nvPr>
        </p:nvSpPr>
        <p:spPr/>
        <p:txBody>
          <a:bodyPr/>
          <a:lstStyle/>
          <a:p>
            <a:r>
              <a:rPr lang="en-US"/>
              <a:t>Mục tiêu Thiết kế xử lý</a:t>
            </a:r>
          </a:p>
        </p:txBody>
      </p:sp>
      <p:sp>
        <p:nvSpPr>
          <p:cNvPr id="3" name="Content Placeholder 2">
            <a:extLst>
              <a:ext uri="{FF2B5EF4-FFF2-40B4-BE49-F238E27FC236}">
                <a16:creationId xmlns:a16="http://schemas.microsoft.com/office/drawing/2014/main" id="{C5434721-9ECA-D36E-A030-9DC5606B5571}"/>
              </a:ext>
            </a:extLst>
          </p:cNvPr>
          <p:cNvSpPr>
            <a:spLocks noGrp="1"/>
          </p:cNvSpPr>
          <p:nvPr>
            <p:ph sz="half" idx="1"/>
          </p:nvPr>
        </p:nvSpPr>
        <p:spPr/>
        <p:txBody>
          <a:bodyPr/>
          <a:lstStyle/>
          <a:p>
            <a:r>
              <a:rPr lang="vi-VN"/>
              <a:t>Mục tiêu của việc thiết kế xử lý là nhằm mô tả tất cả các hàm xử lý của phần mềm tương ứng với các “yêu cầu phần mềm”.</a:t>
            </a:r>
          </a:p>
          <a:p>
            <a:endParaRPr lang="en-US"/>
          </a:p>
        </p:txBody>
      </p:sp>
      <p:pic>
        <p:nvPicPr>
          <p:cNvPr id="6" name="Content Placeholder 5">
            <a:extLst>
              <a:ext uri="{FF2B5EF4-FFF2-40B4-BE49-F238E27FC236}">
                <a16:creationId xmlns:a16="http://schemas.microsoft.com/office/drawing/2014/main" id="{48C30BDB-BB19-1256-1846-DC3722010643}"/>
              </a:ext>
            </a:extLst>
          </p:cNvPr>
          <p:cNvPicPr>
            <a:picLocks noGrp="1" noChangeAspect="1"/>
          </p:cNvPicPr>
          <p:nvPr>
            <p:ph sz="half" idx="2"/>
          </p:nvPr>
        </p:nvPicPr>
        <p:blipFill>
          <a:blip r:embed="rId2"/>
          <a:stretch>
            <a:fillRect/>
          </a:stretch>
        </p:blipFill>
        <p:spPr>
          <a:xfrm>
            <a:off x="6197600" y="2324399"/>
            <a:ext cx="5384800" cy="3077565"/>
          </a:xfrm>
        </p:spPr>
      </p:pic>
    </p:spTree>
    <p:extLst>
      <p:ext uri="{BB962C8B-B14F-4D97-AF65-F5344CB8AC3E}">
        <p14:creationId xmlns:p14="http://schemas.microsoft.com/office/powerpoint/2010/main" val="262336622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4247D-7DCB-026D-28F8-600353C563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6EF3B2E-29BF-4EE2-9F1C-31D0F6CF350A}"/>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674F9F05-6909-B591-5749-DFEF8139F2FC}"/>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chemeClr val="tx1"/>
                </a:solidFill>
                <a:highlight>
                  <a:srgbClr val="FFFF00"/>
                </a:highlight>
              </a:rPr>
              <a:t>Phân loại xử lý</a:t>
            </a:r>
          </a:p>
          <a:p>
            <a:pPr marL="514350" indent="-514350">
              <a:buFont typeface="+mj-lt"/>
              <a:buAutoNum type="arabicPeriod"/>
            </a:pPr>
            <a:r>
              <a:rPr lang="en-US"/>
              <a:t>Kết quả</a:t>
            </a:r>
          </a:p>
          <a:p>
            <a:pPr marL="514350" indent="-514350">
              <a:buFont typeface="+mj-lt"/>
              <a:buAutoNum type="arabicPeriod"/>
            </a:pPr>
            <a:r>
              <a:rPr lang="en-US">
                <a:solidFill>
                  <a:srgbClr val="FF0000"/>
                </a:solidFill>
              </a:rPr>
              <a:t>Giải thuật thiết kế xử lý</a:t>
            </a:r>
          </a:p>
          <a:p>
            <a:pPr marL="514350" indent="-514350">
              <a:buFont typeface="+mj-lt"/>
              <a:buAutoNum type="arabicPeriod"/>
            </a:pPr>
            <a:r>
              <a:rPr lang="en-US"/>
              <a:t>Bài tập thiết kế xử lý</a:t>
            </a:r>
            <a:endParaRPr lang="en-US">
              <a:solidFill>
                <a:srgbClr val="FF0000"/>
              </a:solidFill>
            </a:endParaRPr>
          </a:p>
        </p:txBody>
      </p:sp>
    </p:spTree>
    <p:extLst>
      <p:ext uri="{BB962C8B-B14F-4D97-AF65-F5344CB8AC3E}">
        <p14:creationId xmlns:p14="http://schemas.microsoft.com/office/powerpoint/2010/main" val="18341019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B5A9-274E-0FDF-00E2-D64EBAFA5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78C5C-4404-E700-B294-8AEBF1463214}"/>
              </a:ext>
            </a:extLst>
          </p:cNvPr>
          <p:cNvSpPr>
            <a:spLocks noGrp="1"/>
          </p:cNvSpPr>
          <p:nvPr>
            <p:ph type="title"/>
          </p:nvPr>
        </p:nvSpPr>
        <p:spPr/>
        <p:txBody>
          <a:bodyPr/>
          <a:lstStyle/>
          <a:p>
            <a:r>
              <a:rPr lang="en-US"/>
              <a:t>Phân loại xử lý</a:t>
            </a:r>
          </a:p>
        </p:txBody>
      </p:sp>
      <p:sp>
        <p:nvSpPr>
          <p:cNvPr id="3" name="Content Placeholder 2">
            <a:extLst>
              <a:ext uri="{FF2B5EF4-FFF2-40B4-BE49-F238E27FC236}">
                <a16:creationId xmlns:a16="http://schemas.microsoft.com/office/drawing/2014/main" id="{BF3B26E2-E7B0-B259-4E2F-82E6010D1B39}"/>
              </a:ext>
            </a:extLst>
          </p:cNvPr>
          <p:cNvSpPr>
            <a:spLocks noGrp="1"/>
          </p:cNvSpPr>
          <p:nvPr>
            <p:ph sz="half" idx="1"/>
          </p:nvPr>
        </p:nvSpPr>
        <p:spPr/>
        <p:txBody>
          <a:bodyPr/>
          <a:lstStyle/>
          <a:p>
            <a:r>
              <a:rPr lang="vi-VN"/>
              <a:t>Chúng ta chia xử lý làm 3 loại cụ thể như sau:</a:t>
            </a:r>
          </a:p>
          <a:p>
            <a:pPr lvl="1"/>
            <a:r>
              <a:rPr lang="vi-VN">
                <a:solidFill>
                  <a:srgbClr val="FF0000"/>
                </a:solidFill>
              </a:rPr>
              <a:t>Xử lý nghiệp vụ.</a:t>
            </a:r>
          </a:p>
          <a:p>
            <a:pPr lvl="1"/>
            <a:r>
              <a:rPr lang="vi-VN"/>
              <a:t>Xử lý chất lượng.</a:t>
            </a:r>
          </a:p>
          <a:p>
            <a:pPr lvl="1"/>
            <a:r>
              <a:rPr lang="vi-VN">
                <a:solidFill>
                  <a:srgbClr val="FF0000"/>
                </a:solidFill>
              </a:rPr>
              <a:t>Xử lý hệ thống.</a:t>
            </a:r>
          </a:p>
        </p:txBody>
      </p:sp>
      <p:pic>
        <p:nvPicPr>
          <p:cNvPr id="6" name="Content Placeholder 5">
            <a:extLst>
              <a:ext uri="{FF2B5EF4-FFF2-40B4-BE49-F238E27FC236}">
                <a16:creationId xmlns:a16="http://schemas.microsoft.com/office/drawing/2014/main" id="{F19F5D25-ED44-ACBC-F28F-DC10D705983F}"/>
              </a:ext>
            </a:extLst>
          </p:cNvPr>
          <p:cNvPicPr>
            <a:picLocks noGrp="1" noChangeAspect="1"/>
          </p:cNvPicPr>
          <p:nvPr>
            <p:ph sz="half" idx="2"/>
          </p:nvPr>
        </p:nvPicPr>
        <p:blipFill>
          <a:blip r:embed="rId2"/>
          <a:stretch>
            <a:fillRect/>
          </a:stretch>
        </p:blipFill>
        <p:spPr>
          <a:xfrm>
            <a:off x="6197600" y="2324399"/>
            <a:ext cx="5384800" cy="3077565"/>
          </a:xfrm>
        </p:spPr>
      </p:pic>
    </p:spTree>
    <p:extLst>
      <p:ext uri="{BB962C8B-B14F-4D97-AF65-F5344CB8AC3E}">
        <p14:creationId xmlns:p14="http://schemas.microsoft.com/office/powerpoint/2010/main" val="46408579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63649-D43A-C001-916F-F2198D3E1D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48EFA8D-B509-AF94-E9F9-2853142146B9}"/>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06F9EE68-23AE-B22D-9775-9B29900C4DEA}"/>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Phân loại xử lý</a:t>
            </a:r>
          </a:p>
          <a:p>
            <a:pPr marL="514350" indent="-514350">
              <a:buFont typeface="+mj-lt"/>
              <a:buAutoNum type="arabicPeriod"/>
            </a:pPr>
            <a:r>
              <a:rPr lang="en-US">
                <a:solidFill>
                  <a:schemeClr val="tx1"/>
                </a:solidFill>
                <a:highlight>
                  <a:srgbClr val="FFFF00"/>
                </a:highlight>
              </a:rPr>
              <a:t>Kết quả</a:t>
            </a:r>
          </a:p>
          <a:p>
            <a:pPr marL="514350" indent="-514350">
              <a:buFont typeface="+mj-lt"/>
              <a:buAutoNum type="arabicPeriod"/>
            </a:pPr>
            <a:r>
              <a:rPr lang="en-US">
                <a:solidFill>
                  <a:srgbClr val="FF0000"/>
                </a:solidFill>
              </a:rPr>
              <a:t>Giải thuật thiết kế xử lý</a:t>
            </a:r>
          </a:p>
          <a:p>
            <a:pPr marL="514350" indent="-514350">
              <a:buFont typeface="+mj-lt"/>
              <a:buAutoNum type="arabicPeriod"/>
            </a:pPr>
            <a:r>
              <a:rPr lang="en-US"/>
              <a:t>Bài tập thiết kế xử lý</a:t>
            </a:r>
            <a:endParaRPr lang="en-US">
              <a:solidFill>
                <a:srgbClr val="FF0000"/>
              </a:solidFill>
            </a:endParaRPr>
          </a:p>
        </p:txBody>
      </p:sp>
    </p:spTree>
    <p:extLst>
      <p:ext uri="{BB962C8B-B14F-4D97-AF65-F5344CB8AC3E}">
        <p14:creationId xmlns:p14="http://schemas.microsoft.com/office/powerpoint/2010/main" val="121357772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895CE-8809-8078-CA94-A232E147C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068C6-5CD3-D474-75BF-6AC289CCCD6D}"/>
              </a:ext>
            </a:extLst>
          </p:cNvPr>
          <p:cNvSpPr>
            <a:spLocks noGrp="1"/>
          </p:cNvSpPr>
          <p:nvPr>
            <p:ph type="title"/>
          </p:nvPr>
        </p:nvSpPr>
        <p:spPr/>
        <p:txBody>
          <a:bodyPr/>
          <a:lstStyle/>
          <a:p>
            <a:r>
              <a:rPr lang="en-US"/>
              <a:t>Kết quả Thiết kế xử lý</a:t>
            </a:r>
          </a:p>
        </p:txBody>
      </p:sp>
      <p:sp>
        <p:nvSpPr>
          <p:cNvPr id="3" name="Content Placeholder 2">
            <a:extLst>
              <a:ext uri="{FF2B5EF4-FFF2-40B4-BE49-F238E27FC236}">
                <a16:creationId xmlns:a16="http://schemas.microsoft.com/office/drawing/2014/main" id="{0606FCCB-CA4C-C9B8-09DE-4A6140A4B3DD}"/>
              </a:ext>
            </a:extLst>
          </p:cNvPr>
          <p:cNvSpPr>
            <a:spLocks noGrp="1"/>
          </p:cNvSpPr>
          <p:nvPr>
            <p:ph sz="half" idx="1"/>
          </p:nvPr>
        </p:nvSpPr>
        <p:spPr/>
        <p:txBody>
          <a:bodyPr/>
          <a:lstStyle/>
          <a:p>
            <a:r>
              <a:rPr lang="vi-VN"/>
              <a:t>Danh sách các xử lý</a:t>
            </a:r>
            <a:r>
              <a:rPr lang="en-US"/>
              <a:t>.</a:t>
            </a:r>
          </a:p>
          <a:p>
            <a:r>
              <a:rPr lang="en-US">
                <a:solidFill>
                  <a:srgbClr val="FF0000"/>
                </a:solidFill>
              </a:rPr>
              <a:t>Thông tin chi tiết của xử lý  chính </a:t>
            </a:r>
            <a:r>
              <a:rPr lang="en-US"/>
              <a:t>(được trình bày theo template) trên từng màn hình giao diện.</a:t>
            </a:r>
          </a:p>
          <a:p>
            <a:endParaRPr lang="vi-VN"/>
          </a:p>
        </p:txBody>
      </p:sp>
      <p:pic>
        <p:nvPicPr>
          <p:cNvPr id="11" name="Content Placeholder 10">
            <a:extLst>
              <a:ext uri="{FF2B5EF4-FFF2-40B4-BE49-F238E27FC236}">
                <a16:creationId xmlns:a16="http://schemas.microsoft.com/office/drawing/2014/main" id="{CC9FF4D8-2412-9480-09EB-F32091A670C5}"/>
              </a:ext>
            </a:extLst>
          </p:cNvPr>
          <p:cNvPicPr>
            <a:picLocks noGrp="1" noChangeAspect="1"/>
          </p:cNvPicPr>
          <p:nvPr>
            <p:ph sz="half" idx="2"/>
          </p:nvPr>
        </p:nvPicPr>
        <p:blipFill>
          <a:blip r:embed="rId2"/>
          <a:stretch>
            <a:fillRect/>
          </a:stretch>
        </p:blipFill>
        <p:spPr>
          <a:xfrm>
            <a:off x="6197600" y="2324399"/>
            <a:ext cx="5384800" cy="3077565"/>
          </a:xfrm>
        </p:spPr>
      </p:pic>
    </p:spTree>
    <p:extLst>
      <p:ext uri="{BB962C8B-B14F-4D97-AF65-F5344CB8AC3E}">
        <p14:creationId xmlns:p14="http://schemas.microsoft.com/office/powerpoint/2010/main" val="12675922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B00B-A6BB-C45C-3395-39DC5401E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B5444-4841-906F-F88F-DCF5AF1CDCF9}"/>
              </a:ext>
            </a:extLst>
          </p:cNvPr>
          <p:cNvSpPr>
            <a:spLocks noGrp="1"/>
          </p:cNvSpPr>
          <p:nvPr>
            <p:ph type="title"/>
          </p:nvPr>
        </p:nvSpPr>
        <p:spPr/>
        <p:txBody>
          <a:bodyPr/>
          <a:lstStyle/>
          <a:p>
            <a:r>
              <a:rPr lang="en-US"/>
              <a:t>Kết quả Thiết kế xử lý</a:t>
            </a:r>
          </a:p>
        </p:txBody>
      </p:sp>
      <p:sp>
        <p:nvSpPr>
          <p:cNvPr id="3" name="Content Placeholder 2">
            <a:extLst>
              <a:ext uri="{FF2B5EF4-FFF2-40B4-BE49-F238E27FC236}">
                <a16:creationId xmlns:a16="http://schemas.microsoft.com/office/drawing/2014/main" id="{689AEA43-CF76-3FB1-C280-AB2350BC3FDB}"/>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F8748930-9484-996C-16B6-446539B20DFA}"/>
              </a:ext>
            </a:extLst>
          </p:cNvPr>
          <p:cNvGraphicFramePr>
            <a:graphicFrameLocks noGrp="1"/>
          </p:cNvGraphicFramePr>
          <p:nvPr>
            <p:ph idx="16"/>
          </p:nvPr>
        </p:nvGraphicFramePr>
        <p:xfrm>
          <a:off x="609600" y="2362200"/>
          <a:ext cx="10972800" cy="310896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2971800">
                  <a:extLst>
                    <a:ext uri="{9D8B030D-6E8A-4147-A177-3AD203B41FA5}">
                      <a16:colId xmlns:a16="http://schemas.microsoft.com/office/drawing/2014/main" val="31559138"/>
                    </a:ext>
                  </a:extLst>
                </a:gridCol>
                <a:gridCol w="4343400">
                  <a:extLst>
                    <a:ext uri="{9D8B030D-6E8A-4147-A177-3AD203B41FA5}">
                      <a16:colId xmlns:a16="http://schemas.microsoft.com/office/drawing/2014/main" val="537878083"/>
                    </a:ext>
                  </a:extLst>
                </a:gridCol>
                <a:gridCol w="27432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1</a:t>
                      </a:r>
                    </a:p>
                  </a:txBody>
                  <a:tcPr/>
                </a:tc>
                <a:tc>
                  <a:txBody>
                    <a:bodyPr/>
                    <a:lstStyle/>
                    <a:p>
                      <a:endParaRPr lang="en-US" sz="2800"/>
                    </a:p>
                  </a:txBody>
                  <a:tcPr/>
                </a:tc>
                <a:tc>
                  <a:txBody>
                    <a:bodyPr/>
                    <a:lstStyle/>
                    <a:p>
                      <a:endParaRPr lang="en-US" sz="2800"/>
                    </a:p>
                  </a:txBody>
                  <a:tcPr/>
                </a:tc>
                <a:tc>
                  <a:txBody>
                    <a:bodyPr/>
                    <a:lstStyle/>
                    <a:p>
                      <a:endParaRPr lang="en-US" sz="2800"/>
                    </a:p>
                  </a:txBody>
                  <a:tcPr/>
                </a:tc>
                <a:extLst>
                  <a:ext uri="{0D108BD9-81ED-4DB2-BD59-A6C34878D82A}">
                    <a16:rowId xmlns:a16="http://schemas.microsoft.com/office/drawing/2014/main" val="575821345"/>
                  </a:ext>
                </a:extLst>
              </a:tr>
              <a:tr h="370840">
                <a:tc>
                  <a:txBody>
                    <a:bodyPr/>
                    <a:lstStyle/>
                    <a:p>
                      <a:pPr algn="ctr"/>
                      <a:r>
                        <a:rPr lang="en-US" sz="2800"/>
                        <a:t>2</a:t>
                      </a:r>
                    </a:p>
                  </a:txBody>
                  <a:tcPr/>
                </a:tc>
                <a:tc>
                  <a:txBody>
                    <a:bodyPr/>
                    <a:lstStyle/>
                    <a:p>
                      <a:endParaRPr lang="en-US" sz="2800"/>
                    </a:p>
                  </a:txBody>
                  <a:tcPr/>
                </a:tc>
                <a:tc>
                  <a:txBody>
                    <a:bodyPr/>
                    <a:lstStyle/>
                    <a:p>
                      <a:endParaRPr lang="en-US" sz="2800"/>
                    </a:p>
                  </a:txBody>
                  <a:tcPr/>
                </a:tc>
                <a:tc>
                  <a:txBody>
                    <a:bodyPr/>
                    <a:lstStyle/>
                    <a:p>
                      <a:endParaRPr lang="en-US" sz="2800"/>
                    </a:p>
                  </a:txBody>
                  <a:tcPr/>
                </a:tc>
                <a:extLst>
                  <a:ext uri="{0D108BD9-81ED-4DB2-BD59-A6C34878D82A}">
                    <a16:rowId xmlns:a16="http://schemas.microsoft.com/office/drawing/2014/main" val="2926775726"/>
                  </a:ext>
                </a:extLst>
              </a:tr>
              <a:tr h="370840">
                <a:tc>
                  <a:txBody>
                    <a:bodyPr/>
                    <a:lstStyle/>
                    <a:p>
                      <a:pPr algn="ctr"/>
                      <a:r>
                        <a:rPr lang="en-US" sz="2800"/>
                        <a:t>3</a:t>
                      </a:r>
                    </a:p>
                  </a:txBody>
                  <a:tcPr/>
                </a:tc>
                <a:tc>
                  <a:txBody>
                    <a:bodyPr/>
                    <a:lstStyle/>
                    <a:p>
                      <a:endParaRPr lang="en-US" sz="2800"/>
                    </a:p>
                  </a:txBody>
                  <a:tcPr/>
                </a:tc>
                <a:tc>
                  <a:txBody>
                    <a:bodyPr/>
                    <a:lstStyle/>
                    <a:p>
                      <a:endParaRPr lang="en-US" sz="2800"/>
                    </a:p>
                  </a:txBody>
                  <a:tcPr/>
                </a:tc>
                <a:tc>
                  <a:txBody>
                    <a:bodyPr/>
                    <a:lstStyle/>
                    <a:p>
                      <a:endParaRPr lang="en-US" sz="2800"/>
                    </a:p>
                  </a:txBody>
                  <a:tcPr/>
                </a:tc>
                <a:extLst>
                  <a:ext uri="{0D108BD9-81ED-4DB2-BD59-A6C34878D82A}">
                    <a16:rowId xmlns:a16="http://schemas.microsoft.com/office/drawing/2014/main" val="2857033319"/>
                  </a:ext>
                </a:extLst>
              </a:tr>
              <a:tr h="370840">
                <a:tc>
                  <a:txBody>
                    <a:bodyPr/>
                    <a:lstStyle/>
                    <a:p>
                      <a:pPr algn="ctr"/>
                      <a:endParaRPr lang="en-US" sz="2800"/>
                    </a:p>
                  </a:txBody>
                  <a:tcPr/>
                </a:tc>
                <a:tc>
                  <a:txBody>
                    <a:bodyPr/>
                    <a:lstStyle/>
                    <a:p>
                      <a:endParaRPr lang="en-US" sz="2800"/>
                    </a:p>
                  </a:txBody>
                  <a:tcPr/>
                </a:tc>
                <a:tc>
                  <a:txBody>
                    <a:bodyPr/>
                    <a:lstStyle/>
                    <a:p>
                      <a:endParaRPr lang="en-US" sz="2800"/>
                    </a:p>
                  </a:txBody>
                  <a:tcPr/>
                </a:tc>
                <a:tc>
                  <a:txBody>
                    <a:bodyPr/>
                    <a:lstStyle/>
                    <a:p>
                      <a:endParaRPr lang="en-US" sz="2800"/>
                    </a:p>
                  </a:txBody>
                  <a:tcPr/>
                </a:tc>
                <a:extLst>
                  <a:ext uri="{0D108BD9-81ED-4DB2-BD59-A6C34878D82A}">
                    <a16:rowId xmlns:a16="http://schemas.microsoft.com/office/drawing/2014/main" val="3834053747"/>
                  </a:ext>
                </a:extLst>
              </a:tr>
              <a:tr h="370840">
                <a:tc>
                  <a:txBody>
                    <a:bodyPr/>
                    <a:lstStyle/>
                    <a:p>
                      <a:pPr algn="ctr"/>
                      <a:endParaRPr lang="en-US" sz="2800"/>
                    </a:p>
                  </a:txBody>
                  <a:tcPr/>
                </a:tc>
                <a:tc>
                  <a:txBody>
                    <a:bodyPr/>
                    <a:lstStyle/>
                    <a:p>
                      <a:endParaRPr lang="en-US" sz="2800"/>
                    </a:p>
                  </a:txBody>
                  <a:tcPr/>
                </a:tc>
                <a:tc>
                  <a:txBody>
                    <a:bodyPr/>
                    <a:lstStyle/>
                    <a:p>
                      <a:endParaRPr lang="en-US" sz="2800"/>
                    </a:p>
                  </a:txBody>
                  <a:tcPr/>
                </a:tc>
                <a:tc>
                  <a:txBody>
                    <a:bodyPr/>
                    <a:lstStyle/>
                    <a:p>
                      <a:endParaRPr lang="en-US" sz="2800"/>
                    </a:p>
                  </a:txBody>
                  <a:tcPr/>
                </a:tc>
                <a:extLst>
                  <a:ext uri="{0D108BD9-81ED-4DB2-BD59-A6C34878D82A}">
                    <a16:rowId xmlns:a16="http://schemas.microsoft.com/office/drawing/2014/main" val="2354900357"/>
                  </a:ext>
                </a:extLst>
              </a:tr>
            </a:tbl>
          </a:graphicData>
        </a:graphic>
      </p:graphicFrame>
    </p:spTree>
    <p:extLst>
      <p:ext uri="{BB962C8B-B14F-4D97-AF65-F5344CB8AC3E}">
        <p14:creationId xmlns:p14="http://schemas.microsoft.com/office/powerpoint/2010/main" val="130261033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8D2C2-4B0D-001B-6E44-5F0CD7D48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34CA1-95C9-E160-EE1F-DC3CF66742BF}"/>
              </a:ext>
            </a:extLst>
          </p:cNvPr>
          <p:cNvSpPr>
            <a:spLocks noGrp="1"/>
          </p:cNvSpPr>
          <p:nvPr>
            <p:ph type="title"/>
          </p:nvPr>
        </p:nvSpPr>
        <p:spPr/>
        <p:txBody>
          <a:bodyPr/>
          <a:lstStyle/>
          <a:p>
            <a:r>
              <a:rPr lang="en-US"/>
              <a:t>Kết quả Thiết kế xử lý</a:t>
            </a:r>
          </a:p>
        </p:txBody>
      </p:sp>
      <p:sp>
        <p:nvSpPr>
          <p:cNvPr id="3" name="Content Placeholder 2">
            <a:extLst>
              <a:ext uri="{FF2B5EF4-FFF2-40B4-BE49-F238E27FC236}">
                <a16:creationId xmlns:a16="http://schemas.microsoft.com/office/drawing/2014/main" id="{D905839D-9644-D05E-7CA9-D13EC14DA976}"/>
              </a:ext>
            </a:extLst>
          </p:cNvPr>
          <p:cNvSpPr>
            <a:spLocks noGrp="1"/>
          </p:cNvSpPr>
          <p:nvPr>
            <p:ph sz="half" idx="1"/>
          </p:nvPr>
        </p:nvSpPr>
        <p:spPr/>
        <p:txBody>
          <a:bodyPr/>
          <a:lstStyle/>
          <a:p>
            <a:r>
              <a:rPr lang="en-US"/>
              <a:t>Thông tin chi tiết của các xử lý được trình bày theo template của tổ chức làm phần mềm hay tổ chức sở hữu phần mềm.</a:t>
            </a:r>
          </a:p>
          <a:p>
            <a:endParaRPr lang="vi-VN"/>
          </a:p>
        </p:txBody>
      </p:sp>
      <p:sp>
        <p:nvSpPr>
          <p:cNvPr id="4" name="Content Placeholder 3">
            <a:extLst>
              <a:ext uri="{FF2B5EF4-FFF2-40B4-BE49-F238E27FC236}">
                <a16:creationId xmlns:a16="http://schemas.microsoft.com/office/drawing/2014/main" id="{0ECCAE1F-71F0-37FA-73EF-A446D7FC0587}"/>
              </a:ext>
            </a:extLst>
          </p:cNvPr>
          <p:cNvSpPr>
            <a:spLocks noGrp="1"/>
          </p:cNvSpPr>
          <p:nvPr>
            <p:ph sz="half" idx="2"/>
          </p:nvPr>
        </p:nvSpPr>
        <p:spPr/>
        <p:txBody>
          <a:bodyPr/>
          <a:lstStyle/>
          <a:p>
            <a:r>
              <a:rPr lang="en-US" sz="2400"/>
              <a:t>Template một xử lý</a:t>
            </a:r>
          </a:p>
          <a:p>
            <a:pPr lvl="1"/>
            <a:r>
              <a:rPr lang="vi-VN" sz="2400">
                <a:solidFill>
                  <a:srgbClr val="FF0000"/>
                </a:solidFill>
              </a:rPr>
              <a:t>Tên xử lý:</a:t>
            </a:r>
          </a:p>
          <a:p>
            <a:pPr lvl="1"/>
            <a:r>
              <a:rPr lang="vi-VN" sz="2400"/>
              <a:t>Ý nghĩa:</a:t>
            </a:r>
          </a:p>
          <a:p>
            <a:pPr lvl="1"/>
            <a:r>
              <a:rPr lang="vi-VN" sz="2400">
                <a:solidFill>
                  <a:srgbClr val="FF0000"/>
                </a:solidFill>
              </a:rPr>
              <a:t>Điều kiện thực hiện</a:t>
            </a:r>
            <a:r>
              <a:rPr lang="en-US" sz="2400">
                <a:solidFill>
                  <a:srgbClr val="FF0000"/>
                </a:solidFill>
              </a:rPr>
              <a:t>:</a:t>
            </a:r>
            <a:endParaRPr lang="vi-VN" sz="2400">
              <a:solidFill>
                <a:srgbClr val="FF0000"/>
              </a:solidFill>
            </a:endParaRPr>
          </a:p>
          <a:p>
            <a:pPr lvl="1"/>
            <a:r>
              <a:rPr lang="vi-VN" sz="2400"/>
              <a:t>Sơ đồ luồng dữ liệu</a:t>
            </a:r>
            <a:r>
              <a:rPr lang="en-US" sz="2400"/>
              <a:t>:</a:t>
            </a:r>
            <a:endParaRPr lang="vi-VN" sz="2400"/>
          </a:p>
          <a:p>
            <a:pPr lvl="2"/>
            <a:r>
              <a:rPr lang="en-US" sz="2400">
                <a:solidFill>
                  <a:srgbClr val="FF0000"/>
                </a:solidFill>
              </a:rPr>
              <a:t>Hình vẽ:</a:t>
            </a:r>
          </a:p>
          <a:p>
            <a:pPr lvl="2"/>
            <a:r>
              <a:rPr lang="en-US" sz="2400"/>
              <a:t>Các luồng dữ liệu:</a:t>
            </a:r>
          </a:p>
          <a:p>
            <a:pPr lvl="2"/>
            <a:r>
              <a:rPr lang="en-US" sz="2400">
                <a:solidFill>
                  <a:srgbClr val="FF0000"/>
                </a:solidFill>
              </a:rPr>
              <a:t>Thuật giải của xử lý:</a:t>
            </a:r>
          </a:p>
          <a:p>
            <a:pPr lvl="3"/>
            <a:r>
              <a:rPr lang="en-US" sz="2400"/>
              <a:t>Bước 01:</a:t>
            </a:r>
          </a:p>
          <a:p>
            <a:pPr lvl="3"/>
            <a:r>
              <a:rPr lang="en-US" sz="2400"/>
              <a:t>Bước 02:</a:t>
            </a:r>
          </a:p>
          <a:p>
            <a:pPr lvl="3"/>
            <a:r>
              <a:rPr lang="en-US" sz="2400"/>
              <a:t>…</a:t>
            </a:r>
          </a:p>
        </p:txBody>
      </p:sp>
    </p:spTree>
    <p:extLst>
      <p:ext uri="{BB962C8B-B14F-4D97-AF65-F5344CB8AC3E}">
        <p14:creationId xmlns:p14="http://schemas.microsoft.com/office/powerpoint/2010/main" val="208858496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84E70-507E-ED26-AF47-18B1CA8662B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1F23BB-DF57-4E9F-2520-443A99618E6B}"/>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0C7C1504-8F22-5ED0-0D39-21FDD2D2FBCF}"/>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Phân loại xử lý</a:t>
            </a:r>
          </a:p>
          <a:p>
            <a:pPr marL="514350" indent="-514350">
              <a:buFont typeface="+mj-lt"/>
              <a:buAutoNum type="arabicPeriod"/>
            </a:pPr>
            <a:r>
              <a:rPr lang="en-US"/>
              <a:t>Kết quả</a:t>
            </a:r>
          </a:p>
          <a:p>
            <a:pPr marL="514350" indent="-514350">
              <a:buFont typeface="+mj-lt"/>
              <a:buAutoNum type="arabicPeriod"/>
            </a:pPr>
            <a:r>
              <a:rPr lang="en-US">
                <a:solidFill>
                  <a:schemeClr val="tx1"/>
                </a:solidFill>
                <a:highlight>
                  <a:srgbClr val="FFFF00"/>
                </a:highlight>
              </a:rPr>
              <a:t>Giải thuật thiết kế xử lý</a:t>
            </a:r>
          </a:p>
          <a:p>
            <a:pPr marL="514350" indent="-514350">
              <a:buFont typeface="+mj-lt"/>
              <a:buAutoNum type="arabicPeriod"/>
            </a:pPr>
            <a:r>
              <a:rPr lang="en-US"/>
              <a:t>Bài tập thiết kế xử lý</a:t>
            </a:r>
            <a:endParaRPr lang="en-US">
              <a:solidFill>
                <a:srgbClr val="FF0000"/>
              </a:solidFill>
            </a:endParaRPr>
          </a:p>
        </p:txBody>
      </p:sp>
    </p:spTree>
    <p:extLst>
      <p:ext uri="{BB962C8B-B14F-4D97-AF65-F5344CB8AC3E}">
        <p14:creationId xmlns:p14="http://schemas.microsoft.com/office/powerpoint/2010/main" val="99744611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402BA-F0CA-F09C-D14E-193AC533F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DF8B8-B16F-83F2-8B24-30165E10F56E}"/>
              </a:ext>
            </a:extLst>
          </p:cNvPr>
          <p:cNvSpPr>
            <a:spLocks noGrp="1"/>
          </p:cNvSpPr>
          <p:nvPr>
            <p:ph type="title"/>
          </p:nvPr>
        </p:nvSpPr>
        <p:spPr/>
        <p:txBody>
          <a:bodyPr/>
          <a:lstStyle/>
          <a:p>
            <a:r>
              <a:rPr lang="en-US"/>
              <a:t>Giải thuật thiết kế xử lý</a:t>
            </a:r>
          </a:p>
        </p:txBody>
      </p:sp>
      <p:sp>
        <p:nvSpPr>
          <p:cNvPr id="3" name="Content Placeholder 2">
            <a:extLst>
              <a:ext uri="{FF2B5EF4-FFF2-40B4-BE49-F238E27FC236}">
                <a16:creationId xmlns:a16="http://schemas.microsoft.com/office/drawing/2014/main" id="{B85B1254-230A-1B84-7F66-51BE9032618B}"/>
              </a:ext>
            </a:extLst>
          </p:cNvPr>
          <p:cNvSpPr>
            <a:spLocks noGrp="1"/>
          </p:cNvSpPr>
          <p:nvPr>
            <p:ph idx="1"/>
          </p:nvPr>
        </p:nvSpPr>
        <p:spPr/>
        <p:txBody>
          <a:bodyPr/>
          <a:lstStyle/>
          <a:p>
            <a:r>
              <a:rPr lang="vi-VN"/>
              <a:t>Bước 1: Bổ sung các nút xử lý trên từng màn hình giao diện.</a:t>
            </a:r>
          </a:p>
          <a:p>
            <a:pPr lvl="1"/>
            <a:r>
              <a:rPr lang="en-US">
                <a:solidFill>
                  <a:srgbClr val="FF0000"/>
                </a:solidFill>
              </a:rPr>
              <a:t>Bổ sung n</a:t>
            </a:r>
            <a:r>
              <a:rPr lang="vi-VN">
                <a:solidFill>
                  <a:srgbClr val="FF0000"/>
                </a:solidFill>
              </a:rPr>
              <a:t>út xử lý nghiệp vụ.</a:t>
            </a:r>
          </a:p>
          <a:p>
            <a:pPr lvl="1"/>
            <a:r>
              <a:rPr lang="en-US"/>
              <a:t>Bổ sung n</a:t>
            </a:r>
            <a:r>
              <a:rPr lang="vi-VN"/>
              <a:t>út xử lý chất lượng.</a:t>
            </a:r>
          </a:p>
          <a:p>
            <a:pPr lvl="1"/>
            <a:r>
              <a:rPr lang="en-US">
                <a:solidFill>
                  <a:srgbClr val="FF0000"/>
                </a:solidFill>
              </a:rPr>
              <a:t>Bổ sung n</a:t>
            </a:r>
            <a:r>
              <a:rPr lang="vi-VN">
                <a:solidFill>
                  <a:srgbClr val="FF0000"/>
                </a:solidFill>
              </a:rPr>
              <a:t>út xử lý hệ thống.</a:t>
            </a:r>
          </a:p>
          <a:p>
            <a:r>
              <a:rPr lang="vi-VN"/>
              <a:t>Bước 2: Lập danh sách các xử lý trên từng màn hình giao diện.</a:t>
            </a:r>
          </a:p>
          <a:p>
            <a:r>
              <a:rPr lang="vi-VN">
                <a:solidFill>
                  <a:srgbClr val="FF0000"/>
                </a:solidFill>
              </a:rPr>
              <a:t>Bước 3: Mô tả chi tiết các xử lý quan trọng</a:t>
            </a:r>
            <a:r>
              <a:rPr lang="en-US">
                <a:solidFill>
                  <a:srgbClr val="FF0000"/>
                </a:solidFill>
              </a:rPr>
              <a:t> (mỗi một màn hình giao diện có một xử lý quan trọng – xử lý chính trên màn hình)</a:t>
            </a:r>
            <a:r>
              <a:rPr lang="vi-VN">
                <a:solidFill>
                  <a:srgbClr val="FF0000"/>
                </a:solidFill>
              </a:rPr>
              <a:t>.</a:t>
            </a:r>
          </a:p>
          <a:p>
            <a:r>
              <a:rPr lang="vi-VN"/>
              <a:t>Bước 4: Xem xét yêu cầu và cải tiến thuật giải (nếu có).</a:t>
            </a:r>
          </a:p>
        </p:txBody>
      </p:sp>
    </p:spTree>
    <p:extLst>
      <p:ext uri="{BB962C8B-B14F-4D97-AF65-F5344CB8AC3E}">
        <p14:creationId xmlns:p14="http://schemas.microsoft.com/office/powerpoint/2010/main" val="97166906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D604-071D-7D21-A905-F623DBA8EA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BFB08E-55BC-6BE5-3845-EC8CC8B44C59}"/>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77B0FB1D-0248-CA7A-937D-96551B75D48A}"/>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Phân loại xử lý</a:t>
            </a:r>
          </a:p>
          <a:p>
            <a:pPr marL="514350" indent="-514350">
              <a:buFont typeface="+mj-lt"/>
              <a:buAutoNum type="arabicPeriod"/>
            </a:pPr>
            <a:r>
              <a:rPr lang="en-US"/>
              <a:t>Kết quả</a:t>
            </a:r>
          </a:p>
          <a:p>
            <a:pPr marL="514350" indent="-514350">
              <a:buFont typeface="+mj-lt"/>
              <a:buAutoNum type="arabicPeriod"/>
            </a:pPr>
            <a:r>
              <a:rPr lang="en-US">
                <a:solidFill>
                  <a:srgbClr val="FF0000"/>
                </a:solidFill>
              </a:rPr>
              <a:t>Giải thuật thiết kế xử lý</a:t>
            </a:r>
          </a:p>
          <a:p>
            <a:pPr marL="514350" indent="-514350">
              <a:buFont typeface="+mj-lt"/>
              <a:buAutoNum type="arabicPeriod"/>
            </a:pPr>
            <a:r>
              <a:rPr lang="en-US">
                <a:solidFill>
                  <a:schemeClr val="tx1"/>
                </a:solidFill>
                <a:highlight>
                  <a:srgbClr val="FFFF00"/>
                </a:highlight>
              </a:rPr>
              <a:t>Bài tập thiết kế xử lý</a:t>
            </a:r>
          </a:p>
        </p:txBody>
      </p:sp>
    </p:spTree>
    <p:extLst>
      <p:ext uri="{BB962C8B-B14F-4D97-AF65-F5344CB8AC3E}">
        <p14:creationId xmlns:p14="http://schemas.microsoft.com/office/powerpoint/2010/main" val="39055625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B676B-33E3-6FCD-DE0D-FA93009EF72C}"/>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BFA9E0AC-8C80-932C-9C12-865BF0D9E3CE}"/>
              </a:ext>
            </a:extLst>
          </p:cNvPr>
          <p:cNvSpPr>
            <a:spLocks noGrp="1"/>
          </p:cNvSpPr>
          <p:nvPr>
            <p:ph idx="1"/>
          </p:nvPr>
        </p:nvSpPr>
        <p:spPr/>
        <p:txBody>
          <a:bodyPr/>
          <a:lstStyle/>
          <a:p>
            <a:r>
              <a:rPr lang="en-US"/>
              <a:t>Thiết kế xử lý màn hình giao diện cho yêu cầu phần mềm “Tiếp nhận hồ sơ đại lý”.</a:t>
            </a:r>
          </a:p>
          <a:p>
            <a:endParaRPr lang="en-US"/>
          </a:p>
        </p:txBody>
      </p:sp>
      <p:pic>
        <p:nvPicPr>
          <p:cNvPr id="10" name="Content Placeholder 13">
            <a:extLst>
              <a:ext uri="{FF2B5EF4-FFF2-40B4-BE49-F238E27FC236}">
                <a16:creationId xmlns:a16="http://schemas.microsoft.com/office/drawing/2014/main" id="{C7315BBF-8924-4771-23FE-95C14263FE5C}"/>
              </a:ext>
            </a:extLst>
          </p:cNvPr>
          <p:cNvPicPr>
            <a:picLocks noGrp="1" noChangeAspect="1"/>
          </p:cNvPicPr>
          <p:nvPr>
            <p:ph idx="16"/>
          </p:nvPr>
        </p:nvPicPr>
        <p:blipFill>
          <a:blip r:embed="rId2"/>
          <a:stretch>
            <a:fillRect/>
          </a:stretch>
        </p:blipFill>
        <p:spPr bwMode="auto">
          <a:xfrm>
            <a:off x="2933258" y="3302609"/>
            <a:ext cx="6325483" cy="2648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562985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D8729-829E-836E-F703-F38D5C2A4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4F1E3-2B3B-6BE2-7A21-272E363F54D5}"/>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FD300394-E34D-F8F3-742F-46E426A2DC21}"/>
              </a:ext>
            </a:extLst>
          </p:cNvPr>
          <p:cNvSpPr>
            <a:spLocks noGrp="1"/>
          </p:cNvSpPr>
          <p:nvPr>
            <p:ph idx="1"/>
          </p:nvPr>
        </p:nvSpPr>
        <p:spPr/>
        <p:txBody>
          <a:bodyPr/>
          <a:lstStyle/>
          <a:p>
            <a:r>
              <a:rPr lang="en-US"/>
              <a:t>Màn hình kết quả của yêu cầu phần mềm “Tiếp nhận hồ sơ đại lý”.</a:t>
            </a:r>
          </a:p>
          <a:p>
            <a:endParaRPr lang="en-US"/>
          </a:p>
        </p:txBody>
      </p:sp>
      <p:pic>
        <p:nvPicPr>
          <p:cNvPr id="5" name="Content Placeholder 4">
            <a:extLst>
              <a:ext uri="{FF2B5EF4-FFF2-40B4-BE49-F238E27FC236}">
                <a16:creationId xmlns:a16="http://schemas.microsoft.com/office/drawing/2014/main" id="{AB096831-6606-72BA-4511-B52D48590168}"/>
              </a:ext>
            </a:extLst>
          </p:cNvPr>
          <p:cNvPicPr>
            <a:picLocks noGrp="1" noChangeAspect="1"/>
          </p:cNvPicPr>
          <p:nvPr>
            <p:ph idx="16"/>
          </p:nvPr>
        </p:nvPicPr>
        <p:blipFill>
          <a:blip r:embed="rId2" cstate="print">
            <a:extLst>
              <a:ext uri="{28A0092B-C50C-407E-A947-70E740481C1C}">
                <a14:useLocalDpi xmlns:a14="http://schemas.microsoft.com/office/drawing/2010/main" val="0"/>
              </a:ext>
            </a:extLst>
          </a:blip>
          <a:srcRect/>
          <a:stretch/>
        </p:blipFill>
        <p:spPr bwMode="auto">
          <a:xfrm>
            <a:off x="2921442" y="3119438"/>
            <a:ext cx="6349116" cy="301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28819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4028-5E00-3F8E-02ED-D1C6EE7B7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0785B-1055-14B0-8DA7-3EC248FF0BF9}"/>
              </a:ext>
            </a:extLst>
          </p:cNvPr>
          <p:cNvSpPr>
            <a:spLocks noGrp="1"/>
          </p:cNvSpPr>
          <p:nvPr>
            <p:ph type="title"/>
          </p:nvPr>
        </p:nvSpPr>
        <p:spPr/>
        <p:txBody>
          <a:bodyPr/>
          <a:lstStyle/>
          <a:p>
            <a:r>
              <a:rPr lang="en-US"/>
              <a:t>Bài tập Thiết kế xử lý</a:t>
            </a:r>
          </a:p>
        </p:txBody>
      </p:sp>
      <p:sp>
        <p:nvSpPr>
          <p:cNvPr id="8" name="Text Placeholder 7">
            <a:extLst>
              <a:ext uri="{FF2B5EF4-FFF2-40B4-BE49-F238E27FC236}">
                <a16:creationId xmlns:a16="http://schemas.microsoft.com/office/drawing/2014/main" id="{79FD23E9-1E41-3D74-7AB3-8430C735E528}"/>
              </a:ext>
            </a:extLst>
          </p:cNvPr>
          <p:cNvSpPr>
            <a:spLocks noGrp="1"/>
          </p:cNvSpPr>
          <p:nvPr>
            <p:ph type="body" idx="1"/>
          </p:nvPr>
        </p:nvSpPr>
        <p:spPr/>
        <p:txBody>
          <a:bodyPr/>
          <a:lstStyle/>
          <a:p>
            <a:r>
              <a:rPr lang="vi-VN"/>
              <a:t>Bước 1</a:t>
            </a:r>
            <a:r>
              <a:rPr lang="en-US"/>
              <a:t>a</a:t>
            </a:r>
            <a:r>
              <a:rPr lang="vi-VN"/>
              <a:t>: Bổ sung </a:t>
            </a:r>
            <a:r>
              <a:rPr lang="en-US">
                <a:solidFill>
                  <a:schemeClr val="tx1"/>
                </a:solidFill>
                <a:highlight>
                  <a:srgbClr val="00FFFF"/>
                </a:highlight>
              </a:rPr>
              <a:t>nút xử lý nghiệp vụ</a:t>
            </a:r>
            <a:r>
              <a:rPr lang="vi-VN"/>
              <a:t>.</a:t>
            </a:r>
          </a:p>
        </p:txBody>
      </p:sp>
      <p:pic>
        <p:nvPicPr>
          <p:cNvPr id="10" name="Content Placeholder 4">
            <a:extLst>
              <a:ext uri="{FF2B5EF4-FFF2-40B4-BE49-F238E27FC236}">
                <a16:creationId xmlns:a16="http://schemas.microsoft.com/office/drawing/2014/main" id="{269447EE-70D4-C5B2-D2D2-A4F5864F23DA}"/>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a:stretch/>
        </p:blipFill>
        <p:spPr>
          <a:xfrm>
            <a:off x="169488" y="2662776"/>
            <a:ext cx="6266612" cy="2975486"/>
          </a:xfrm>
          <a:prstGeom prst="rect">
            <a:avLst/>
          </a:prstGeom>
        </p:spPr>
      </p:pic>
      <p:sp>
        <p:nvSpPr>
          <p:cNvPr id="16" name="Content Placeholder 15">
            <a:extLst>
              <a:ext uri="{FF2B5EF4-FFF2-40B4-BE49-F238E27FC236}">
                <a16:creationId xmlns:a16="http://schemas.microsoft.com/office/drawing/2014/main" id="{8F280B18-3E27-5077-686E-B229CD1AEEF3}"/>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135481232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A2370-FD1B-002F-65DE-E85BC45AA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47B9D-2596-FB78-8A8C-36E42BAB7FCD}"/>
              </a:ext>
            </a:extLst>
          </p:cNvPr>
          <p:cNvSpPr>
            <a:spLocks noGrp="1"/>
          </p:cNvSpPr>
          <p:nvPr>
            <p:ph type="title"/>
          </p:nvPr>
        </p:nvSpPr>
        <p:spPr/>
        <p:txBody>
          <a:bodyPr/>
          <a:lstStyle/>
          <a:p>
            <a:r>
              <a:rPr lang="en-US"/>
              <a:t>Bài tập Thiết kế xử lý</a:t>
            </a:r>
          </a:p>
        </p:txBody>
      </p:sp>
      <p:sp>
        <p:nvSpPr>
          <p:cNvPr id="8" name="Text Placeholder 7">
            <a:extLst>
              <a:ext uri="{FF2B5EF4-FFF2-40B4-BE49-F238E27FC236}">
                <a16:creationId xmlns:a16="http://schemas.microsoft.com/office/drawing/2014/main" id="{EB1AF257-C42D-61C9-066D-2C9DDF2AAB97}"/>
              </a:ext>
            </a:extLst>
          </p:cNvPr>
          <p:cNvSpPr>
            <a:spLocks noGrp="1"/>
          </p:cNvSpPr>
          <p:nvPr>
            <p:ph type="body" idx="1"/>
          </p:nvPr>
        </p:nvSpPr>
        <p:spPr/>
        <p:txBody>
          <a:bodyPr/>
          <a:lstStyle/>
          <a:p>
            <a:r>
              <a:rPr lang="vi-VN"/>
              <a:t>Bước 1</a:t>
            </a:r>
            <a:r>
              <a:rPr lang="en-US"/>
              <a:t>a</a:t>
            </a:r>
            <a:r>
              <a:rPr lang="vi-VN"/>
              <a:t>: Bổ sung </a:t>
            </a:r>
            <a:r>
              <a:rPr lang="en-US">
                <a:solidFill>
                  <a:schemeClr val="tx1"/>
                </a:solidFill>
                <a:highlight>
                  <a:srgbClr val="00FFFF"/>
                </a:highlight>
              </a:rPr>
              <a:t>nút xử lý nghiệp vụ</a:t>
            </a:r>
            <a:r>
              <a:rPr lang="vi-VN"/>
              <a:t>.</a:t>
            </a:r>
          </a:p>
        </p:txBody>
      </p:sp>
      <p:pic>
        <p:nvPicPr>
          <p:cNvPr id="10" name="Content Placeholder 4">
            <a:extLst>
              <a:ext uri="{FF2B5EF4-FFF2-40B4-BE49-F238E27FC236}">
                <a16:creationId xmlns:a16="http://schemas.microsoft.com/office/drawing/2014/main" id="{18475F29-D3DF-7BA9-1F06-23E767F6F070}"/>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a:stretch/>
        </p:blipFill>
        <p:spPr>
          <a:xfrm>
            <a:off x="169488" y="2662776"/>
            <a:ext cx="6266612" cy="2975486"/>
          </a:xfrm>
          <a:prstGeom prst="rect">
            <a:avLst/>
          </a:prstGeom>
        </p:spPr>
      </p:pic>
      <p:pic>
        <p:nvPicPr>
          <p:cNvPr id="15" name="Content Placeholder 14">
            <a:extLst>
              <a:ext uri="{FF2B5EF4-FFF2-40B4-BE49-F238E27FC236}">
                <a16:creationId xmlns:a16="http://schemas.microsoft.com/office/drawing/2014/main" id="{F166287A-2521-1450-4D6B-F08E18965194}"/>
              </a:ext>
            </a:extLst>
          </p:cNvPr>
          <p:cNvPicPr>
            <a:picLocks noGrp="1" noChangeAspect="1"/>
          </p:cNvPicPr>
          <p:nvPr>
            <p:ph sz="quarter" idx="4"/>
          </p:nvPr>
        </p:nvPicPr>
        <p:blipFill>
          <a:blip r:embed="rId3"/>
          <a:stretch>
            <a:fillRect/>
          </a:stretch>
        </p:blipFill>
        <p:spPr>
          <a:xfrm>
            <a:off x="6573838" y="2662775"/>
            <a:ext cx="5389562" cy="2975487"/>
          </a:xfrm>
        </p:spPr>
      </p:pic>
    </p:spTree>
    <p:extLst>
      <p:ext uri="{BB962C8B-B14F-4D97-AF65-F5344CB8AC3E}">
        <p14:creationId xmlns:p14="http://schemas.microsoft.com/office/powerpoint/2010/main" val="108557779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9A2F9-068E-D1DB-FA45-51E091534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BDA62-769B-628B-8248-3F67D01E091C}"/>
              </a:ext>
            </a:extLst>
          </p:cNvPr>
          <p:cNvSpPr>
            <a:spLocks noGrp="1"/>
          </p:cNvSpPr>
          <p:nvPr>
            <p:ph type="title"/>
          </p:nvPr>
        </p:nvSpPr>
        <p:spPr/>
        <p:txBody>
          <a:bodyPr/>
          <a:lstStyle/>
          <a:p>
            <a:r>
              <a:rPr lang="en-US"/>
              <a:t>Bài tập Thiết kế xử lý</a:t>
            </a:r>
          </a:p>
        </p:txBody>
      </p:sp>
      <p:sp>
        <p:nvSpPr>
          <p:cNvPr id="8" name="Text Placeholder 7">
            <a:extLst>
              <a:ext uri="{FF2B5EF4-FFF2-40B4-BE49-F238E27FC236}">
                <a16:creationId xmlns:a16="http://schemas.microsoft.com/office/drawing/2014/main" id="{D0688749-E1E9-1CCA-0C9A-F181DB9249F1}"/>
              </a:ext>
            </a:extLst>
          </p:cNvPr>
          <p:cNvSpPr>
            <a:spLocks noGrp="1"/>
          </p:cNvSpPr>
          <p:nvPr>
            <p:ph type="body" idx="1"/>
          </p:nvPr>
        </p:nvSpPr>
        <p:spPr/>
        <p:txBody>
          <a:bodyPr/>
          <a:lstStyle/>
          <a:p>
            <a:r>
              <a:rPr lang="vi-VN"/>
              <a:t>Bước 1</a:t>
            </a:r>
            <a:r>
              <a:rPr lang="en-US"/>
              <a:t>b</a:t>
            </a:r>
            <a:r>
              <a:rPr lang="vi-VN"/>
              <a:t>: Bổ sung </a:t>
            </a:r>
            <a:r>
              <a:rPr lang="en-US">
                <a:solidFill>
                  <a:schemeClr val="tx1"/>
                </a:solidFill>
                <a:highlight>
                  <a:srgbClr val="00FFFF"/>
                </a:highlight>
              </a:rPr>
              <a:t>nút xử lý hệ thống</a:t>
            </a:r>
            <a:r>
              <a:rPr lang="vi-VN"/>
              <a:t>.</a:t>
            </a:r>
          </a:p>
        </p:txBody>
      </p:sp>
      <p:pic>
        <p:nvPicPr>
          <p:cNvPr id="7" name="Content Placeholder 14">
            <a:extLst>
              <a:ext uri="{FF2B5EF4-FFF2-40B4-BE49-F238E27FC236}">
                <a16:creationId xmlns:a16="http://schemas.microsoft.com/office/drawing/2014/main" id="{B253BAEE-B2EA-4CFC-0DB7-002513D0480D}"/>
              </a:ext>
            </a:extLst>
          </p:cNvPr>
          <p:cNvPicPr>
            <a:picLocks noGrp="1" noChangeAspect="1"/>
          </p:cNvPicPr>
          <p:nvPr>
            <p:ph sz="half" idx="2"/>
          </p:nvPr>
        </p:nvPicPr>
        <p:blipFill>
          <a:blip r:embed="rId2"/>
          <a:stretch>
            <a:fillRect/>
          </a:stretch>
        </p:blipFill>
        <p:spPr>
          <a:xfrm>
            <a:off x="609600" y="2663651"/>
            <a:ext cx="5386388" cy="2973735"/>
          </a:xfrm>
        </p:spPr>
      </p:pic>
      <p:sp>
        <p:nvSpPr>
          <p:cNvPr id="13" name="Content Placeholder 12">
            <a:extLst>
              <a:ext uri="{FF2B5EF4-FFF2-40B4-BE49-F238E27FC236}">
                <a16:creationId xmlns:a16="http://schemas.microsoft.com/office/drawing/2014/main" id="{59247DE8-38DA-B6D6-33AF-02226000A37F}"/>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418669239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6F7AC-7C9E-29BE-6601-19F6202F2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06BA2-E218-BD17-EB07-B11D3ADDF515}"/>
              </a:ext>
            </a:extLst>
          </p:cNvPr>
          <p:cNvSpPr>
            <a:spLocks noGrp="1"/>
          </p:cNvSpPr>
          <p:nvPr>
            <p:ph type="title"/>
          </p:nvPr>
        </p:nvSpPr>
        <p:spPr/>
        <p:txBody>
          <a:bodyPr/>
          <a:lstStyle/>
          <a:p>
            <a:r>
              <a:rPr lang="en-US"/>
              <a:t>Bài tập Thiết kế xử lý</a:t>
            </a:r>
          </a:p>
        </p:txBody>
      </p:sp>
      <p:sp>
        <p:nvSpPr>
          <p:cNvPr id="8" name="Text Placeholder 7">
            <a:extLst>
              <a:ext uri="{FF2B5EF4-FFF2-40B4-BE49-F238E27FC236}">
                <a16:creationId xmlns:a16="http://schemas.microsoft.com/office/drawing/2014/main" id="{5BB9F808-1B64-40F8-B6E5-C39E92E53B1B}"/>
              </a:ext>
            </a:extLst>
          </p:cNvPr>
          <p:cNvSpPr>
            <a:spLocks noGrp="1"/>
          </p:cNvSpPr>
          <p:nvPr>
            <p:ph type="body" idx="1"/>
          </p:nvPr>
        </p:nvSpPr>
        <p:spPr/>
        <p:txBody>
          <a:bodyPr/>
          <a:lstStyle/>
          <a:p>
            <a:r>
              <a:rPr lang="vi-VN"/>
              <a:t>Bước 1</a:t>
            </a:r>
            <a:r>
              <a:rPr lang="en-US"/>
              <a:t>b</a:t>
            </a:r>
            <a:r>
              <a:rPr lang="vi-VN"/>
              <a:t>: Bổ sung </a:t>
            </a:r>
            <a:r>
              <a:rPr lang="en-US">
                <a:solidFill>
                  <a:schemeClr val="tx1"/>
                </a:solidFill>
                <a:highlight>
                  <a:srgbClr val="00FFFF"/>
                </a:highlight>
              </a:rPr>
              <a:t>nút xử lý hệ thống</a:t>
            </a:r>
            <a:r>
              <a:rPr lang="vi-VN"/>
              <a:t>.</a:t>
            </a:r>
          </a:p>
        </p:txBody>
      </p:sp>
      <p:pic>
        <p:nvPicPr>
          <p:cNvPr id="12" name="Content Placeholder 11">
            <a:extLst>
              <a:ext uri="{FF2B5EF4-FFF2-40B4-BE49-F238E27FC236}">
                <a16:creationId xmlns:a16="http://schemas.microsoft.com/office/drawing/2014/main" id="{7F211C87-279A-F741-20C4-706A14A5DB1F}"/>
              </a:ext>
            </a:extLst>
          </p:cNvPr>
          <p:cNvPicPr>
            <a:picLocks noGrp="1" noChangeAspect="1"/>
          </p:cNvPicPr>
          <p:nvPr>
            <p:ph sz="quarter" idx="4"/>
          </p:nvPr>
        </p:nvPicPr>
        <p:blipFill>
          <a:blip r:embed="rId2"/>
          <a:stretch>
            <a:fillRect/>
          </a:stretch>
        </p:blipFill>
        <p:spPr>
          <a:xfrm>
            <a:off x="6192838" y="2662775"/>
            <a:ext cx="5389562" cy="2975487"/>
          </a:xfrm>
        </p:spPr>
      </p:pic>
      <p:pic>
        <p:nvPicPr>
          <p:cNvPr id="7" name="Content Placeholder 14">
            <a:extLst>
              <a:ext uri="{FF2B5EF4-FFF2-40B4-BE49-F238E27FC236}">
                <a16:creationId xmlns:a16="http://schemas.microsoft.com/office/drawing/2014/main" id="{880458B4-B094-D998-5919-35102B18F11F}"/>
              </a:ext>
            </a:extLst>
          </p:cNvPr>
          <p:cNvPicPr>
            <a:picLocks noGrp="1" noChangeAspect="1"/>
          </p:cNvPicPr>
          <p:nvPr>
            <p:ph sz="half" idx="2"/>
          </p:nvPr>
        </p:nvPicPr>
        <p:blipFill>
          <a:blip r:embed="rId3"/>
          <a:stretch>
            <a:fillRect/>
          </a:stretch>
        </p:blipFill>
        <p:spPr>
          <a:xfrm>
            <a:off x="609600" y="2663651"/>
            <a:ext cx="5386388" cy="2973735"/>
          </a:xfrm>
        </p:spPr>
      </p:pic>
    </p:spTree>
    <p:extLst>
      <p:ext uri="{BB962C8B-B14F-4D97-AF65-F5344CB8AC3E}">
        <p14:creationId xmlns:p14="http://schemas.microsoft.com/office/powerpoint/2010/main" val="328480217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EC01-E4B4-603C-99E4-DA9AF7F4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84AD8-858B-44EC-DEFB-B73F98888F12}"/>
              </a:ext>
            </a:extLst>
          </p:cNvPr>
          <p:cNvSpPr>
            <a:spLocks noGrp="1"/>
          </p:cNvSpPr>
          <p:nvPr>
            <p:ph type="title"/>
          </p:nvPr>
        </p:nvSpPr>
        <p:spPr/>
        <p:txBody>
          <a:bodyPr/>
          <a:lstStyle/>
          <a:p>
            <a:r>
              <a:rPr lang="en-US"/>
              <a:t>Bài tập Thiết kế xử lý</a:t>
            </a:r>
          </a:p>
        </p:txBody>
      </p:sp>
      <p:sp>
        <p:nvSpPr>
          <p:cNvPr id="8" name="Text Placeholder 7">
            <a:extLst>
              <a:ext uri="{FF2B5EF4-FFF2-40B4-BE49-F238E27FC236}">
                <a16:creationId xmlns:a16="http://schemas.microsoft.com/office/drawing/2014/main" id="{F6357436-CF7E-0052-BA78-5FF81750B3B4}"/>
              </a:ext>
            </a:extLst>
          </p:cNvPr>
          <p:cNvSpPr>
            <a:spLocks noGrp="1"/>
          </p:cNvSpPr>
          <p:nvPr>
            <p:ph type="body" idx="1"/>
          </p:nvPr>
        </p:nvSpPr>
        <p:spPr/>
        <p:txBody>
          <a:bodyPr/>
          <a:lstStyle/>
          <a:p>
            <a:r>
              <a:rPr lang="vi-VN"/>
              <a:t>Bước 1</a:t>
            </a:r>
            <a:r>
              <a:rPr lang="en-US"/>
              <a:t>c</a:t>
            </a:r>
            <a:r>
              <a:rPr lang="vi-VN"/>
              <a:t>: Bổ sung </a:t>
            </a:r>
            <a:r>
              <a:rPr lang="en-US">
                <a:solidFill>
                  <a:schemeClr val="tx1"/>
                </a:solidFill>
                <a:highlight>
                  <a:srgbClr val="00FFFF"/>
                </a:highlight>
              </a:rPr>
              <a:t>nút xử lý chất lượng</a:t>
            </a:r>
            <a:r>
              <a:rPr lang="vi-VN"/>
              <a:t>.</a:t>
            </a:r>
          </a:p>
        </p:txBody>
      </p:sp>
      <p:pic>
        <p:nvPicPr>
          <p:cNvPr id="5" name="Content Placeholder 4">
            <a:extLst>
              <a:ext uri="{FF2B5EF4-FFF2-40B4-BE49-F238E27FC236}">
                <a16:creationId xmlns:a16="http://schemas.microsoft.com/office/drawing/2014/main" id="{F58B7C57-C738-60D3-18AD-4E54095743E8}"/>
              </a:ext>
            </a:extLst>
          </p:cNvPr>
          <p:cNvPicPr>
            <a:picLocks noGrp="1" noChangeAspect="1"/>
          </p:cNvPicPr>
          <p:nvPr>
            <p:ph sz="half" idx="2"/>
          </p:nvPr>
        </p:nvPicPr>
        <p:blipFill>
          <a:blip r:embed="rId2"/>
          <a:stretch>
            <a:fillRect/>
          </a:stretch>
        </p:blipFill>
        <p:spPr>
          <a:xfrm>
            <a:off x="609600" y="2663651"/>
            <a:ext cx="5386388" cy="2973735"/>
          </a:xfrm>
        </p:spPr>
      </p:pic>
      <p:sp>
        <p:nvSpPr>
          <p:cNvPr id="11" name="Content Placeholder 10">
            <a:extLst>
              <a:ext uri="{FF2B5EF4-FFF2-40B4-BE49-F238E27FC236}">
                <a16:creationId xmlns:a16="http://schemas.microsoft.com/office/drawing/2014/main" id="{E04CD879-35EC-2E90-D0C5-7D3DC091FC90}"/>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109302759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A2420-647E-60A3-0166-C790E2185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FAEBF-A2BE-D7A4-F215-F62467E97AF2}"/>
              </a:ext>
            </a:extLst>
          </p:cNvPr>
          <p:cNvSpPr>
            <a:spLocks noGrp="1"/>
          </p:cNvSpPr>
          <p:nvPr>
            <p:ph type="title"/>
          </p:nvPr>
        </p:nvSpPr>
        <p:spPr/>
        <p:txBody>
          <a:bodyPr/>
          <a:lstStyle/>
          <a:p>
            <a:r>
              <a:rPr lang="en-US"/>
              <a:t>Bài tập Thiết kế xử lý</a:t>
            </a:r>
          </a:p>
        </p:txBody>
      </p:sp>
      <p:sp>
        <p:nvSpPr>
          <p:cNvPr id="8" name="Text Placeholder 7">
            <a:extLst>
              <a:ext uri="{FF2B5EF4-FFF2-40B4-BE49-F238E27FC236}">
                <a16:creationId xmlns:a16="http://schemas.microsoft.com/office/drawing/2014/main" id="{04A7D18F-4CDF-00B8-40CE-C400FF3ACB03}"/>
              </a:ext>
            </a:extLst>
          </p:cNvPr>
          <p:cNvSpPr>
            <a:spLocks noGrp="1"/>
          </p:cNvSpPr>
          <p:nvPr>
            <p:ph type="body" idx="1"/>
          </p:nvPr>
        </p:nvSpPr>
        <p:spPr/>
        <p:txBody>
          <a:bodyPr/>
          <a:lstStyle/>
          <a:p>
            <a:r>
              <a:rPr lang="vi-VN"/>
              <a:t>Bước 1</a:t>
            </a:r>
            <a:r>
              <a:rPr lang="en-US"/>
              <a:t>c</a:t>
            </a:r>
            <a:r>
              <a:rPr lang="vi-VN"/>
              <a:t>: Bổ sung </a:t>
            </a:r>
            <a:r>
              <a:rPr lang="en-US">
                <a:solidFill>
                  <a:schemeClr val="tx1"/>
                </a:solidFill>
                <a:highlight>
                  <a:srgbClr val="00FFFF"/>
                </a:highlight>
              </a:rPr>
              <a:t>nút xử lý chất lượng</a:t>
            </a:r>
            <a:r>
              <a:rPr lang="vi-VN"/>
              <a:t>.</a:t>
            </a:r>
          </a:p>
        </p:txBody>
      </p:sp>
      <p:pic>
        <p:nvPicPr>
          <p:cNvPr id="7" name="Content Placeholder 6">
            <a:extLst>
              <a:ext uri="{FF2B5EF4-FFF2-40B4-BE49-F238E27FC236}">
                <a16:creationId xmlns:a16="http://schemas.microsoft.com/office/drawing/2014/main" id="{168116C6-ACFC-5862-F84E-EB1B5EB8C3F4}"/>
              </a:ext>
            </a:extLst>
          </p:cNvPr>
          <p:cNvPicPr>
            <a:picLocks noGrp="1" noChangeAspect="1"/>
          </p:cNvPicPr>
          <p:nvPr>
            <p:ph sz="quarter" idx="4"/>
          </p:nvPr>
        </p:nvPicPr>
        <p:blipFill>
          <a:blip r:embed="rId2"/>
          <a:stretch>
            <a:fillRect/>
          </a:stretch>
        </p:blipFill>
        <p:spPr>
          <a:xfrm>
            <a:off x="6192838" y="2662775"/>
            <a:ext cx="5389562" cy="2975487"/>
          </a:xfrm>
        </p:spPr>
      </p:pic>
      <p:pic>
        <p:nvPicPr>
          <p:cNvPr id="5" name="Content Placeholder 4">
            <a:extLst>
              <a:ext uri="{FF2B5EF4-FFF2-40B4-BE49-F238E27FC236}">
                <a16:creationId xmlns:a16="http://schemas.microsoft.com/office/drawing/2014/main" id="{489A7139-EE35-EC11-4A6C-372C00D8C5DF}"/>
              </a:ext>
            </a:extLst>
          </p:cNvPr>
          <p:cNvPicPr>
            <a:picLocks noGrp="1" noChangeAspect="1"/>
          </p:cNvPicPr>
          <p:nvPr>
            <p:ph sz="half" idx="2"/>
          </p:nvPr>
        </p:nvPicPr>
        <p:blipFill>
          <a:blip r:embed="rId3"/>
          <a:stretch>
            <a:fillRect/>
          </a:stretch>
        </p:blipFill>
        <p:spPr>
          <a:xfrm>
            <a:off x="609600" y="2663651"/>
            <a:ext cx="5386388" cy="2973735"/>
          </a:xfrm>
        </p:spPr>
      </p:pic>
    </p:spTree>
    <p:extLst>
      <p:ext uri="{BB962C8B-B14F-4D97-AF65-F5344CB8AC3E}">
        <p14:creationId xmlns:p14="http://schemas.microsoft.com/office/powerpoint/2010/main" val="315899645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428B-27F0-1D7C-FCBF-5A7DD451E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1A24C-F772-80F0-464E-CBA501E9D79F}"/>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6CF18430-266B-098B-F6A2-3F4CEED3AC75}"/>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DD67240F-C995-52D5-655A-7A76934002BB}"/>
              </a:ext>
            </a:extLst>
          </p:cNvPr>
          <p:cNvPicPr>
            <a:picLocks noChangeAspect="1"/>
          </p:cNvPicPr>
          <p:nvPr/>
        </p:nvPicPr>
        <p:blipFill>
          <a:blip r:embed="rId2"/>
          <a:stretch>
            <a:fillRect/>
          </a:stretch>
        </p:blipFill>
        <p:spPr>
          <a:xfrm>
            <a:off x="2189162" y="2200789"/>
            <a:ext cx="6802438" cy="3755510"/>
          </a:xfrm>
          <a:prstGeom prst="rect">
            <a:avLst/>
          </a:prstGeom>
        </p:spPr>
      </p:pic>
    </p:spTree>
    <p:extLst>
      <p:ext uri="{BB962C8B-B14F-4D97-AF65-F5344CB8AC3E}">
        <p14:creationId xmlns:p14="http://schemas.microsoft.com/office/powerpoint/2010/main" val="408615636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2F13C-3322-AF94-2BAF-491945CF2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A9487-D474-363A-41CB-5E200AA1EB04}"/>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E387BFBE-8FD9-5E40-CB09-B104BE4BDC14}"/>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0EDA5089-6A87-BD2D-8D8C-726FE0C9FC9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206084313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525EE-5380-E511-4FE8-92B344566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B9368-FBA8-714B-CF90-76BBAD2BC3D7}"/>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2DF4B844-2169-AB93-D933-D87DF8DC0650}"/>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70977EEA-14F7-E9DC-A7E7-175E2FA540A7}"/>
              </a:ext>
            </a:extLst>
          </p:cNvPr>
          <p:cNvGraphicFramePr>
            <a:graphicFrameLocks noGrp="1"/>
          </p:cNvGraphicFramePr>
          <p:nvPr>
            <p:ph idx="16"/>
            <p:extLst>
              <p:ext uri="{D42A27DB-BD31-4B8C-83A1-F6EECF244321}">
                <p14:modId xmlns:p14="http://schemas.microsoft.com/office/powerpoint/2010/main" val="1473324518"/>
              </p:ext>
            </p:extLst>
          </p:nvPr>
        </p:nvGraphicFramePr>
        <p:xfrm>
          <a:off x="609600" y="2057400"/>
          <a:ext cx="10972800" cy="146304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1</a:t>
                      </a:r>
                    </a:p>
                  </a:txBody>
                  <a:tcPr anchor="ctr"/>
                </a:tc>
                <a:tc>
                  <a:txBody>
                    <a:bodyPr/>
                    <a:lstStyle/>
                    <a:p>
                      <a:r>
                        <a:rPr lang="en-US" sz="2800"/>
                        <a:t>Phát sinh mã đại lý</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575821345"/>
                  </a:ext>
                </a:extLst>
              </a:tr>
            </a:tbl>
          </a:graphicData>
        </a:graphic>
      </p:graphicFrame>
    </p:spTree>
    <p:extLst>
      <p:ext uri="{BB962C8B-B14F-4D97-AF65-F5344CB8AC3E}">
        <p14:creationId xmlns:p14="http://schemas.microsoft.com/office/powerpoint/2010/main" val="392028694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A9AD4-8FAB-99E5-CE88-0B6EE8BC1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98CBCB-9536-A82E-E074-4CD385107C01}"/>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2B90360E-F0AD-D28F-7A33-60C8C34B6868}"/>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1DC19CA5-6753-2BC6-28A8-E1B9A49F58E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388286812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0D1E8-53A8-EC59-1DB6-3BB22C643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628DB-AEF6-233A-9FE5-487988A1F2EB}"/>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96B78ED7-64BA-3165-42EC-54D4AAE319D6}"/>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DADC14D6-2868-EDC4-BC2B-947E01FACFBE}"/>
              </a:ext>
            </a:extLst>
          </p:cNvPr>
          <p:cNvGraphicFramePr>
            <a:graphicFrameLocks noGrp="1"/>
          </p:cNvGraphicFramePr>
          <p:nvPr>
            <p:ph idx="16"/>
            <p:extLst>
              <p:ext uri="{D42A27DB-BD31-4B8C-83A1-F6EECF244321}">
                <p14:modId xmlns:p14="http://schemas.microsoft.com/office/powerpoint/2010/main" val="490467781"/>
              </p:ext>
            </p:extLst>
          </p:nvPr>
        </p:nvGraphicFramePr>
        <p:xfrm>
          <a:off x="609600" y="2057400"/>
          <a:ext cx="10972800" cy="240792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1</a:t>
                      </a:r>
                    </a:p>
                  </a:txBody>
                  <a:tcPr anchor="ctr"/>
                </a:tc>
                <a:tc>
                  <a:txBody>
                    <a:bodyPr/>
                    <a:lstStyle/>
                    <a:p>
                      <a:r>
                        <a:rPr lang="en-US" sz="2800"/>
                        <a:t>Phát sinh mã đại lý</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575821345"/>
                  </a:ext>
                </a:extLst>
              </a:tr>
              <a:tr h="370840">
                <a:tc>
                  <a:txBody>
                    <a:bodyPr/>
                    <a:lstStyle/>
                    <a:p>
                      <a:pPr algn="ctr"/>
                      <a:r>
                        <a:rPr lang="en-US" sz="2800"/>
                        <a:t>2</a:t>
                      </a:r>
                    </a:p>
                  </a:txBody>
                  <a:tcPr anchor="ctr"/>
                </a:tc>
                <a:tc>
                  <a:txBody>
                    <a:bodyPr/>
                    <a:lstStyle/>
                    <a:p>
                      <a:r>
                        <a:rPr lang="en-US" sz="2800"/>
                        <a:t>Nạp danh sách loại đại lý</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bl>
          </a:graphicData>
        </a:graphic>
      </p:graphicFrame>
    </p:spTree>
    <p:extLst>
      <p:ext uri="{BB962C8B-B14F-4D97-AF65-F5344CB8AC3E}">
        <p14:creationId xmlns:p14="http://schemas.microsoft.com/office/powerpoint/2010/main" val="374156191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7016A-904D-6254-A5D3-4BB107DE0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9CE1F-7334-40A4-1E57-E0EB0603A887}"/>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A43EFCDE-48EC-2A9C-CDA2-2BD7C15E4A90}"/>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2A08EBB2-E0F7-99A0-8DBF-A8EBCE60B2E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269525740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A4B17-8AAA-7CBA-5C32-66BB33F592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1147A-3E8E-48D0-9BE1-CC8F441EAD9A}"/>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F289FF7F-2C9A-5CD8-2EEA-61C878DED6E3}"/>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C367B2DC-5D6D-2280-E54C-C6BED180EB21}"/>
              </a:ext>
            </a:extLst>
          </p:cNvPr>
          <p:cNvGraphicFramePr>
            <a:graphicFrameLocks noGrp="1"/>
          </p:cNvGraphicFramePr>
          <p:nvPr>
            <p:ph idx="16"/>
            <p:extLst>
              <p:ext uri="{D42A27DB-BD31-4B8C-83A1-F6EECF244321}">
                <p14:modId xmlns:p14="http://schemas.microsoft.com/office/powerpoint/2010/main" val="4205717263"/>
              </p:ext>
            </p:extLst>
          </p:nvPr>
        </p:nvGraphicFramePr>
        <p:xfrm>
          <a:off x="609600" y="2057400"/>
          <a:ext cx="10972800" cy="335280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1</a:t>
                      </a:r>
                    </a:p>
                  </a:txBody>
                  <a:tcPr anchor="ctr"/>
                </a:tc>
                <a:tc>
                  <a:txBody>
                    <a:bodyPr/>
                    <a:lstStyle/>
                    <a:p>
                      <a:r>
                        <a:rPr lang="en-US" sz="2800"/>
                        <a:t>Phát sinh mã đại lý</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575821345"/>
                  </a:ext>
                </a:extLst>
              </a:tr>
              <a:tr h="370840">
                <a:tc>
                  <a:txBody>
                    <a:bodyPr/>
                    <a:lstStyle/>
                    <a:p>
                      <a:pPr algn="ctr"/>
                      <a:r>
                        <a:rPr lang="en-US" sz="2800"/>
                        <a:t>2</a:t>
                      </a:r>
                    </a:p>
                  </a:txBody>
                  <a:tcPr anchor="ctr"/>
                </a:tc>
                <a:tc>
                  <a:txBody>
                    <a:bodyPr/>
                    <a:lstStyle/>
                    <a:p>
                      <a:r>
                        <a:rPr lang="en-US" sz="2800"/>
                        <a:t>Nạp danh sách loại đại lý</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r h="370840">
                <a:tc>
                  <a:txBody>
                    <a:bodyPr/>
                    <a:lstStyle/>
                    <a:p>
                      <a:pPr algn="ctr"/>
                      <a:r>
                        <a:rPr lang="en-US" sz="2800"/>
                        <a:t>3</a:t>
                      </a:r>
                    </a:p>
                  </a:txBody>
                  <a:tcPr anchor="ctr"/>
                </a:tc>
                <a:tc>
                  <a:txBody>
                    <a:bodyPr/>
                    <a:lstStyle/>
                    <a:p>
                      <a:r>
                        <a:rPr lang="en-US" sz="2800"/>
                        <a:t>Nạp danh sách quận</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2857033319"/>
                  </a:ext>
                </a:extLst>
              </a:tr>
            </a:tbl>
          </a:graphicData>
        </a:graphic>
      </p:graphicFrame>
    </p:spTree>
    <p:extLst>
      <p:ext uri="{BB962C8B-B14F-4D97-AF65-F5344CB8AC3E}">
        <p14:creationId xmlns:p14="http://schemas.microsoft.com/office/powerpoint/2010/main" val="223800508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AF76-0442-6DB7-A07F-6033ADE72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E84B3-E4B1-1427-AA7E-534E319BF37E}"/>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65040ABA-D63F-D2FA-B2E1-09B4954A5077}"/>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61359D34-D6DD-0D61-A332-9FD5841106B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89035079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164CD-9AA1-778E-71A3-3A5E8CBCC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0A754-DAF1-064A-987A-FF2DAB0199C2}"/>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23149699-220E-D8E0-F893-4BA14B5B9F80}"/>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7DAD2A1E-666F-C7ED-DC30-C26B0B8AF11E}"/>
              </a:ext>
            </a:extLst>
          </p:cNvPr>
          <p:cNvGraphicFramePr>
            <a:graphicFrameLocks noGrp="1"/>
          </p:cNvGraphicFramePr>
          <p:nvPr>
            <p:ph idx="16"/>
          </p:nvPr>
        </p:nvGraphicFramePr>
        <p:xfrm>
          <a:off x="609600" y="2057400"/>
          <a:ext cx="10972800" cy="429768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1</a:t>
                      </a:r>
                    </a:p>
                  </a:txBody>
                  <a:tcPr anchor="ctr"/>
                </a:tc>
                <a:tc>
                  <a:txBody>
                    <a:bodyPr/>
                    <a:lstStyle/>
                    <a:p>
                      <a:r>
                        <a:rPr lang="en-US" sz="2800"/>
                        <a:t>Phát sinh mã đại lý</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575821345"/>
                  </a:ext>
                </a:extLst>
              </a:tr>
              <a:tr h="370840">
                <a:tc>
                  <a:txBody>
                    <a:bodyPr/>
                    <a:lstStyle/>
                    <a:p>
                      <a:pPr algn="ctr"/>
                      <a:r>
                        <a:rPr lang="en-US" sz="2800"/>
                        <a:t>2</a:t>
                      </a:r>
                    </a:p>
                  </a:txBody>
                  <a:tcPr anchor="ctr"/>
                </a:tc>
                <a:tc>
                  <a:txBody>
                    <a:bodyPr/>
                    <a:lstStyle/>
                    <a:p>
                      <a:r>
                        <a:rPr lang="en-US" sz="2800"/>
                        <a:t>Nạp danh sách loại đại lý</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r h="370840">
                <a:tc>
                  <a:txBody>
                    <a:bodyPr/>
                    <a:lstStyle/>
                    <a:p>
                      <a:pPr algn="ctr"/>
                      <a:r>
                        <a:rPr lang="en-US" sz="2800"/>
                        <a:t>3</a:t>
                      </a:r>
                    </a:p>
                  </a:txBody>
                  <a:tcPr anchor="ctr"/>
                </a:tc>
                <a:tc>
                  <a:txBody>
                    <a:bodyPr/>
                    <a:lstStyle/>
                    <a:p>
                      <a:r>
                        <a:rPr lang="en-US" sz="2800"/>
                        <a:t>Nạp danh sách quận</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2857033319"/>
                  </a:ext>
                </a:extLst>
              </a:tr>
              <a:tr h="370840">
                <a:tc>
                  <a:txBody>
                    <a:bodyPr/>
                    <a:lstStyle/>
                    <a:p>
                      <a:pPr algn="ctr"/>
                      <a:r>
                        <a:rPr lang="en-US" sz="2800"/>
                        <a:t>4</a:t>
                      </a:r>
                    </a:p>
                  </a:txBody>
                  <a:tcPr anchor="ctr"/>
                </a:tc>
                <a:tc>
                  <a:txBody>
                    <a:bodyPr/>
                    <a:lstStyle/>
                    <a:p>
                      <a:r>
                        <a:rPr lang="en-US" sz="2800"/>
                        <a:t>Lấy ngày hiện hành của hệ thống</a:t>
                      </a:r>
                    </a:p>
                  </a:txBody>
                  <a:tcPr anchor="ctr"/>
                </a:tc>
                <a:tc>
                  <a:txBody>
                    <a:bodyPr/>
                    <a:lstStyle/>
                    <a:p>
                      <a:r>
                        <a:rPr lang="en-US" sz="2800"/>
                        <a:t>Khi màn hình tiếp nhận đại lý được tải</a:t>
                      </a:r>
                    </a:p>
                  </a:txBody>
                  <a:tcPr anchor="ctr"/>
                </a:tc>
                <a:tc>
                  <a:txBody>
                    <a:bodyPr/>
                    <a:lstStyle/>
                    <a:p>
                      <a:r>
                        <a:rPr lang="en-US" sz="2800"/>
                        <a:t>Xử lý phụ</a:t>
                      </a:r>
                    </a:p>
                  </a:txBody>
                  <a:tcPr anchor="ctr"/>
                </a:tc>
                <a:extLst>
                  <a:ext uri="{0D108BD9-81ED-4DB2-BD59-A6C34878D82A}">
                    <a16:rowId xmlns:a16="http://schemas.microsoft.com/office/drawing/2014/main" val="3834053747"/>
                  </a:ext>
                </a:extLst>
              </a:tr>
            </a:tbl>
          </a:graphicData>
        </a:graphic>
      </p:graphicFrame>
    </p:spTree>
    <p:extLst>
      <p:ext uri="{BB962C8B-B14F-4D97-AF65-F5344CB8AC3E}">
        <p14:creationId xmlns:p14="http://schemas.microsoft.com/office/powerpoint/2010/main" val="263994873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D570B-7563-2E1C-C80F-B637187E5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70298-4655-1064-9822-D196FB71DF34}"/>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822458E2-9B9D-9D48-6EEA-42B304960D0E}"/>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2EFCBF16-3F95-FF53-979C-FB00A456704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61697125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8AEA6-8A9C-A2E4-23F4-0700D82C6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DD5CB-14D2-4A5D-BE85-8345D3E0EBDB}"/>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AD8DE917-4F4C-9AE8-F96D-A98ED5944514}"/>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3C70038F-3FA0-6275-ECAE-1D468F7A5827}"/>
              </a:ext>
            </a:extLst>
          </p:cNvPr>
          <p:cNvGraphicFramePr>
            <a:graphicFrameLocks noGrp="1"/>
          </p:cNvGraphicFramePr>
          <p:nvPr>
            <p:ph idx="16"/>
            <p:extLst>
              <p:ext uri="{D42A27DB-BD31-4B8C-83A1-F6EECF244321}">
                <p14:modId xmlns:p14="http://schemas.microsoft.com/office/powerpoint/2010/main" val="1032009766"/>
              </p:ext>
            </p:extLst>
          </p:nvPr>
        </p:nvGraphicFramePr>
        <p:xfrm>
          <a:off x="609600" y="2057400"/>
          <a:ext cx="10972800" cy="146304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5</a:t>
                      </a:r>
                    </a:p>
                  </a:txBody>
                  <a:tcPr anchor="ctr"/>
                </a:tc>
                <a:tc>
                  <a:txBody>
                    <a:bodyPr/>
                    <a:lstStyle/>
                    <a:p>
                      <a:r>
                        <a:rPr lang="en-US" sz="2800"/>
                        <a:t>Tiếp nhận đại lý</a:t>
                      </a:r>
                    </a:p>
                  </a:txBody>
                  <a:tcPr anchor="ctr"/>
                </a:tc>
                <a:tc>
                  <a:txBody>
                    <a:bodyPr/>
                    <a:lstStyle/>
                    <a:p>
                      <a:r>
                        <a:rPr lang="en-US" sz="2800"/>
                        <a:t>Người người dùng nhấp vào nút Tiếp nhận đại lý</a:t>
                      </a:r>
                    </a:p>
                  </a:txBody>
                  <a:tcPr anchor="ctr"/>
                </a:tc>
                <a:tc>
                  <a:txBody>
                    <a:bodyPr/>
                    <a:lstStyle/>
                    <a:p>
                      <a:r>
                        <a:rPr lang="en-US" sz="2800"/>
                        <a:t>Xử lý chính</a:t>
                      </a:r>
                    </a:p>
                  </a:txBody>
                  <a:tcPr anchor="ctr"/>
                </a:tc>
                <a:extLst>
                  <a:ext uri="{0D108BD9-81ED-4DB2-BD59-A6C34878D82A}">
                    <a16:rowId xmlns:a16="http://schemas.microsoft.com/office/drawing/2014/main" val="575821345"/>
                  </a:ext>
                </a:extLst>
              </a:tr>
            </a:tbl>
          </a:graphicData>
        </a:graphic>
      </p:graphicFrame>
    </p:spTree>
    <p:extLst>
      <p:ext uri="{BB962C8B-B14F-4D97-AF65-F5344CB8AC3E}">
        <p14:creationId xmlns:p14="http://schemas.microsoft.com/office/powerpoint/2010/main" val="139656153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97DEA-26F3-0C1B-F649-67E56D61C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10844-05BD-90A7-E2FA-43A5836D3798}"/>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55039C64-5DD0-4999-90AA-BB10308F3D81}"/>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FED1598F-76C0-F9B3-7A38-626301B4C1F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208266150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F5C13-C243-B2DB-F50D-FBF06A0B0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14096-5675-775B-7E6D-2E09F55220C6}"/>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4F3C50BF-3774-F47F-CB2B-CCF47850AA74}"/>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1ED03C54-AC77-C95A-B342-3E41A9D23DF9}"/>
              </a:ext>
            </a:extLst>
          </p:cNvPr>
          <p:cNvGraphicFramePr>
            <a:graphicFrameLocks noGrp="1"/>
          </p:cNvGraphicFramePr>
          <p:nvPr>
            <p:ph idx="16"/>
            <p:extLst>
              <p:ext uri="{D42A27DB-BD31-4B8C-83A1-F6EECF244321}">
                <p14:modId xmlns:p14="http://schemas.microsoft.com/office/powerpoint/2010/main" val="1355132317"/>
              </p:ext>
            </p:extLst>
          </p:nvPr>
        </p:nvGraphicFramePr>
        <p:xfrm>
          <a:off x="609600" y="2057400"/>
          <a:ext cx="10972800" cy="240792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5</a:t>
                      </a:r>
                    </a:p>
                  </a:txBody>
                  <a:tcPr anchor="ctr"/>
                </a:tc>
                <a:tc>
                  <a:txBody>
                    <a:bodyPr/>
                    <a:lstStyle/>
                    <a:p>
                      <a:r>
                        <a:rPr lang="en-US" sz="2800"/>
                        <a:t>Tiếp nhận đại lý</a:t>
                      </a:r>
                    </a:p>
                  </a:txBody>
                  <a:tcPr anchor="ctr"/>
                </a:tc>
                <a:tc>
                  <a:txBody>
                    <a:bodyPr/>
                    <a:lstStyle/>
                    <a:p>
                      <a:r>
                        <a:rPr lang="en-US" sz="2800"/>
                        <a:t>Người người dùng nhấp vào nút Tiếp nhận đại lý</a:t>
                      </a:r>
                    </a:p>
                  </a:txBody>
                  <a:tcPr anchor="ctr"/>
                </a:tc>
                <a:tc>
                  <a:txBody>
                    <a:bodyPr/>
                    <a:lstStyle/>
                    <a:p>
                      <a:r>
                        <a:rPr lang="en-US" sz="2800"/>
                        <a:t>Xử lý chính</a:t>
                      </a:r>
                    </a:p>
                  </a:txBody>
                  <a:tcPr anchor="ctr"/>
                </a:tc>
                <a:extLst>
                  <a:ext uri="{0D108BD9-81ED-4DB2-BD59-A6C34878D82A}">
                    <a16:rowId xmlns:a16="http://schemas.microsoft.com/office/drawing/2014/main" val="575821345"/>
                  </a:ext>
                </a:extLst>
              </a:tr>
              <a:tr h="370840">
                <a:tc>
                  <a:txBody>
                    <a:bodyPr/>
                    <a:lstStyle/>
                    <a:p>
                      <a:pPr algn="ctr"/>
                      <a:r>
                        <a:rPr lang="en-US" sz="2800"/>
                        <a:t>6</a:t>
                      </a:r>
                    </a:p>
                  </a:txBody>
                  <a:tcPr anchor="ctr"/>
                </a:tc>
                <a:tc>
                  <a:txBody>
                    <a:bodyPr/>
                    <a:lstStyle/>
                    <a:p>
                      <a:r>
                        <a:rPr lang="en-US" sz="2800"/>
                        <a:t>Tiếp nhận đại lý mới</a:t>
                      </a:r>
                    </a:p>
                  </a:txBody>
                  <a:tcPr anchor="ctr"/>
                </a:tc>
                <a:tc>
                  <a:txBody>
                    <a:bodyPr/>
                    <a:lstStyle/>
                    <a:p>
                      <a:r>
                        <a:rPr lang="en-US" sz="2800"/>
                        <a:t>Người người dùng nhấp vào nút Đại lý mới</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bl>
          </a:graphicData>
        </a:graphic>
      </p:graphicFrame>
    </p:spTree>
    <p:extLst>
      <p:ext uri="{BB962C8B-B14F-4D97-AF65-F5344CB8AC3E}">
        <p14:creationId xmlns:p14="http://schemas.microsoft.com/office/powerpoint/2010/main" val="273445600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61773-5B25-A32C-5222-ADB75D9E7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2E097-22D9-35E5-A075-2C3FF6F7DE6B}"/>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E8D9F793-1F63-8AAC-8530-C2115871E40E}"/>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6CC42DA4-3AF6-BCF7-825C-DA0AE6B38E3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97502486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9D364-5E65-3BF3-7D72-9119C816C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E394D-9A20-ACB4-C5CA-7FB035715178}"/>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F2255E54-6804-A111-2869-5B45A19FD590}"/>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FBF0807D-B1A2-C2CE-CF30-89307468CE62}"/>
              </a:ext>
            </a:extLst>
          </p:cNvPr>
          <p:cNvGraphicFramePr>
            <a:graphicFrameLocks noGrp="1"/>
          </p:cNvGraphicFramePr>
          <p:nvPr>
            <p:ph idx="16"/>
            <p:extLst>
              <p:ext uri="{D42A27DB-BD31-4B8C-83A1-F6EECF244321}">
                <p14:modId xmlns:p14="http://schemas.microsoft.com/office/powerpoint/2010/main" val="553748234"/>
              </p:ext>
            </p:extLst>
          </p:nvPr>
        </p:nvGraphicFramePr>
        <p:xfrm>
          <a:off x="609600" y="2057400"/>
          <a:ext cx="10972800" cy="335280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5</a:t>
                      </a:r>
                    </a:p>
                  </a:txBody>
                  <a:tcPr anchor="ctr"/>
                </a:tc>
                <a:tc>
                  <a:txBody>
                    <a:bodyPr/>
                    <a:lstStyle/>
                    <a:p>
                      <a:r>
                        <a:rPr lang="en-US" sz="2800"/>
                        <a:t>Tiếp nhận đại lý</a:t>
                      </a:r>
                    </a:p>
                  </a:txBody>
                  <a:tcPr anchor="ctr"/>
                </a:tc>
                <a:tc>
                  <a:txBody>
                    <a:bodyPr/>
                    <a:lstStyle/>
                    <a:p>
                      <a:r>
                        <a:rPr lang="en-US" sz="2800"/>
                        <a:t>Người người dùng nhấp vào nút Tiếp nhận đại lý</a:t>
                      </a:r>
                    </a:p>
                  </a:txBody>
                  <a:tcPr anchor="ctr"/>
                </a:tc>
                <a:tc>
                  <a:txBody>
                    <a:bodyPr/>
                    <a:lstStyle/>
                    <a:p>
                      <a:r>
                        <a:rPr lang="en-US" sz="2800"/>
                        <a:t>Xử lý chính</a:t>
                      </a:r>
                    </a:p>
                  </a:txBody>
                  <a:tcPr anchor="ctr"/>
                </a:tc>
                <a:extLst>
                  <a:ext uri="{0D108BD9-81ED-4DB2-BD59-A6C34878D82A}">
                    <a16:rowId xmlns:a16="http://schemas.microsoft.com/office/drawing/2014/main" val="575821345"/>
                  </a:ext>
                </a:extLst>
              </a:tr>
              <a:tr h="370840">
                <a:tc>
                  <a:txBody>
                    <a:bodyPr/>
                    <a:lstStyle/>
                    <a:p>
                      <a:pPr algn="ctr"/>
                      <a:r>
                        <a:rPr lang="en-US" sz="2800"/>
                        <a:t>6</a:t>
                      </a:r>
                    </a:p>
                  </a:txBody>
                  <a:tcPr anchor="ctr"/>
                </a:tc>
                <a:tc>
                  <a:txBody>
                    <a:bodyPr/>
                    <a:lstStyle/>
                    <a:p>
                      <a:r>
                        <a:rPr lang="en-US" sz="2800"/>
                        <a:t>Tiếp nhận đại lý mới</a:t>
                      </a:r>
                    </a:p>
                  </a:txBody>
                  <a:tcPr anchor="ctr"/>
                </a:tc>
                <a:tc>
                  <a:txBody>
                    <a:bodyPr/>
                    <a:lstStyle/>
                    <a:p>
                      <a:r>
                        <a:rPr lang="en-US" sz="2800"/>
                        <a:t>Người người dùng nhấp vào nút Đại lý mới</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r h="370840">
                <a:tc>
                  <a:txBody>
                    <a:bodyPr/>
                    <a:lstStyle/>
                    <a:p>
                      <a:pPr algn="ctr"/>
                      <a:r>
                        <a:rPr lang="en-US" sz="2800"/>
                        <a:t>7</a:t>
                      </a:r>
                    </a:p>
                  </a:txBody>
                  <a:tcPr anchor="ctr"/>
                </a:tc>
                <a:tc>
                  <a:txBody>
                    <a:bodyPr/>
                    <a:lstStyle/>
                    <a:p>
                      <a:r>
                        <a:rPr lang="en-US" sz="2800"/>
                        <a:t>Tìm đại lý</a:t>
                      </a:r>
                    </a:p>
                  </a:txBody>
                  <a:tcPr anchor="ctr"/>
                </a:tc>
                <a:tc>
                  <a:txBody>
                    <a:bodyPr/>
                    <a:lstStyle/>
                    <a:p>
                      <a:r>
                        <a:rPr lang="en-US" sz="2800"/>
                        <a:t>Người người dùng nhấp vào nút Tìm đại lý</a:t>
                      </a:r>
                    </a:p>
                  </a:txBody>
                  <a:tcPr anchor="ctr"/>
                </a:tc>
                <a:tc>
                  <a:txBody>
                    <a:bodyPr/>
                    <a:lstStyle/>
                    <a:p>
                      <a:r>
                        <a:rPr lang="en-US" sz="2800"/>
                        <a:t>Xử lý phụ</a:t>
                      </a:r>
                    </a:p>
                  </a:txBody>
                  <a:tcPr anchor="ctr"/>
                </a:tc>
                <a:extLst>
                  <a:ext uri="{0D108BD9-81ED-4DB2-BD59-A6C34878D82A}">
                    <a16:rowId xmlns:a16="http://schemas.microsoft.com/office/drawing/2014/main" val="2857033319"/>
                  </a:ext>
                </a:extLst>
              </a:tr>
            </a:tbl>
          </a:graphicData>
        </a:graphic>
      </p:graphicFrame>
    </p:spTree>
    <p:extLst>
      <p:ext uri="{BB962C8B-B14F-4D97-AF65-F5344CB8AC3E}">
        <p14:creationId xmlns:p14="http://schemas.microsoft.com/office/powerpoint/2010/main" val="46328434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EE497-9C20-A6DE-323A-71185ABE7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B1425-5DF9-9B91-10B3-C16ED03B3889}"/>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1C9230EF-6C8A-F402-503F-7230D134804F}"/>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F586086E-2785-0417-E0E5-3F60BB2938E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182396002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08A3-453E-596E-1F6B-E19217886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CD7A6-7B8E-4240-FE7E-4B4C1668444E}"/>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6BD51829-BED0-EA7D-0E13-190A4F66A4CB}"/>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B31AD0C3-A295-0CA4-6704-3A5768A65237}"/>
              </a:ext>
            </a:extLst>
          </p:cNvPr>
          <p:cNvGraphicFramePr>
            <a:graphicFrameLocks noGrp="1"/>
          </p:cNvGraphicFramePr>
          <p:nvPr>
            <p:ph idx="16"/>
          </p:nvPr>
        </p:nvGraphicFramePr>
        <p:xfrm>
          <a:off x="609600" y="2057400"/>
          <a:ext cx="10972800" cy="429768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5</a:t>
                      </a:r>
                    </a:p>
                  </a:txBody>
                  <a:tcPr anchor="ctr"/>
                </a:tc>
                <a:tc>
                  <a:txBody>
                    <a:bodyPr/>
                    <a:lstStyle/>
                    <a:p>
                      <a:r>
                        <a:rPr lang="en-US" sz="2800"/>
                        <a:t>Tiếp nhận đại lý</a:t>
                      </a:r>
                    </a:p>
                  </a:txBody>
                  <a:tcPr anchor="ctr"/>
                </a:tc>
                <a:tc>
                  <a:txBody>
                    <a:bodyPr/>
                    <a:lstStyle/>
                    <a:p>
                      <a:r>
                        <a:rPr lang="en-US" sz="2800"/>
                        <a:t>Người người dùng nhấp vào nút Tiếp nhận đại lý</a:t>
                      </a:r>
                    </a:p>
                  </a:txBody>
                  <a:tcPr anchor="ctr"/>
                </a:tc>
                <a:tc>
                  <a:txBody>
                    <a:bodyPr/>
                    <a:lstStyle/>
                    <a:p>
                      <a:r>
                        <a:rPr lang="en-US" sz="2800"/>
                        <a:t>Xử lý chính</a:t>
                      </a:r>
                    </a:p>
                  </a:txBody>
                  <a:tcPr anchor="ctr"/>
                </a:tc>
                <a:extLst>
                  <a:ext uri="{0D108BD9-81ED-4DB2-BD59-A6C34878D82A}">
                    <a16:rowId xmlns:a16="http://schemas.microsoft.com/office/drawing/2014/main" val="575821345"/>
                  </a:ext>
                </a:extLst>
              </a:tr>
              <a:tr h="370840">
                <a:tc>
                  <a:txBody>
                    <a:bodyPr/>
                    <a:lstStyle/>
                    <a:p>
                      <a:pPr algn="ctr"/>
                      <a:r>
                        <a:rPr lang="en-US" sz="2800"/>
                        <a:t>6</a:t>
                      </a:r>
                    </a:p>
                  </a:txBody>
                  <a:tcPr anchor="ctr"/>
                </a:tc>
                <a:tc>
                  <a:txBody>
                    <a:bodyPr/>
                    <a:lstStyle/>
                    <a:p>
                      <a:r>
                        <a:rPr lang="en-US" sz="2800"/>
                        <a:t>Tiếp nhận đại lý mới</a:t>
                      </a:r>
                    </a:p>
                  </a:txBody>
                  <a:tcPr anchor="ctr"/>
                </a:tc>
                <a:tc>
                  <a:txBody>
                    <a:bodyPr/>
                    <a:lstStyle/>
                    <a:p>
                      <a:r>
                        <a:rPr lang="en-US" sz="2800"/>
                        <a:t>Người người dùng nhấp vào nút Đại lý mới</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r h="370840">
                <a:tc>
                  <a:txBody>
                    <a:bodyPr/>
                    <a:lstStyle/>
                    <a:p>
                      <a:pPr algn="ctr"/>
                      <a:r>
                        <a:rPr lang="en-US" sz="2800"/>
                        <a:t>7</a:t>
                      </a:r>
                    </a:p>
                  </a:txBody>
                  <a:tcPr anchor="ctr"/>
                </a:tc>
                <a:tc>
                  <a:txBody>
                    <a:bodyPr/>
                    <a:lstStyle/>
                    <a:p>
                      <a:r>
                        <a:rPr lang="en-US" sz="2800"/>
                        <a:t>Tìm đại lý</a:t>
                      </a:r>
                    </a:p>
                  </a:txBody>
                  <a:tcPr anchor="ctr"/>
                </a:tc>
                <a:tc>
                  <a:txBody>
                    <a:bodyPr/>
                    <a:lstStyle/>
                    <a:p>
                      <a:r>
                        <a:rPr lang="en-US" sz="2800"/>
                        <a:t>Người người dùng nhấp vào nút Tìm đại lý</a:t>
                      </a:r>
                    </a:p>
                  </a:txBody>
                  <a:tcPr anchor="ctr"/>
                </a:tc>
                <a:tc>
                  <a:txBody>
                    <a:bodyPr/>
                    <a:lstStyle/>
                    <a:p>
                      <a:r>
                        <a:rPr lang="en-US" sz="2800"/>
                        <a:t>Xử lý phụ</a:t>
                      </a:r>
                    </a:p>
                  </a:txBody>
                  <a:tcPr anchor="ctr"/>
                </a:tc>
                <a:extLst>
                  <a:ext uri="{0D108BD9-81ED-4DB2-BD59-A6C34878D82A}">
                    <a16:rowId xmlns:a16="http://schemas.microsoft.com/office/drawing/2014/main" val="2857033319"/>
                  </a:ext>
                </a:extLst>
              </a:tr>
              <a:tr h="370840">
                <a:tc>
                  <a:txBody>
                    <a:bodyPr/>
                    <a:lstStyle/>
                    <a:p>
                      <a:pPr algn="ctr"/>
                      <a:r>
                        <a:rPr lang="en-US" sz="2800"/>
                        <a:t>8</a:t>
                      </a:r>
                    </a:p>
                  </a:txBody>
                  <a:tcPr anchor="ctr"/>
                </a:tc>
                <a:tc>
                  <a:txBody>
                    <a:bodyPr/>
                    <a:lstStyle/>
                    <a:p>
                      <a:r>
                        <a:rPr lang="en-US" sz="2800"/>
                        <a:t>Xóa đại lý</a:t>
                      </a:r>
                    </a:p>
                  </a:txBody>
                  <a:tcPr anchor="ctr"/>
                </a:tc>
                <a:tc>
                  <a:txBody>
                    <a:bodyPr/>
                    <a:lstStyle/>
                    <a:p>
                      <a:r>
                        <a:rPr lang="en-US" sz="2800"/>
                        <a:t>Người người dùng nhấp vào nút Xóa đại lý</a:t>
                      </a:r>
                    </a:p>
                  </a:txBody>
                  <a:tcPr anchor="ctr"/>
                </a:tc>
                <a:tc>
                  <a:txBody>
                    <a:bodyPr/>
                    <a:lstStyle/>
                    <a:p>
                      <a:r>
                        <a:rPr lang="en-US" sz="2800"/>
                        <a:t>Xử lý phụ</a:t>
                      </a:r>
                    </a:p>
                  </a:txBody>
                  <a:tcPr anchor="ctr"/>
                </a:tc>
                <a:extLst>
                  <a:ext uri="{0D108BD9-81ED-4DB2-BD59-A6C34878D82A}">
                    <a16:rowId xmlns:a16="http://schemas.microsoft.com/office/drawing/2014/main" val="3834053747"/>
                  </a:ext>
                </a:extLst>
              </a:tr>
            </a:tbl>
          </a:graphicData>
        </a:graphic>
      </p:graphicFrame>
    </p:spTree>
    <p:extLst>
      <p:ext uri="{BB962C8B-B14F-4D97-AF65-F5344CB8AC3E}">
        <p14:creationId xmlns:p14="http://schemas.microsoft.com/office/powerpoint/2010/main" val="257461074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53062-094A-B4F8-984B-B150D1423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883FE-8D3E-38AC-1FED-52BEF453C390}"/>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DCE517A8-9910-9704-02C3-D54FA21062BE}"/>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C7968077-EBAC-F667-B153-857EFFEE38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09"/>
          </a:xfrm>
          <a:prstGeom prst="rect">
            <a:avLst/>
          </a:prstGeom>
        </p:spPr>
      </p:pic>
    </p:spTree>
    <p:extLst>
      <p:ext uri="{BB962C8B-B14F-4D97-AF65-F5344CB8AC3E}">
        <p14:creationId xmlns:p14="http://schemas.microsoft.com/office/powerpoint/2010/main" val="291443311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39E3E-370C-0207-2F52-BCBEADEC2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FE0B0-142F-9BA4-52A2-434921294145}"/>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FCEED619-B58B-5C79-8EE2-2B6F11EFDC89}"/>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0B82C437-EA09-F4A2-8660-FE138C84464A}"/>
              </a:ext>
            </a:extLst>
          </p:cNvPr>
          <p:cNvGraphicFramePr>
            <a:graphicFrameLocks noGrp="1"/>
          </p:cNvGraphicFramePr>
          <p:nvPr>
            <p:ph idx="16"/>
            <p:extLst>
              <p:ext uri="{D42A27DB-BD31-4B8C-83A1-F6EECF244321}">
                <p14:modId xmlns:p14="http://schemas.microsoft.com/office/powerpoint/2010/main" val="2496372545"/>
              </p:ext>
            </p:extLst>
          </p:nvPr>
        </p:nvGraphicFramePr>
        <p:xfrm>
          <a:off x="609600" y="2057400"/>
          <a:ext cx="10972800" cy="146304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9</a:t>
                      </a:r>
                    </a:p>
                  </a:txBody>
                  <a:tcPr anchor="ctr"/>
                </a:tc>
                <a:tc>
                  <a:txBody>
                    <a:bodyPr/>
                    <a:lstStyle/>
                    <a:p>
                      <a:r>
                        <a:rPr lang="en-US" sz="2800"/>
                        <a:t>Cập nhật đại lý vừa tiếp nhận</a:t>
                      </a:r>
                    </a:p>
                  </a:txBody>
                  <a:tcPr anchor="ctr"/>
                </a:tc>
                <a:tc>
                  <a:txBody>
                    <a:bodyPr/>
                    <a:lstStyle/>
                    <a:p>
                      <a:r>
                        <a:rPr lang="en-US" sz="2800"/>
                        <a:t>Người người dùng nhấp vào nút Cập nhật đại lý</a:t>
                      </a:r>
                    </a:p>
                  </a:txBody>
                  <a:tcPr anchor="ctr"/>
                </a:tc>
                <a:tc>
                  <a:txBody>
                    <a:bodyPr/>
                    <a:lstStyle/>
                    <a:p>
                      <a:r>
                        <a:rPr lang="en-US" sz="2800"/>
                        <a:t>Xử lý chính</a:t>
                      </a:r>
                    </a:p>
                  </a:txBody>
                  <a:tcPr anchor="ctr"/>
                </a:tc>
                <a:extLst>
                  <a:ext uri="{0D108BD9-81ED-4DB2-BD59-A6C34878D82A}">
                    <a16:rowId xmlns:a16="http://schemas.microsoft.com/office/drawing/2014/main" val="575821345"/>
                  </a:ext>
                </a:extLst>
              </a:tr>
            </a:tbl>
          </a:graphicData>
        </a:graphic>
      </p:graphicFrame>
    </p:spTree>
    <p:extLst>
      <p:ext uri="{BB962C8B-B14F-4D97-AF65-F5344CB8AC3E}">
        <p14:creationId xmlns:p14="http://schemas.microsoft.com/office/powerpoint/2010/main" val="249218126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38CD8-8E95-3675-BC00-73DA5E858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D39F3-E44B-FAD4-702A-08CE562E79C5}"/>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98CCCA72-EFBC-8CB0-73C2-1977B6D129E2}"/>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6C11791A-4655-EE92-1BBA-B13762C7715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10"/>
          </a:xfrm>
          <a:prstGeom prst="rect">
            <a:avLst/>
          </a:prstGeom>
        </p:spPr>
      </p:pic>
    </p:spTree>
    <p:extLst>
      <p:ext uri="{BB962C8B-B14F-4D97-AF65-F5344CB8AC3E}">
        <p14:creationId xmlns:p14="http://schemas.microsoft.com/office/powerpoint/2010/main" val="206443823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A3D8B-EAA6-71BF-2C59-7B4015FE3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151EC-D079-C28F-6ADF-305CE337983B}"/>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354BE510-962E-54D8-191F-9051A1C86DED}"/>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75004F22-C124-81F7-A6D6-E77F9534ABFE}"/>
              </a:ext>
            </a:extLst>
          </p:cNvPr>
          <p:cNvGraphicFramePr>
            <a:graphicFrameLocks noGrp="1"/>
          </p:cNvGraphicFramePr>
          <p:nvPr>
            <p:ph idx="16"/>
          </p:nvPr>
        </p:nvGraphicFramePr>
        <p:xfrm>
          <a:off x="609600" y="2057400"/>
          <a:ext cx="10972800" cy="240792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9</a:t>
                      </a:r>
                    </a:p>
                  </a:txBody>
                  <a:tcPr anchor="ctr"/>
                </a:tc>
                <a:tc>
                  <a:txBody>
                    <a:bodyPr/>
                    <a:lstStyle/>
                    <a:p>
                      <a:r>
                        <a:rPr lang="en-US" sz="2800"/>
                        <a:t>Cập nhật đại lý vừa tiếp nhận</a:t>
                      </a:r>
                    </a:p>
                  </a:txBody>
                  <a:tcPr anchor="ctr"/>
                </a:tc>
                <a:tc>
                  <a:txBody>
                    <a:bodyPr/>
                    <a:lstStyle/>
                    <a:p>
                      <a:r>
                        <a:rPr lang="en-US" sz="2800"/>
                        <a:t>Người người dùng nhấp vào nút Cập nhật đại lý</a:t>
                      </a:r>
                    </a:p>
                  </a:txBody>
                  <a:tcPr anchor="ctr"/>
                </a:tc>
                <a:tc>
                  <a:txBody>
                    <a:bodyPr/>
                    <a:lstStyle/>
                    <a:p>
                      <a:r>
                        <a:rPr lang="en-US" sz="2800"/>
                        <a:t>Xử lý chính</a:t>
                      </a:r>
                    </a:p>
                  </a:txBody>
                  <a:tcPr anchor="ctr"/>
                </a:tc>
                <a:extLst>
                  <a:ext uri="{0D108BD9-81ED-4DB2-BD59-A6C34878D82A}">
                    <a16:rowId xmlns:a16="http://schemas.microsoft.com/office/drawing/2014/main" val="575821345"/>
                  </a:ext>
                </a:extLst>
              </a:tr>
              <a:tr h="370840">
                <a:tc>
                  <a:txBody>
                    <a:bodyPr/>
                    <a:lstStyle/>
                    <a:p>
                      <a:pPr algn="ctr"/>
                      <a:r>
                        <a:rPr lang="en-US" sz="2800"/>
                        <a:t>10</a:t>
                      </a:r>
                    </a:p>
                  </a:txBody>
                  <a:tcPr anchor="ctr"/>
                </a:tc>
                <a:tc>
                  <a:txBody>
                    <a:bodyPr/>
                    <a:lstStyle/>
                    <a:p>
                      <a:r>
                        <a:rPr lang="en-US" sz="2800"/>
                        <a:t>Thoát</a:t>
                      </a:r>
                    </a:p>
                  </a:txBody>
                  <a:tcPr anchor="ctr"/>
                </a:tc>
                <a:tc>
                  <a:txBody>
                    <a:bodyPr/>
                    <a:lstStyle/>
                    <a:p>
                      <a:r>
                        <a:rPr lang="en-US" sz="2800"/>
                        <a:t>Người người dùng nhấp vào nút Thoát</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bl>
          </a:graphicData>
        </a:graphic>
      </p:graphicFrame>
    </p:spTree>
    <p:extLst>
      <p:ext uri="{BB962C8B-B14F-4D97-AF65-F5344CB8AC3E}">
        <p14:creationId xmlns:p14="http://schemas.microsoft.com/office/powerpoint/2010/main" val="422087795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8D39A-56FC-5874-D496-C0B160391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23A66-4380-B385-0DCB-3AFA8775B154}"/>
              </a:ext>
            </a:extLst>
          </p:cNvPr>
          <p:cNvSpPr>
            <a:spLocks noGrp="1"/>
          </p:cNvSpPr>
          <p:nvPr>
            <p:ph type="title"/>
          </p:nvPr>
        </p:nvSpPr>
        <p:spPr/>
        <p:txBody>
          <a:bodyPr/>
          <a:lstStyle/>
          <a:p>
            <a:r>
              <a:rPr lang="en-US"/>
              <a:t>Bài tập Thiết kế xử lý</a:t>
            </a:r>
          </a:p>
        </p:txBody>
      </p:sp>
      <p:sp>
        <p:nvSpPr>
          <p:cNvPr id="6" name="Content Placeholder 5">
            <a:extLst>
              <a:ext uri="{FF2B5EF4-FFF2-40B4-BE49-F238E27FC236}">
                <a16:creationId xmlns:a16="http://schemas.microsoft.com/office/drawing/2014/main" id="{24F121C8-6F41-72B8-D92B-DCB0FEAC9851}"/>
              </a:ext>
            </a:extLst>
          </p:cNvPr>
          <p:cNvSpPr>
            <a:spLocks noGrp="1"/>
          </p:cNvSpPr>
          <p:nvPr>
            <p:ph idx="1"/>
          </p:nvPr>
        </p:nvSpPr>
        <p:spPr/>
        <p:txBody>
          <a:bodyPr/>
          <a:lstStyle/>
          <a:p>
            <a:r>
              <a:rPr lang="vi-VN"/>
              <a:t>Bước </a:t>
            </a:r>
            <a:r>
              <a:rPr lang="en-US"/>
              <a:t>2</a:t>
            </a:r>
            <a:r>
              <a:rPr lang="vi-VN"/>
              <a:t>: </a:t>
            </a:r>
            <a:r>
              <a:rPr lang="en-US"/>
              <a:t>Lập danh sách các xử lý</a:t>
            </a:r>
            <a:endParaRPr lang="vi-VN"/>
          </a:p>
          <a:p>
            <a:endParaRPr lang="en-US"/>
          </a:p>
        </p:txBody>
      </p:sp>
      <p:pic>
        <p:nvPicPr>
          <p:cNvPr id="3" name="Content Placeholder 6">
            <a:extLst>
              <a:ext uri="{FF2B5EF4-FFF2-40B4-BE49-F238E27FC236}">
                <a16:creationId xmlns:a16="http://schemas.microsoft.com/office/drawing/2014/main" id="{49A5915A-E1BC-230F-72C6-FAA45EC3656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189164" y="2200789"/>
            <a:ext cx="6802433" cy="3755510"/>
          </a:xfrm>
          <a:prstGeom prst="rect">
            <a:avLst/>
          </a:prstGeom>
        </p:spPr>
      </p:pic>
    </p:spTree>
    <p:extLst>
      <p:ext uri="{BB962C8B-B14F-4D97-AF65-F5344CB8AC3E}">
        <p14:creationId xmlns:p14="http://schemas.microsoft.com/office/powerpoint/2010/main" val="16038197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0F0B8-6DEE-47BE-255B-CE2106442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AE2BD-BE01-2836-DA3D-C53334C15157}"/>
              </a:ext>
            </a:extLst>
          </p:cNvPr>
          <p:cNvSpPr>
            <a:spLocks noGrp="1"/>
          </p:cNvSpPr>
          <p:nvPr>
            <p:ph type="title"/>
          </p:nvPr>
        </p:nvSpPr>
        <p:spPr/>
        <p:txBody>
          <a:bodyPr/>
          <a:lstStyle/>
          <a:p>
            <a:r>
              <a:rPr lang="en-US"/>
              <a:t>Bài tập Thiết kế xử lý</a:t>
            </a:r>
          </a:p>
        </p:txBody>
      </p:sp>
      <p:sp>
        <p:nvSpPr>
          <p:cNvPr id="3" name="Content Placeholder 2">
            <a:extLst>
              <a:ext uri="{FF2B5EF4-FFF2-40B4-BE49-F238E27FC236}">
                <a16:creationId xmlns:a16="http://schemas.microsoft.com/office/drawing/2014/main" id="{8739F948-2D5A-4401-42ED-21A8B0CE72DF}"/>
              </a:ext>
            </a:extLst>
          </p:cNvPr>
          <p:cNvSpPr>
            <a:spLocks noGrp="1"/>
          </p:cNvSpPr>
          <p:nvPr>
            <p:ph idx="1"/>
          </p:nvPr>
        </p:nvSpPr>
        <p:spPr/>
        <p:txBody>
          <a:bodyPr/>
          <a:lstStyle/>
          <a:p>
            <a:r>
              <a:rPr lang="vi-VN"/>
              <a:t>Danh sách các xử lý</a:t>
            </a:r>
            <a:endParaRPr lang="en-US"/>
          </a:p>
          <a:p>
            <a:endParaRPr lang="vi-VN"/>
          </a:p>
        </p:txBody>
      </p:sp>
      <p:graphicFrame>
        <p:nvGraphicFramePr>
          <p:cNvPr id="6" name="Content Placeholder 5">
            <a:extLst>
              <a:ext uri="{FF2B5EF4-FFF2-40B4-BE49-F238E27FC236}">
                <a16:creationId xmlns:a16="http://schemas.microsoft.com/office/drawing/2014/main" id="{31FA35D2-89CF-6E4F-941A-A3EA91894236}"/>
              </a:ext>
            </a:extLst>
          </p:cNvPr>
          <p:cNvGraphicFramePr>
            <a:graphicFrameLocks noGrp="1"/>
          </p:cNvGraphicFramePr>
          <p:nvPr>
            <p:ph idx="16"/>
          </p:nvPr>
        </p:nvGraphicFramePr>
        <p:xfrm>
          <a:off x="609600" y="2057400"/>
          <a:ext cx="10972800" cy="335280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1547867907"/>
                    </a:ext>
                  </a:extLst>
                </a:gridCol>
                <a:gridCol w="3429000">
                  <a:extLst>
                    <a:ext uri="{9D8B030D-6E8A-4147-A177-3AD203B41FA5}">
                      <a16:colId xmlns:a16="http://schemas.microsoft.com/office/drawing/2014/main" val="31559138"/>
                    </a:ext>
                  </a:extLst>
                </a:gridCol>
                <a:gridCol w="4572000">
                  <a:extLst>
                    <a:ext uri="{9D8B030D-6E8A-4147-A177-3AD203B41FA5}">
                      <a16:colId xmlns:a16="http://schemas.microsoft.com/office/drawing/2014/main" val="537878083"/>
                    </a:ext>
                  </a:extLst>
                </a:gridCol>
                <a:gridCol w="2057400">
                  <a:extLst>
                    <a:ext uri="{9D8B030D-6E8A-4147-A177-3AD203B41FA5}">
                      <a16:colId xmlns:a16="http://schemas.microsoft.com/office/drawing/2014/main" val="2126815064"/>
                    </a:ext>
                  </a:extLst>
                </a:gridCol>
              </a:tblGrid>
              <a:tr h="370840">
                <a:tc>
                  <a:txBody>
                    <a:bodyPr/>
                    <a:lstStyle/>
                    <a:p>
                      <a:pPr algn="ctr"/>
                      <a:r>
                        <a:rPr lang="en-US" sz="2800"/>
                        <a:t>STT</a:t>
                      </a:r>
                    </a:p>
                  </a:txBody>
                  <a:tcPr anchor="ctr"/>
                </a:tc>
                <a:tc>
                  <a:txBody>
                    <a:bodyPr/>
                    <a:lstStyle/>
                    <a:p>
                      <a:pPr algn="ctr"/>
                      <a:r>
                        <a:rPr lang="en-US" sz="2800"/>
                        <a:t>Tên xử lý</a:t>
                      </a:r>
                    </a:p>
                  </a:txBody>
                  <a:tcPr anchor="ctr"/>
                </a:tc>
                <a:tc>
                  <a:txBody>
                    <a:bodyPr/>
                    <a:lstStyle/>
                    <a:p>
                      <a:pPr algn="ctr"/>
                      <a:r>
                        <a:rPr lang="en-US" sz="2800"/>
                        <a:t>Điều kiện gọi thực hiện</a:t>
                      </a:r>
                    </a:p>
                  </a:txBody>
                  <a:tcPr anchor="ctr"/>
                </a:tc>
                <a:tc>
                  <a:txBody>
                    <a:bodyPr/>
                    <a:lstStyle/>
                    <a:p>
                      <a:pPr algn="ctr"/>
                      <a:r>
                        <a:rPr lang="en-US" sz="2800"/>
                        <a:t>Ý nghĩa</a:t>
                      </a:r>
                    </a:p>
                  </a:txBody>
                  <a:tcPr anchor="ctr"/>
                </a:tc>
                <a:extLst>
                  <a:ext uri="{0D108BD9-81ED-4DB2-BD59-A6C34878D82A}">
                    <a16:rowId xmlns:a16="http://schemas.microsoft.com/office/drawing/2014/main" val="4032169398"/>
                  </a:ext>
                </a:extLst>
              </a:tr>
              <a:tr h="370840">
                <a:tc>
                  <a:txBody>
                    <a:bodyPr/>
                    <a:lstStyle/>
                    <a:p>
                      <a:pPr algn="ctr"/>
                      <a:r>
                        <a:rPr lang="en-US" sz="2800"/>
                        <a:t>5</a:t>
                      </a:r>
                    </a:p>
                  </a:txBody>
                  <a:tcPr anchor="ctr"/>
                </a:tc>
                <a:tc>
                  <a:txBody>
                    <a:bodyPr/>
                    <a:lstStyle/>
                    <a:p>
                      <a:r>
                        <a:rPr lang="en-US" sz="2800"/>
                        <a:t>Tiếp nhận đại lý</a:t>
                      </a:r>
                    </a:p>
                  </a:txBody>
                  <a:tcPr anchor="ctr"/>
                </a:tc>
                <a:tc>
                  <a:txBody>
                    <a:bodyPr/>
                    <a:lstStyle/>
                    <a:p>
                      <a:r>
                        <a:rPr lang="en-US" sz="2800"/>
                        <a:t>Người người dùng nhấp vào nút Tiếp nhận đại lý</a:t>
                      </a:r>
                    </a:p>
                  </a:txBody>
                  <a:tcPr anchor="ctr"/>
                </a:tc>
                <a:tc>
                  <a:txBody>
                    <a:bodyPr/>
                    <a:lstStyle/>
                    <a:p>
                      <a:r>
                        <a:rPr lang="en-US" sz="2800"/>
                        <a:t>Xử lý chính</a:t>
                      </a:r>
                    </a:p>
                  </a:txBody>
                  <a:tcPr anchor="ctr"/>
                </a:tc>
                <a:extLst>
                  <a:ext uri="{0D108BD9-81ED-4DB2-BD59-A6C34878D82A}">
                    <a16:rowId xmlns:a16="http://schemas.microsoft.com/office/drawing/2014/main" val="575821345"/>
                  </a:ext>
                </a:extLst>
              </a:tr>
              <a:tr h="370840">
                <a:tc>
                  <a:txBody>
                    <a:bodyPr/>
                    <a:lstStyle/>
                    <a:p>
                      <a:pPr algn="ctr"/>
                      <a:r>
                        <a:rPr lang="en-US" sz="2800"/>
                        <a:t>6</a:t>
                      </a:r>
                    </a:p>
                  </a:txBody>
                  <a:tcPr anchor="ctr"/>
                </a:tc>
                <a:tc>
                  <a:txBody>
                    <a:bodyPr/>
                    <a:lstStyle/>
                    <a:p>
                      <a:r>
                        <a:rPr lang="en-US" sz="2800"/>
                        <a:t>Tiếp nhận đại lý mới</a:t>
                      </a:r>
                    </a:p>
                  </a:txBody>
                  <a:tcPr anchor="ctr"/>
                </a:tc>
                <a:tc>
                  <a:txBody>
                    <a:bodyPr/>
                    <a:lstStyle/>
                    <a:p>
                      <a:r>
                        <a:rPr lang="en-US" sz="2800"/>
                        <a:t>Người người dùng nhấp vào nút Đại lý mới</a:t>
                      </a:r>
                    </a:p>
                  </a:txBody>
                  <a:tcPr anchor="ctr"/>
                </a:tc>
                <a:tc>
                  <a:txBody>
                    <a:bodyPr/>
                    <a:lstStyle/>
                    <a:p>
                      <a:r>
                        <a:rPr lang="en-US" sz="2800"/>
                        <a:t>Xử lý phụ</a:t>
                      </a:r>
                    </a:p>
                  </a:txBody>
                  <a:tcPr anchor="ctr"/>
                </a:tc>
                <a:extLst>
                  <a:ext uri="{0D108BD9-81ED-4DB2-BD59-A6C34878D82A}">
                    <a16:rowId xmlns:a16="http://schemas.microsoft.com/office/drawing/2014/main" val="2926775726"/>
                  </a:ext>
                </a:extLst>
              </a:tr>
              <a:tr h="370840">
                <a:tc>
                  <a:txBody>
                    <a:bodyPr/>
                    <a:lstStyle/>
                    <a:p>
                      <a:pPr algn="ctr"/>
                      <a:r>
                        <a:rPr lang="en-US" sz="2800"/>
                        <a:t>7</a:t>
                      </a:r>
                    </a:p>
                  </a:txBody>
                  <a:tcPr anchor="ctr"/>
                </a:tc>
                <a:tc>
                  <a:txBody>
                    <a:bodyPr/>
                    <a:lstStyle/>
                    <a:p>
                      <a:r>
                        <a:rPr lang="en-US" sz="2800"/>
                        <a:t>Tìm đại lý</a:t>
                      </a:r>
                    </a:p>
                  </a:txBody>
                  <a:tcPr anchor="ctr"/>
                </a:tc>
                <a:tc>
                  <a:txBody>
                    <a:bodyPr/>
                    <a:lstStyle/>
                    <a:p>
                      <a:r>
                        <a:rPr lang="en-US" sz="2800"/>
                        <a:t>Người người dùng nhấp vào nút Tìm đại lý</a:t>
                      </a:r>
                    </a:p>
                  </a:txBody>
                  <a:tcPr anchor="ctr"/>
                </a:tc>
                <a:tc>
                  <a:txBody>
                    <a:bodyPr/>
                    <a:lstStyle/>
                    <a:p>
                      <a:r>
                        <a:rPr lang="en-US" sz="2800"/>
                        <a:t>Xử lý phụ</a:t>
                      </a:r>
                    </a:p>
                  </a:txBody>
                  <a:tcPr anchor="ctr"/>
                </a:tc>
                <a:extLst>
                  <a:ext uri="{0D108BD9-81ED-4DB2-BD59-A6C34878D82A}">
                    <a16:rowId xmlns:a16="http://schemas.microsoft.com/office/drawing/2014/main" val="2857033319"/>
                  </a:ext>
                </a:extLst>
              </a:tr>
            </a:tbl>
          </a:graphicData>
        </a:graphic>
      </p:graphicFrame>
    </p:spTree>
    <p:extLst>
      <p:ext uri="{BB962C8B-B14F-4D97-AF65-F5344CB8AC3E}">
        <p14:creationId xmlns:p14="http://schemas.microsoft.com/office/powerpoint/2010/main" val="147149839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6C8433-C709-3E03-A753-157A7D4E62CC}"/>
              </a:ext>
            </a:extLst>
          </p:cNvPr>
          <p:cNvSpPr>
            <a:spLocks noGrp="1"/>
          </p:cNvSpPr>
          <p:nvPr>
            <p:ph type="title"/>
          </p:nvPr>
        </p:nvSpPr>
        <p:spPr/>
        <p:txBody>
          <a:bodyPr/>
          <a:lstStyle/>
          <a:p>
            <a:r>
              <a:rPr lang="en-US"/>
              <a:t>Mô tả chi tiết xử lý </a:t>
            </a:r>
            <a:r>
              <a:rPr lang="en-US" sz="4400"/>
              <a:t>Tiếp nhận đại lý</a:t>
            </a:r>
            <a:endParaRPr lang="en-US"/>
          </a:p>
        </p:txBody>
      </p:sp>
      <p:sp>
        <p:nvSpPr>
          <p:cNvPr id="6" name="Content Placeholder 5">
            <a:extLst>
              <a:ext uri="{FF2B5EF4-FFF2-40B4-BE49-F238E27FC236}">
                <a16:creationId xmlns:a16="http://schemas.microsoft.com/office/drawing/2014/main" id="{D1CCE6CD-2FAC-2A92-89D7-3C8C75C73B07}"/>
              </a:ext>
            </a:extLst>
          </p:cNvPr>
          <p:cNvSpPr>
            <a:spLocks noGrp="1"/>
          </p:cNvSpPr>
          <p:nvPr>
            <p:ph sz="half" idx="1"/>
          </p:nvPr>
        </p:nvSpPr>
        <p:spPr/>
        <p:txBody>
          <a:bodyPr/>
          <a:lstStyle/>
          <a:p>
            <a:r>
              <a:rPr lang="vi-VN"/>
              <a:t>Tên xử lý:</a:t>
            </a:r>
            <a:r>
              <a:rPr lang="en-US"/>
              <a:t> </a:t>
            </a:r>
            <a:r>
              <a:rPr lang="en-US" sz="2800"/>
              <a:t>Tiếp nhận đại lý</a:t>
            </a:r>
            <a:endParaRPr lang="vi-VN"/>
          </a:p>
          <a:p>
            <a:r>
              <a:rPr lang="vi-VN">
                <a:solidFill>
                  <a:srgbClr val="FF0000"/>
                </a:solidFill>
              </a:rPr>
              <a:t>Ý nghĩa:</a:t>
            </a:r>
            <a:r>
              <a:rPr lang="en-US">
                <a:solidFill>
                  <a:srgbClr val="FF0000"/>
                </a:solidFill>
              </a:rPr>
              <a:t> Xử lý chính trên màn hình Tiếp nhận đại lý.</a:t>
            </a:r>
            <a:endParaRPr lang="vi-VN">
              <a:solidFill>
                <a:srgbClr val="FF0000"/>
              </a:solidFill>
            </a:endParaRPr>
          </a:p>
          <a:p>
            <a:r>
              <a:rPr lang="vi-VN"/>
              <a:t>Điều kiện thực hiện</a:t>
            </a:r>
            <a:r>
              <a:rPr lang="en-US"/>
              <a:t>: Khi</a:t>
            </a:r>
            <a:r>
              <a:rPr lang="vi-VN"/>
              <a:t> người dùng nhấp vào nút Tiếp nhận đại lý</a:t>
            </a:r>
            <a:r>
              <a:rPr lang="en-US"/>
              <a:t>.</a:t>
            </a:r>
            <a:endParaRPr lang="vi-VN"/>
          </a:p>
          <a:p>
            <a:r>
              <a:rPr lang="vi-VN">
                <a:solidFill>
                  <a:srgbClr val="FF0000"/>
                </a:solidFill>
              </a:rPr>
              <a:t>Sơ đồ luồng dữ liệu</a:t>
            </a:r>
            <a:r>
              <a:rPr lang="en-US">
                <a:solidFill>
                  <a:srgbClr val="FF0000"/>
                </a:solidFill>
              </a:rPr>
              <a:t>:</a:t>
            </a:r>
          </a:p>
          <a:p>
            <a:pPr lvl="1"/>
            <a:r>
              <a:rPr lang="en-US"/>
              <a:t>Hình vẽ:</a:t>
            </a:r>
            <a:endParaRPr lang="vi-VN"/>
          </a:p>
        </p:txBody>
      </p:sp>
      <p:pic>
        <p:nvPicPr>
          <p:cNvPr id="11" name="Content Placeholder 10">
            <a:extLst>
              <a:ext uri="{FF2B5EF4-FFF2-40B4-BE49-F238E27FC236}">
                <a16:creationId xmlns:a16="http://schemas.microsoft.com/office/drawing/2014/main" id="{46C044F2-E51D-010F-6D98-87718FEE8430}"/>
              </a:ext>
            </a:extLst>
          </p:cNvPr>
          <p:cNvPicPr>
            <a:picLocks noGrp="1" noChangeAspect="1"/>
          </p:cNvPicPr>
          <p:nvPr>
            <p:ph sz="half" idx="2"/>
          </p:nvPr>
        </p:nvPicPr>
        <p:blipFill>
          <a:blip r:embed="rId2"/>
          <a:stretch>
            <a:fillRect/>
          </a:stretch>
        </p:blipFill>
        <p:spPr>
          <a:xfrm>
            <a:off x="7743909" y="1600200"/>
            <a:ext cx="2292181" cy="4525963"/>
          </a:xfrm>
        </p:spPr>
      </p:pic>
    </p:spTree>
    <p:extLst>
      <p:ext uri="{BB962C8B-B14F-4D97-AF65-F5344CB8AC3E}">
        <p14:creationId xmlns:p14="http://schemas.microsoft.com/office/powerpoint/2010/main" val="158547582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9878-2A75-1E82-4745-0477CF3269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8B4BB4-C970-B15F-278D-CCBD2D61B1FC}"/>
              </a:ext>
            </a:extLst>
          </p:cNvPr>
          <p:cNvSpPr>
            <a:spLocks noGrp="1"/>
          </p:cNvSpPr>
          <p:nvPr>
            <p:ph type="title"/>
          </p:nvPr>
        </p:nvSpPr>
        <p:spPr/>
        <p:txBody>
          <a:bodyPr/>
          <a:lstStyle/>
          <a:p>
            <a:r>
              <a:rPr lang="en-US"/>
              <a:t>Mô tả chi tiết xử lý </a:t>
            </a:r>
            <a:r>
              <a:rPr lang="en-US" sz="4400"/>
              <a:t>Tiếp nhận đại lý</a:t>
            </a:r>
            <a:endParaRPr lang="en-US"/>
          </a:p>
        </p:txBody>
      </p:sp>
      <p:sp>
        <p:nvSpPr>
          <p:cNvPr id="2" name="Content Placeholder 1">
            <a:extLst>
              <a:ext uri="{FF2B5EF4-FFF2-40B4-BE49-F238E27FC236}">
                <a16:creationId xmlns:a16="http://schemas.microsoft.com/office/drawing/2014/main" id="{8B0265D2-4EF7-436C-D9C3-980D1E393542}"/>
              </a:ext>
            </a:extLst>
          </p:cNvPr>
          <p:cNvSpPr>
            <a:spLocks noGrp="1"/>
          </p:cNvSpPr>
          <p:nvPr>
            <p:ph sz="half" idx="2"/>
          </p:nvPr>
        </p:nvSpPr>
        <p:spPr/>
        <p:txBody>
          <a:bodyPr/>
          <a:lstStyle/>
          <a:p>
            <a:pPr lvl="1"/>
            <a:r>
              <a:rPr lang="en-US"/>
              <a:t>Các luồng dữ liệu</a:t>
            </a:r>
          </a:p>
          <a:p>
            <a:pPr lvl="2"/>
            <a:r>
              <a:rPr lang="en-US">
                <a:solidFill>
                  <a:srgbClr val="FF0000"/>
                </a:solidFill>
              </a:rPr>
              <a:t>D1: Tên, Điện thoại, Địa chỉ, Email, Mã loại đại lý, Mã quận, Ngày tiếp nhận.</a:t>
            </a:r>
          </a:p>
          <a:p>
            <a:pPr lvl="2"/>
            <a:r>
              <a:rPr lang="en-US"/>
              <a:t>D2: Danh sách các đại lý theo “Mã Quận” của D1.</a:t>
            </a:r>
          </a:p>
          <a:p>
            <a:pPr lvl="2"/>
            <a:r>
              <a:rPr lang="en-US">
                <a:solidFill>
                  <a:srgbClr val="FF0000"/>
                </a:solidFill>
              </a:rPr>
              <a:t>D3: Số lượng đại lý tối đa trong quận.</a:t>
            </a:r>
          </a:p>
          <a:p>
            <a:pPr lvl="2"/>
            <a:r>
              <a:rPr lang="en-US"/>
              <a:t>D4: D1.</a:t>
            </a:r>
          </a:p>
        </p:txBody>
      </p:sp>
      <p:sp>
        <p:nvSpPr>
          <p:cNvPr id="4" name="Content Placeholder 3">
            <a:extLst>
              <a:ext uri="{FF2B5EF4-FFF2-40B4-BE49-F238E27FC236}">
                <a16:creationId xmlns:a16="http://schemas.microsoft.com/office/drawing/2014/main" id="{20A6D38C-BDE0-656A-98B7-BDDF826E5CFA}"/>
              </a:ext>
            </a:extLst>
          </p:cNvPr>
          <p:cNvSpPr>
            <a:spLocks noGrp="1"/>
          </p:cNvSpPr>
          <p:nvPr>
            <p:ph sz="half" idx="1"/>
          </p:nvPr>
        </p:nvSpPr>
        <p:spPr/>
        <p:txBody>
          <a:bodyPr/>
          <a:lstStyle/>
          <a:p>
            <a:pPr lvl="1"/>
            <a:r>
              <a:rPr lang="en-US"/>
              <a:t>Hình vẽ:</a:t>
            </a:r>
          </a:p>
        </p:txBody>
      </p:sp>
      <p:pic>
        <p:nvPicPr>
          <p:cNvPr id="11" name="Picture 10">
            <a:extLst>
              <a:ext uri="{FF2B5EF4-FFF2-40B4-BE49-F238E27FC236}">
                <a16:creationId xmlns:a16="http://schemas.microsoft.com/office/drawing/2014/main" id="{C3CFD1E3-B9CF-59CF-506D-E857D239DF88}"/>
              </a:ext>
            </a:extLst>
          </p:cNvPr>
          <p:cNvPicPr>
            <a:picLocks noChangeAspect="1"/>
          </p:cNvPicPr>
          <p:nvPr/>
        </p:nvPicPr>
        <p:blipFill>
          <a:blip r:embed="rId2"/>
          <a:stretch>
            <a:fillRect/>
          </a:stretch>
        </p:blipFill>
        <p:spPr>
          <a:xfrm>
            <a:off x="2375801" y="2286000"/>
            <a:ext cx="1852397" cy="3657600"/>
          </a:xfrm>
          <a:prstGeom prst="rect">
            <a:avLst/>
          </a:prstGeom>
        </p:spPr>
      </p:pic>
    </p:spTree>
    <p:extLst>
      <p:ext uri="{BB962C8B-B14F-4D97-AF65-F5344CB8AC3E}">
        <p14:creationId xmlns:p14="http://schemas.microsoft.com/office/powerpoint/2010/main" val="422413890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AE9AB-496B-1CD0-B349-266633D5A23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BBF54B1-7B66-87CC-445D-83FA3D80BECC}"/>
              </a:ext>
            </a:extLst>
          </p:cNvPr>
          <p:cNvSpPr>
            <a:spLocks noGrp="1"/>
          </p:cNvSpPr>
          <p:nvPr>
            <p:ph type="title"/>
          </p:nvPr>
        </p:nvSpPr>
        <p:spPr/>
        <p:txBody>
          <a:bodyPr/>
          <a:lstStyle/>
          <a:p>
            <a:r>
              <a:rPr lang="en-US"/>
              <a:t>Mô tả chi tiết xử lý </a:t>
            </a:r>
            <a:r>
              <a:rPr lang="en-US" sz="4400"/>
              <a:t>Tiếp nhận đại lý</a:t>
            </a:r>
            <a:endParaRPr lang="en-US"/>
          </a:p>
        </p:txBody>
      </p:sp>
      <p:sp>
        <p:nvSpPr>
          <p:cNvPr id="2" name="Content Placeholder 1">
            <a:extLst>
              <a:ext uri="{FF2B5EF4-FFF2-40B4-BE49-F238E27FC236}">
                <a16:creationId xmlns:a16="http://schemas.microsoft.com/office/drawing/2014/main" id="{B3E959F4-F5C4-AEC6-7A01-D08D7AB5DEB5}"/>
              </a:ext>
            </a:extLst>
          </p:cNvPr>
          <p:cNvSpPr>
            <a:spLocks noGrp="1"/>
          </p:cNvSpPr>
          <p:nvPr>
            <p:ph sz="half" idx="2"/>
          </p:nvPr>
        </p:nvSpPr>
        <p:spPr/>
        <p:txBody>
          <a:bodyPr/>
          <a:lstStyle/>
          <a:p>
            <a:pPr lvl="1"/>
            <a:r>
              <a:rPr lang="en-US" sz="2000"/>
              <a:t>Thuật toán:</a:t>
            </a:r>
          </a:p>
          <a:p>
            <a:pPr lvl="2"/>
            <a:r>
              <a:rPr lang="vi-VN" sz="2000">
                <a:solidFill>
                  <a:srgbClr val="FF0000"/>
                </a:solidFill>
              </a:rPr>
              <a:t>Bước </a:t>
            </a:r>
            <a:r>
              <a:rPr lang="en-US" sz="2000">
                <a:solidFill>
                  <a:srgbClr val="FF0000"/>
                </a:solidFill>
              </a:rPr>
              <a:t>0</a:t>
            </a:r>
            <a:r>
              <a:rPr lang="vi-VN" sz="2000">
                <a:solidFill>
                  <a:srgbClr val="FF0000"/>
                </a:solidFill>
              </a:rPr>
              <a:t>1: Nhận </a:t>
            </a:r>
            <a:r>
              <a:rPr lang="en-US" sz="2000">
                <a:solidFill>
                  <a:srgbClr val="FF0000"/>
                </a:solidFill>
              </a:rPr>
              <a:t>D1 </a:t>
            </a:r>
            <a:r>
              <a:rPr lang="vi-VN" sz="2000">
                <a:solidFill>
                  <a:srgbClr val="FF0000"/>
                </a:solidFill>
              </a:rPr>
              <a:t>từ người dùng</a:t>
            </a:r>
          </a:p>
          <a:p>
            <a:pPr lvl="2"/>
            <a:r>
              <a:rPr lang="vi-VN" sz="2000"/>
              <a:t>Bước </a:t>
            </a:r>
            <a:r>
              <a:rPr lang="en-US" sz="2000"/>
              <a:t>02</a:t>
            </a:r>
            <a:r>
              <a:rPr lang="vi-VN" sz="2000"/>
              <a:t>: Đọc </a:t>
            </a:r>
            <a:r>
              <a:rPr lang="en-US" sz="2000"/>
              <a:t>D2 </a:t>
            </a:r>
            <a:r>
              <a:rPr lang="vi-VN" sz="2000"/>
              <a:t>từ </a:t>
            </a:r>
            <a:r>
              <a:rPr lang="en-US" sz="2000"/>
              <a:t>DAILY.</a:t>
            </a:r>
          </a:p>
          <a:p>
            <a:pPr lvl="2"/>
            <a:r>
              <a:rPr lang="vi-VN" sz="2000">
                <a:solidFill>
                  <a:srgbClr val="FF0000"/>
                </a:solidFill>
              </a:rPr>
              <a:t>Bước </a:t>
            </a:r>
            <a:r>
              <a:rPr lang="en-US" sz="2000">
                <a:solidFill>
                  <a:srgbClr val="FF0000"/>
                </a:solidFill>
              </a:rPr>
              <a:t>03</a:t>
            </a:r>
            <a:r>
              <a:rPr lang="vi-VN" sz="2000">
                <a:solidFill>
                  <a:srgbClr val="FF0000"/>
                </a:solidFill>
              </a:rPr>
              <a:t>: Đọc </a:t>
            </a:r>
            <a:r>
              <a:rPr lang="en-US" sz="2000">
                <a:solidFill>
                  <a:srgbClr val="FF0000"/>
                </a:solidFill>
              </a:rPr>
              <a:t>D3 </a:t>
            </a:r>
            <a:r>
              <a:rPr lang="vi-VN" sz="2000">
                <a:solidFill>
                  <a:srgbClr val="FF0000"/>
                </a:solidFill>
              </a:rPr>
              <a:t>từ </a:t>
            </a:r>
            <a:r>
              <a:rPr lang="en-US" sz="2000">
                <a:solidFill>
                  <a:srgbClr val="FF0000"/>
                </a:solidFill>
              </a:rPr>
              <a:t>THAMSO.</a:t>
            </a:r>
          </a:p>
          <a:p>
            <a:pPr lvl="2"/>
            <a:r>
              <a:rPr lang="vi-VN" sz="2000"/>
              <a:t>Bước </a:t>
            </a:r>
            <a:r>
              <a:rPr lang="en-US" sz="2000"/>
              <a:t>04</a:t>
            </a:r>
            <a:r>
              <a:rPr lang="vi-VN" sz="2000"/>
              <a:t>: Kiểm tra</a:t>
            </a:r>
            <a:r>
              <a:rPr lang="en-US" sz="2000"/>
              <a:t> qui định </a:t>
            </a:r>
            <a:r>
              <a:rPr lang="vi-VN" sz="2000"/>
              <a:t>số lượng đại lý tối đa trong quận</a:t>
            </a:r>
            <a:r>
              <a:rPr lang="en-US" sz="2000"/>
              <a:t> dựa vào D2 và D3.</a:t>
            </a:r>
            <a:endParaRPr lang="vi-VN" sz="2000"/>
          </a:p>
          <a:p>
            <a:pPr lvl="2"/>
            <a:r>
              <a:rPr lang="vi-VN" sz="2000">
                <a:solidFill>
                  <a:srgbClr val="FF0000"/>
                </a:solidFill>
              </a:rPr>
              <a:t>Bước </a:t>
            </a:r>
            <a:r>
              <a:rPr lang="en-US" sz="2000">
                <a:solidFill>
                  <a:srgbClr val="FF0000"/>
                </a:solidFill>
              </a:rPr>
              <a:t>05</a:t>
            </a:r>
            <a:r>
              <a:rPr lang="vi-VN" sz="2000">
                <a:solidFill>
                  <a:srgbClr val="FF0000"/>
                </a:solidFill>
              </a:rPr>
              <a:t>: Nếu không thỏa tất cả các </a:t>
            </a:r>
            <a:r>
              <a:rPr lang="en-US" sz="2000">
                <a:solidFill>
                  <a:srgbClr val="FF0000"/>
                </a:solidFill>
              </a:rPr>
              <a:t>điều kiện </a:t>
            </a:r>
            <a:r>
              <a:rPr lang="vi-VN" sz="2000">
                <a:solidFill>
                  <a:srgbClr val="FF0000"/>
                </a:solidFill>
              </a:rPr>
              <a:t>trên thì tới bước 1</a:t>
            </a:r>
            <a:r>
              <a:rPr lang="en-US" sz="2000">
                <a:solidFill>
                  <a:srgbClr val="FF0000"/>
                </a:solidFill>
              </a:rPr>
              <a:t>1.</a:t>
            </a:r>
            <a:endParaRPr lang="vi-VN" sz="2000">
              <a:solidFill>
                <a:srgbClr val="FF0000"/>
              </a:solidFill>
            </a:endParaRPr>
          </a:p>
          <a:p>
            <a:pPr lvl="2"/>
            <a:r>
              <a:rPr lang="vi-VN" sz="2000"/>
              <a:t>Bước </a:t>
            </a:r>
            <a:r>
              <a:rPr lang="en-US" sz="2000"/>
              <a:t>06</a:t>
            </a:r>
            <a:r>
              <a:rPr lang="vi-VN" sz="2000"/>
              <a:t>: Lưu </a:t>
            </a:r>
            <a:r>
              <a:rPr lang="en-US" sz="2000"/>
              <a:t>D4</a:t>
            </a:r>
            <a:r>
              <a:rPr lang="en-US" sz="2000">
                <a:sym typeface="Symbol" panose="05050102010706020507" pitchFamily="18" charset="2"/>
              </a:rPr>
              <a:t></a:t>
            </a:r>
            <a:r>
              <a:rPr lang="vi-VN" sz="2000"/>
              <a:t>D</a:t>
            </a:r>
            <a:r>
              <a:rPr lang="en-US" sz="2000"/>
              <a:t>1</a:t>
            </a:r>
            <a:r>
              <a:rPr lang="vi-VN" sz="2000"/>
              <a:t> xuống </a:t>
            </a:r>
            <a:r>
              <a:rPr lang="en-US" sz="2000"/>
              <a:t>DAILY.</a:t>
            </a:r>
            <a:endParaRPr lang="vi-VN" sz="2000"/>
          </a:p>
          <a:p>
            <a:pPr lvl="2"/>
            <a:r>
              <a:rPr lang="vi-VN" sz="2000">
                <a:solidFill>
                  <a:srgbClr val="FF0000"/>
                </a:solidFill>
              </a:rPr>
              <a:t>Bước </a:t>
            </a:r>
            <a:r>
              <a:rPr lang="en-US" sz="2000">
                <a:solidFill>
                  <a:srgbClr val="FF0000"/>
                </a:solidFill>
              </a:rPr>
              <a:t>07</a:t>
            </a:r>
            <a:r>
              <a:rPr lang="vi-VN" sz="2000">
                <a:solidFill>
                  <a:srgbClr val="FF0000"/>
                </a:solidFill>
              </a:rPr>
              <a:t>: Kết thúc.</a:t>
            </a:r>
            <a:endParaRPr lang="en-US" sz="2000"/>
          </a:p>
        </p:txBody>
      </p:sp>
      <p:sp>
        <p:nvSpPr>
          <p:cNvPr id="4" name="Content Placeholder 3">
            <a:extLst>
              <a:ext uri="{FF2B5EF4-FFF2-40B4-BE49-F238E27FC236}">
                <a16:creationId xmlns:a16="http://schemas.microsoft.com/office/drawing/2014/main" id="{37B69903-966C-95F3-AB89-8B24CE26F796}"/>
              </a:ext>
            </a:extLst>
          </p:cNvPr>
          <p:cNvSpPr>
            <a:spLocks noGrp="1"/>
          </p:cNvSpPr>
          <p:nvPr>
            <p:ph sz="half" idx="1"/>
          </p:nvPr>
        </p:nvSpPr>
        <p:spPr/>
        <p:txBody>
          <a:bodyPr/>
          <a:lstStyle/>
          <a:p>
            <a:pPr lvl="1"/>
            <a:r>
              <a:rPr lang="en-US"/>
              <a:t>Hình vẽ:</a:t>
            </a:r>
          </a:p>
        </p:txBody>
      </p:sp>
      <p:pic>
        <p:nvPicPr>
          <p:cNvPr id="6" name="Picture 5">
            <a:extLst>
              <a:ext uri="{FF2B5EF4-FFF2-40B4-BE49-F238E27FC236}">
                <a16:creationId xmlns:a16="http://schemas.microsoft.com/office/drawing/2014/main" id="{D01F8D16-99A1-03CC-B566-A18FB8AB18AD}"/>
              </a:ext>
            </a:extLst>
          </p:cNvPr>
          <p:cNvPicPr>
            <a:picLocks noChangeAspect="1"/>
          </p:cNvPicPr>
          <p:nvPr/>
        </p:nvPicPr>
        <p:blipFill>
          <a:blip r:embed="rId2"/>
          <a:stretch>
            <a:fillRect/>
          </a:stretch>
        </p:blipFill>
        <p:spPr>
          <a:xfrm>
            <a:off x="2375801" y="2286000"/>
            <a:ext cx="1852397" cy="3657600"/>
          </a:xfrm>
          <a:prstGeom prst="rect">
            <a:avLst/>
          </a:prstGeom>
        </p:spPr>
      </p:pic>
    </p:spTree>
    <p:extLst>
      <p:ext uri="{BB962C8B-B14F-4D97-AF65-F5344CB8AC3E}">
        <p14:creationId xmlns:p14="http://schemas.microsoft.com/office/powerpoint/2010/main" val="323197691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TS. Nguyễn Tấn Trần Minh Khang</a:t>
            </a:r>
          </a:p>
        </p:txBody>
      </p:sp>
    </p:spTree>
    <p:extLst>
      <p:ext uri="{BB962C8B-B14F-4D97-AF65-F5344CB8AC3E}">
        <p14:creationId xmlns:p14="http://schemas.microsoft.com/office/powerpoint/2010/main" val="2729217778"/>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4053</TotalTime>
  <Words>1863</Words>
  <Application>Microsoft Office PowerPoint</Application>
  <PresentationFormat>Widescreen</PresentationFormat>
  <Paragraphs>317</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Consolas</vt:lpstr>
      <vt:lpstr>Courier New</vt:lpstr>
      <vt:lpstr>Symbol</vt:lpstr>
      <vt:lpstr>Default Design</vt:lpstr>
      <vt:lpstr>THIẾT KẾ XỬ LÝ</vt:lpstr>
      <vt:lpstr>Content</vt:lpstr>
      <vt:lpstr>Content</vt:lpstr>
      <vt:lpstr>Thiết kế xử lý</vt:lpstr>
      <vt:lpstr>Thiết kế xử lý</vt:lpstr>
      <vt:lpstr>Thiết kế xử lý</vt:lpstr>
      <vt:lpstr>Mục tiêu Thiết kế xử lý</vt:lpstr>
      <vt:lpstr>Mục tiêu Thiết kế xử lý</vt:lpstr>
      <vt:lpstr>Content</vt:lpstr>
      <vt:lpstr>Phân loại xử lý</vt:lpstr>
      <vt:lpstr>Content</vt:lpstr>
      <vt:lpstr>Kết quả Thiết kế xử lý</vt:lpstr>
      <vt:lpstr>Kết quả Thiết kế xử lý</vt:lpstr>
      <vt:lpstr>Kết quả Thiết kế xử lý</vt:lpstr>
      <vt:lpstr>Content</vt:lpstr>
      <vt:lpstr>Giải thuật thiết kế xử lý</vt:lpstr>
      <vt:lpstr>Content</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Bài tập Thiết kế xử lý</vt:lpstr>
      <vt:lpstr>Mô tả chi tiết xử lý Tiếp nhận đại lý</vt:lpstr>
      <vt:lpstr>Mô tả chi tiết xử lý Tiếp nhận đại lý</vt:lpstr>
      <vt:lpstr>Mô tả chi tiết xử lý Tiếp nhận đại lý</vt:lpstr>
      <vt:lpstr>Chúc các bạn học tốt TRƯỜNG ĐẠI HỌC CÔNG NGHỆ THÔNG TIN TP.HCM  Nhóm UIT-Together TS.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Khang Nguyen</cp:lastModifiedBy>
  <cp:revision>808</cp:revision>
  <cp:lastPrinted>2013-08-30T01:32:34Z</cp:lastPrinted>
  <dcterms:created xsi:type="dcterms:W3CDTF">2008-06-14T04:13:27Z</dcterms:created>
  <dcterms:modified xsi:type="dcterms:W3CDTF">2025-02-25T11:01:34Z</dcterms:modified>
</cp:coreProperties>
</file>