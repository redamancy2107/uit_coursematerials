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2052" r:id="rId2"/>
    <p:sldId id="1973" r:id="rId3"/>
    <p:sldId id="2074" r:id="rId4"/>
    <p:sldId id="2053" r:id="rId5"/>
    <p:sldId id="2072" r:id="rId6"/>
    <p:sldId id="2073" r:id="rId7"/>
    <p:sldId id="2077" r:id="rId8"/>
    <p:sldId id="2078" r:id="rId9"/>
    <p:sldId id="2079" r:id="rId10"/>
    <p:sldId id="2071" r:id="rId11"/>
    <p:sldId id="2075" r:id="rId12"/>
    <p:sldId id="2054" r:id="rId13"/>
    <p:sldId id="2056" r:id="rId14"/>
    <p:sldId id="2076" r:id="rId15"/>
    <p:sldId id="2042" r:id="rId16"/>
    <p:sldId id="2046" r:id="rId17"/>
    <p:sldId id="2062" r:id="rId18"/>
    <p:sldId id="2058" r:id="rId19"/>
    <p:sldId id="2064" r:id="rId20"/>
    <p:sldId id="2059" r:id="rId21"/>
    <p:sldId id="2063" r:id="rId22"/>
    <p:sldId id="2060" r:id="rId23"/>
    <p:sldId id="2065" r:id="rId24"/>
    <p:sldId id="2061" r:id="rId25"/>
    <p:sldId id="2066" r:id="rId26"/>
    <p:sldId id="2057" r:id="rId27"/>
    <p:sldId id="2067" r:id="rId28"/>
    <p:sldId id="2068" r:id="rId29"/>
    <p:sldId id="2050" r:id="rId30"/>
    <p:sldId id="2070" r:id="rId31"/>
    <p:sldId id="2069" r:id="rId32"/>
    <p:sldId id="2049" r:id="rId33"/>
    <p:sldId id="2051" r:id="rId3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9933"/>
    <a:srgbClr val="008000"/>
    <a:srgbClr val="000099"/>
    <a:srgbClr val="FF0000"/>
    <a:srgbClr val="FF6600"/>
    <a:srgbClr val="66FFFF"/>
    <a:srgbClr val="FF3399"/>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C7E309-74D5-4C22-9983-7CE5420B7F7D}" v="7" dt="2024-06-21T01:53:09.7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56" autoAdjust="0"/>
    <p:restoredTop sz="91156" autoAdjust="0"/>
  </p:normalViewPr>
  <p:slideViewPr>
    <p:cSldViewPr>
      <p:cViewPr varScale="1">
        <p:scale>
          <a:sx n="63" d="100"/>
          <a:sy n="63" d="100"/>
        </p:scale>
        <p:origin x="768" y="278"/>
      </p:cViewPr>
      <p:guideLst>
        <p:guide orient="horz" pos="2160"/>
        <p:guide pos="3840"/>
      </p:guideLst>
    </p:cSldViewPr>
  </p:slideViewPr>
  <p:notesTextViewPr>
    <p:cViewPr>
      <p:scale>
        <a:sx n="100" d="100"/>
        <a:sy n="100" d="100"/>
      </p:scale>
      <p:origin x="0" y="0"/>
    </p:cViewPr>
  </p:notesTextViewPr>
  <p:notesViewPr>
    <p:cSldViewPr>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ang Nguyễn Tấn Trần Minh" userId="c3808258-e92d-4bf9-b981-ea938a204001" providerId="ADAL" clId="{5B6F2BE7-3D84-4B5E-9065-D7CB14B9FA4B}"/>
    <pc:docChg chg="undo custSel addSld delSld modSld modMainMaster">
      <pc:chgData name="Khang Nguyễn Tấn Trần Minh" userId="c3808258-e92d-4bf9-b981-ea938a204001" providerId="ADAL" clId="{5B6F2BE7-3D84-4B5E-9065-D7CB14B9FA4B}" dt="2023-05-04T10:38:55.214" v="434" actId="700"/>
      <pc:docMkLst>
        <pc:docMk/>
      </pc:docMkLst>
      <pc:sldChg chg="addSp delSp modSp del mod chgLayout">
        <pc:chgData name="Khang Nguyễn Tấn Trần Minh" userId="c3808258-e92d-4bf9-b981-ea938a204001" providerId="ADAL" clId="{5B6F2BE7-3D84-4B5E-9065-D7CB14B9FA4B}" dt="2023-05-04T09:35:06.438" v="255" actId="47"/>
        <pc:sldMkLst>
          <pc:docMk/>
          <pc:sldMk cId="3414380401" sldId="328"/>
        </pc:sldMkLst>
        <pc:spChg chg="add del mod ord">
          <ac:chgData name="Khang Nguyễn Tấn Trần Minh" userId="c3808258-e92d-4bf9-b981-ea938a204001" providerId="ADAL" clId="{5B6F2BE7-3D84-4B5E-9065-D7CB14B9FA4B}" dt="2023-05-04T09:33:21.689" v="250" actId="700"/>
          <ac:spMkLst>
            <pc:docMk/>
            <pc:sldMk cId="3414380401" sldId="328"/>
            <ac:spMk id="2" creationId="{170D0286-0517-BF3D-A914-A2DE6458746B}"/>
          </ac:spMkLst>
        </pc:spChg>
        <pc:spChg chg="mod ord">
          <ac:chgData name="Khang Nguyễn Tấn Trần Minh" userId="c3808258-e92d-4bf9-b981-ea938a204001" providerId="ADAL" clId="{5B6F2BE7-3D84-4B5E-9065-D7CB14B9FA4B}" dt="2023-05-04T09:33:32.553" v="252" actId="700"/>
          <ac:spMkLst>
            <pc:docMk/>
            <pc:sldMk cId="3414380401" sldId="328"/>
            <ac:spMk id="3" creationId="{BBCCE99F-98AE-48D4-96DD-B4149671A560}"/>
          </ac:spMkLst>
        </pc:spChg>
        <pc:spChg chg="add mod ord">
          <ac:chgData name="Khang Nguyễn Tấn Trần Minh" userId="c3808258-e92d-4bf9-b981-ea938a204001" providerId="ADAL" clId="{5B6F2BE7-3D84-4B5E-9065-D7CB14B9FA4B}" dt="2023-05-04T09:33:32.553" v="252" actId="700"/>
          <ac:spMkLst>
            <pc:docMk/>
            <pc:sldMk cId="3414380401" sldId="328"/>
            <ac:spMk id="4" creationId="{29A1E021-EEE3-79C4-E8AD-A5AB64A34B9D}"/>
          </ac:spMkLst>
        </pc:spChg>
        <pc:spChg chg="add del">
          <ac:chgData name="Khang Nguyễn Tấn Trần Minh" userId="c3808258-e92d-4bf9-b981-ea938a204001" providerId="ADAL" clId="{5B6F2BE7-3D84-4B5E-9065-D7CB14B9FA4B}" dt="2023-05-04T09:33:32.553" v="252" actId="700"/>
          <ac:spMkLst>
            <pc:docMk/>
            <pc:sldMk cId="3414380401" sldId="328"/>
            <ac:spMk id="5" creationId="{3CEF2D3F-9DF7-4E24-9981-359DB558E96B}"/>
          </ac:spMkLst>
        </pc:spChg>
      </pc:sldChg>
      <pc:sldChg chg="addSp delSp modSp mod modClrScheme chgLayout">
        <pc:chgData name="Khang Nguyễn Tấn Trần Minh" userId="c3808258-e92d-4bf9-b981-ea938a204001" providerId="ADAL" clId="{5B6F2BE7-3D84-4B5E-9065-D7CB14B9FA4B}" dt="2023-05-04T09:35:13.203" v="256" actId="700"/>
        <pc:sldMkLst>
          <pc:docMk/>
          <pc:sldMk cId="2513082708" sldId="329"/>
        </pc:sldMkLst>
        <pc:spChg chg="add mod ord">
          <ac:chgData name="Khang Nguyễn Tấn Trần Minh" userId="c3808258-e92d-4bf9-b981-ea938a204001" providerId="ADAL" clId="{5B6F2BE7-3D84-4B5E-9065-D7CB14B9FA4B}" dt="2023-05-04T09:35:13.203" v="256" actId="700"/>
          <ac:spMkLst>
            <pc:docMk/>
            <pc:sldMk cId="2513082708" sldId="329"/>
            <ac:spMk id="2" creationId="{A2F805E7-BCE4-FAEE-98DF-55D674334D43}"/>
          </ac:spMkLst>
        </pc:spChg>
        <pc:spChg chg="add mod ord">
          <ac:chgData name="Khang Nguyễn Tấn Trần Minh" userId="c3808258-e92d-4bf9-b981-ea938a204001" providerId="ADAL" clId="{5B6F2BE7-3D84-4B5E-9065-D7CB14B9FA4B}" dt="2023-05-04T09:35:13.203" v="256" actId="700"/>
          <ac:spMkLst>
            <pc:docMk/>
            <pc:sldMk cId="2513082708" sldId="329"/>
            <ac:spMk id="3" creationId="{2C2362FE-B2FF-0083-0CB7-E614780E22D3}"/>
          </ac:spMkLst>
        </pc:spChg>
        <pc:spChg chg="del mod ord">
          <ac:chgData name="Khang Nguyễn Tấn Trần Minh" userId="c3808258-e92d-4bf9-b981-ea938a204001" providerId="ADAL" clId="{5B6F2BE7-3D84-4B5E-9065-D7CB14B9FA4B}" dt="2023-05-04T09:35:13.203" v="256" actId="700"/>
          <ac:spMkLst>
            <pc:docMk/>
            <pc:sldMk cId="2513082708" sldId="329"/>
            <ac:spMk id="14" creationId="{B52962BE-956B-4C2B-8959-F81F49C5B9E9}"/>
          </ac:spMkLst>
        </pc:spChg>
        <pc:spChg chg="del mod ord">
          <ac:chgData name="Khang Nguyễn Tấn Trần Minh" userId="c3808258-e92d-4bf9-b981-ea938a204001" providerId="ADAL" clId="{5B6F2BE7-3D84-4B5E-9065-D7CB14B9FA4B}" dt="2023-05-04T09:35:13.203" v="256" actId="700"/>
          <ac:spMkLst>
            <pc:docMk/>
            <pc:sldMk cId="2513082708" sldId="329"/>
            <ac:spMk id="15" creationId="{52A53E4F-6A54-4CD1-B368-6231912A4BB2}"/>
          </ac:spMkLst>
        </pc:spChg>
      </pc:sldChg>
      <pc:sldChg chg="new del">
        <pc:chgData name="Khang Nguyễn Tấn Trần Minh" userId="c3808258-e92d-4bf9-b981-ea938a204001" providerId="ADAL" clId="{5B6F2BE7-3D84-4B5E-9065-D7CB14B9FA4B}" dt="2023-05-04T09:33:28.406" v="251" actId="47"/>
        <pc:sldMkLst>
          <pc:docMk/>
          <pc:sldMk cId="3594992320" sldId="330"/>
        </pc:sldMkLst>
      </pc:sldChg>
      <pc:sldChg chg="addSp delSp modSp new mod modClrScheme chgLayout">
        <pc:chgData name="Khang Nguyễn Tấn Trần Minh" userId="c3808258-e92d-4bf9-b981-ea938a204001" providerId="ADAL" clId="{5B6F2BE7-3D84-4B5E-9065-D7CB14B9FA4B}" dt="2023-05-04T09:32:59.990" v="248" actId="700"/>
        <pc:sldMkLst>
          <pc:docMk/>
          <pc:sldMk cId="3634581261" sldId="331"/>
        </pc:sldMkLst>
        <pc:spChg chg="del mod ord">
          <ac:chgData name="Khang Nguyễn Tấn Trần Minh" userId="c3808258-e92d-4bf9-b981-ea938a204001" providerId="ADAL" clId="{5B6F2BE7-3D84-4B5E-9065-D7CB14B9FA4B}" dt="2023-05-04T09:31:42.189" v="244" actId="700"/>
          <ac:spMkLst>
            <pc:docMk/>
            <pc:sldMk cId="3634581261" sldId="331"/>
            <ac:spMk id="2" creationId="{005182B3-F5DF-BE6E-3256-43709A6C148D}"/>
          </ac:spMkLst>
        </pc:spChg>
        <pc:spChg chg="del">
          <ac:chgData name="Khang Nguyễn Tấn Trần Minh" userId="c3808258-e92d-4bf9-b981-ea938a204001" providerId="ADAL" clId="{5B6F2BE7-3D84-4B5E-9065-D7CB14B9FA4B}" dt="2023-05-04T09:31:42.189" v="244" actId="700"/>
          <ac:spMkLst>
            <pc:docMk/>
            <pc:sldMk cId="3634581261" sldId="331"/>
            <ac:spMk id="3" creationId="{80D30885-4DA9-F5AF-A402-696AEA491ED2}"/>
          </ac:spMkLst>
        </pc:spChg>
        <pc:spChg chg="add del mod ord">
          <ac:chgData name="Khang Nguyễn Tấn Trần Minh" userId="c3808258-e92d-4bf9-b981-ea938a204001" providerId="ADAL" clId="{5B6F2BE7-3D84-4B5E-9065-D7CB14B9FA4B}" dt="2023-05-04T09:32:46.955" v="245" actId="700"/>
          <ac:spMkLst>
            <pc:docMk/>
            <pc:sldMk cId="3634581261" sldId="331"/>
            <ac:spMk id="4" creationId="{802307F0-EEA6-EE60-B836-3D17607EA434}"/>
          </ac:spMkLst>
        </pc:spChg>
        <pc:spChg chg="add mod ord">
          <ac:chgData name="Khang Nguyễn Tấn Trần Minh" userId="c3808258-e92d-4bf9-b981-ea938a204001" providerId="ADAL" clId="{5B6F2BE7-3D84-4B5E-9065-D7CB14B9FA4B}" dt="2023-05-04T09:32:59.990" v="248" actId="700"/>
          <ac:spMkLst>
            <pc:docMk/>
            <pc:sldMk cId="3634581261" sldId="331"/>
            <ac:spMk id="5" creationId="{1E3128D0-6FDF-7356-B418-ADD0A89236A1}"/>
          </ac:spMkLst>
        </pc:spChg>
      </pc:sldChg>
      <pc:sldChg chg="addSp delSp modSp new del mod modClrScheme chgLayout">
        <pc:chgData name="Khang Nguyễn Tấn Trần Minh" userId="c3808258-e92d-4bf9-b981-ea938a204001" providerId="ADAL" clId="{5B6F2BE7-3D84-4B5E-9065-D7CB14B9FA4B}" dt="2023-05-04T09:41:12.336" v="324" actId="47"/>
        <pc:sldMkLst>
          <pc:docMk/>
          <pc:sldMk cId="3857146655" sldId="332"/>
        </pc:sldMkLst>
        <pc:spChg chg="del mod ord">
          <ac:chgData name="Khang Nguyễn Tấn Trần Minh" userId="c3808258-e92d-4bf9-b981-ea938a204001" providerId="ADAL" clId="{5B6F2BE7-3D84-4B5E-9065-D7CB14B9FA4B}" dt="2023-05-04T09:33:49.756" v="254" actId="700"/>
          <ac:spMkLst>
            <pc:docMk/>
            <pc:sldMk cId="3857146655" sldId="332"/>
            <ac:spMk id="2" creationId="{687CBA0E-F0DA-5864-553A-DDFC6AFE5310}"/>
          </ac:spMkLst>
        </pc:spChg>
        <pc:spChg chg="del mod ord">
          <ac:chgData name="Khang Nguyễn Tấn Trần Minh" userId="c3808258-e92d-4bf9-b981-ea938a204001" providerId="ADAL" clId="{5B6F2BE7-3D84-4B5E-9065-D7CB14B9FA4B}" dt="2023-05-04T09:33:49.756" v="254" actId="700"/>
          <ac:spMkLst>
            <pc:docMk/>
            <pc:sldMk cId="3857146655" sldId="332"/>
            <ac:spMk id="3" creationId="{F449DA7A-C312-7966-7EC8-FDB2D6AE1CEB}"/>
          </ac:spMkLst>
        </pc:spChg>
        <pc:spChg chg="add mod ord">
          <ac:chgData name="Khang Nguyễn Tấn Trần Minh" userId="c3808258-e92d-4bf9-b981-ea938a204001" providerId="ADAL" clId="{5B6F2BE7-3D84-4B5E-9065-D7CB14B9FA4B}" dt="2023-05-04T09:33:49.756" v="254" actId="700"/>
          <ac:spMkLst>
            <pc:docMk/>
            <pc:sldMk cId="3857146655" sldId="332"/>
            <ac:spMk id="4" creationId="{DA7EF843-0DE1-C783-65CE-811DDCEC3CEB}"/>
          </ac:spMkLst>
        </pc:spChg>
        <pc:spChg chg="add mod ord">
          <ac:chgData name="Khang Nguyễn Tấn Trần Minh" userId="c3808258-e92d-4bf9-b981-ea938a204001" providerId="ADAL" clId="{5B6F2BE7-3D84-4B5E-9065-D7CB14B9FA4B}" dt="2023-05-04T09:33:49.756" v="254" actId="700"/>
          <ac:spMkLst>
            <pc:docMk/>
            <pc:sldMk cId="3857146655" sldId="332"/>
            <ac:spMk id="5" creationId="{91DC4E0C-6D96-7BC2-B921-678D6B49D10A}"/>
          </ac:spMkLst>
        </pc:spChg>
      </pc:sldChg>
      <pc:sldChg chg="new">
        <pc:chgData name="Khang Nguyễn Tấn Trần Minh" userId="c3808258-e92d-4bf9-b981-ea938a204001" providerId="ADAL" clId="{5B6F2BE7-3D84-4B5E-9065-D7CB14B9FA4B}" dt="2023-05-04T09:40:04.844" v="323" actId="680"/>
        <pc:sldMkLst>
          <pc:docMk/>
          <pc:sldMk cId="3811616199" sldId="333"/>
        </pc:sldMkLst>
      </pc:sldChg>
      <pc:sldChg chg="addSp delSp modSp new mod modClrScheme chgLayout">
        <pc:chgData name="Khang Nguyễn Tấn Trần Minh" userId="c3808258-e92d-4bf9-b981-ea938a204001" providerId="ADAL" clId="{5B6F2BE7-3D84-4B5E-9065-D7CB14B9FA4B}" dt="2023-05-04T09:41:19.944" v="326" actId="700"/>
        <pc:sldMkLst>
          <pc:docMk/>
          <pc:sldMk cId="1418652103" sldId="334"/>
        </pc:sldMkLst>
        <pc:spChg chg="del mod ord">
          <ac:chgData name="Khang Nguyễn Tấn Trần Minh" userId="c3808258-e92d-4bf9-b981-ea938a204001" providerId="ADAL" clId="{5B6F2BE7-3D84-4B5E-9065-D7CB14B9FA4B}" dt="2023-05-04T09:41:19.944" v="326" actId="700"/>
          <ac:spMkLst>
            <pc:docMk/>
            <pc:sldMk cId="1418652103" sldId="334"/>
            <ac:spMk id="2" creationId="{4E985268-4566-05FA-4D7C-5490A396762F}"/>
          </ac:spMkLst>
        </pc:spChg>
        <pc:spChg chg="del mod ord">
          <ac:chgData name="Khang Nguyễn Tấn Trần Minh" userId="c3808258-e92d-4bf9-b981-ea938a204001" providerId="ADAL" clId="{5B6F2BE7-3D84-4B5E-9065-D7CB14B9FA4B}" dt="2023-05-04T09:41:19.944" v="326" actId="700"/>
          <ac:spMkLst>
            <pc:docMk/>
            <pc:sldMk cId="1418652103" sldId="334"/>
            <ac:spMk id="3" creationId="{815F9CBE-E40E-DFD8-66D3-E3829306E5C6}"/>
          </ac:spMkLst>
        </pc:spChg>
        <pc:spChg chg="add mod ord">
          <ac:chgData name="Khang Nguyễn Tấn Trần Minh" userId="c3808258-e92d-4bf9-b981-ea938a204001" providerId="ADAL" clId="{5B6F2BE7-3D84-4B5E-9065-D7CB14B9FA4B}" dt="2023-05-04T09:41:19.944" v="326" actId="700"/>
          <ac:spMkLst>
            <pc:docMk/>
            <pc:sldMk cId="1418652103" sldId="334"/>
            <ac:spMk id="4" creationId="{1AB13242-DD4D-89D2-74BC-F0E9AB7E6039}"/>
          </ac:spMkLst>
        </pc:spChg>
        <pc:spChg chg="add mod ord">
          <ac:chgData name="Khang Nguyễn Tấn Trần Minh" userId="c3808258-e92d-4bf9-b981-ea938a204001" providerId="ADAL" clId="{5B6F2BE7-3D84-4B5E-9065-D7CB14B9FA4B}" dt="2023-05-04T09:41:19.944" v="326" actId="700"/>
          <ac:spMkLst>
            <pc:docMk/>
            <pc:sldMk cId="1418652103" sldId="334"/>
            <ac:spMk id="5" creationId="{140734C9-E94F-D731-0888-8A757681A86A}"/>
          </ac:spMkLst>
        </pc:spChg>
      </pc:sldChg>
      <pc:sldChg chg="new">
        <pc:chgData name="Khang Nguyễn Tấn Trần Minh" userId="c3808258-e92d-4bf9-b981-ea938a204001" providerId="ADAL" clId="{5B6F2BE7-3D84-4B5E-9065-D7CB14B9FA4B}" dt="2023-05-04T09:47:09.864" v="330" actId="680"/>
        <pc:sldMkLst>
          <pc:docMk/>
          <pc:sldMk cId="497330402" sldId="335"/>
        </pc:sldMkLst>
      </pc:sldChg>
      <pc:sldChg chg="addSp delSp modSp new mod modClrScheme chgLayout">
        <pc:chgData name="Khang Nguyễn Tấn Trần Minh" userId="c3808258-e92d-4bf9-b981-ea938a204001" providerId="ADAL" clId="{5B6F2BE7-3D84-4B5E-9065-D7CB14B9FA4B}" dt="2023-05-04T10:38:55.214" v="434" actId="700"/>
        <pc:sldMkLst>
          <pc:docMk/>
          <pc:sldMk cId="3069712246" sldId="336"/>
        </pc:sldMkLst>
        <pc:spChg chg="del mod ord">
          <ac:chgData name="Khang Nguyễn Tấn Trần Minh" userId="c3808258-e92d-4bf9-b981-ea938a204001" providerId="ADAL" clId="{5B6F2BE7-3D84-4B5E-9065-D7CB14B9FA4B}" dt="2023-05-04T10:38:55.214" v="434" actId="700"/>
          <ac:spMkLst>
            <pc:docMk/>
            <pc:sldMk cId="3069712246" sldId="336"/>
            <ac:spMk id="2" creationId="{0CBF589D-A2F1-29A8-478F-4A3550CBD9CE}"/>
          </ac:spMkLst>
        </pc:spChg>
        <pc:spChg chg="del mod ord">
          <ac:chgData name="Khang Nguyễn Tấn Trần Minh" userId="c3808258-e92d-4bf9-b981-ea938a204001" providerId="ADAL" clId="{5B6F2BE7-3D84-4B5E-9065-D7CB14B9FA4B}" dt="2023-05-04T10:38:55.214" v="434" actId="700"/>
          <ac:spMkLst>
            <pc:docMk/>
            <pc:sldMk cId="3069712246" sldId="336"/>
            <ac:spMk id="3" creationId="{168EB05C-2FE3-12F3-0587-E063E69E5BB5}"/>
          </ac:spMkLst>
        </pc:spChg>
        <pc:spChg chg="add mod ord">
          <ac:chgData name="Khang Nguyễn Tấn Trần Minh" userId="c3808258-e92d-4bf9-b981-ea938a204001" providerId="ADAL" clId="{5B6F2BE7-3D84-4B5E-9065-D7CB14B9FA4B}" dt="2023-05-04T10:38:55.214" v="434" actId="700"/>
          <ac:spMkLst>
            <pc:docMk/>
            <pc:sldMk cId="3069712246" sldId="336"/>
            <ac:spMk id="4" creationId="{EDA14721-D4BC-297F-2A70-03403C7392D3}"/>
          </ac:spMkLst>
        </pc:spChg>
        <pc:spChg chg="add mod ord">
          <ac:chgData name="Khang Nguyễn Tấn Trần Minh" userId="c3808258-e92d-4bf9-b981-ea938a204001" providerId="ADAL" clId="{5B6F2BE7-3D84-4B5E-9065-D7CB14B9FA4B}" dt="2023-05-04T10:38:55.214" v="434" actId="700"/>
          <ac:spMkLst>
            <pc:docMk/>
            <pc:sldMk cId="3069712246" sldId="336"/>
            <ac:spMk id="5" creationId="{0B9849D8-1407-1C53-8F8F-BED9E927964B}"/>
          </ac:spMkLst>
        </pc:spChg>
        <pc:spChg chg="add mod ord">
          <ac:chgData name="Khang Nguyễn Tấn Trần Minh" userId="c3808258-e92d-4bf9-b981-ea938a204001" providerId="ADAL" clId="{5B6F2BE7-3D84-4B5E-9065-D7CB14B9FA4B}" dt="2023-05-04T10:38:55.214" v="434" actId="700"/>
          <ac:spMkLst>
            <pc:docMk/>
            <pc:sldMk cId="3069712246" sldId="336"/>
            <ac:spMk id="6" creationId="{123D0B10-2F04-0114-4238-265AD070236C}"/>
          </ac:spMkLst>
        </pc:spChg>
      </pc:sldChg>
      <pc:sldChg chg="del">
        <pc:chgData name="Khang Nguyễn Tấn Trần Minh" userId="c3808258-e92d-4bf9-b981-ea938a204001" providerId="ADAL" clId="{5B6F2BE7-3D84-4B5E-9065-D7CB14B9FA4B}" dt="2023-05-04T09:31:05.890" v="241" actId="47"/>
        <pc:sldMkLst>
          <pc:docMk/>
          <pc:sldMk cId="1584680975" sldId="1580"/>
        </pc:sldMkLst>
      </pc:sldChg>
      <pc:sldMasterChg chg="addSp delSp mod addSldLayout delSldLayout modSldLayout sldLayoutOrd">
        <pc:chgData name="Khang Nguyễn Tấn Trần Minh" userId="c3808258-e92d-4bf9-b981-ea938a204001" providerId="ADAL" clId="{5B6F2BE7-3D84-4B5E-9065-D7CB14B9FA4B}" dt="2023-05-04T10:38:09.529" v="432" actId="478"/>
        <pc:sldMasterMkLst>
          <pc:docMk/>
          <pc:sldMasterMk cId="0" sldId="2147483648"/>
        </pc:sldMasterMkLst>
        <pc:spChg chg="add del">
          <ac:chgData name="Khang Nguyễn Tấn Trần Minh" userId="c3808258-e92d-4bf9-b981-ea938a204001" providerId="ADAL" clId="{5B6F2BE7-3D84-4B5E-9065-D7CB14B9FA4B}" dt="2023-05-04T10:38:05.080" v="431" actId="478"/>
          <ac:spMkLst>
            <pc:docMk/>
            <pc:sldMasterMk cId="0" sldId="2147483648"/>
            <ac:spMk id="6" creationId="{00000000-0000-0000-0000-000000000000}"/>
          </ac:spMkLst>
        </pc:spChg>
        <pc:spChg chg="del">
          <ac:chgData name="Khang Nguyễn Tấn Trần Minh" userId="c3808258-e92d-4bf9-b981-ea938a204001" providerId="ADAL" clId="{5B6F2BE7-3D84-4B5E-9065-D7CB14B9FA4B}" dt="2023-05-04T10:38:09.529" v="432" actId="478"/>
          <ac:spMkLst>
            <pc:docMk/>
            <pc:sldMasterMk cId="0" sldId="2147483648"/>
            <ac:spMk id="7" creationId="{00000000-0000-0000-0000-000000000000}"/>
          </ac:spMkLst>
        </pc:spChg>
        <pc:sldLayoutChg chg="delSp del mod">
          <pc:chgData name="Khang Nguyễn Tấn Trần Minh" userId="c3808258-e92d-4bf9-b981-ea938a204001" providerId="ADAL" clId="{5B6F2BE7-3D84-4B5E-9065-D7CB14B9FA4B}" dt="2023-05-04T09:35:26.224" v="257" actId="2696"/>
          <pc:sldLayoutMkLst>
            <pc:docMk/>
            <pc:sldMasterMk cId="0" sldId="2147483648"/>
            <pc:sldLayoutMk cId="4056157480" sldId="2147483649"/>
          </pc:sldLayoutMkLst>
          <pc:spChg chg="del">
            <ac:chgData name="Khang Nguyễn Tấn Trần Minh" userId="c3808258-e92d-4bf9-b981-ea938a204001" providerId="ADAL" clId="{5B6F2BE7-3D84-4B5E-9065-D7CB14B9FA4B}" dt="2023-05-04T09:11:41.547" v="109" actId="478"/>
            <ac:spMkLst>
              <pc:docMk/>
              <pc:sldMasterMk cId="0" sldId="2147483648"/>
              <pc:sldLayoutMk cId="4056157480" sldId="2147483649"/>
              <ac:spMk id="4" creationId="{00000000-0000-0000-0000-000000000000}"/>
            </ac:spMkLst>
          </pc:spChg>
          <pc:spChg chg="del">
            <ac:chgData name="Khang Nguyễn Tấn Trần Minh" userId="c3808258-e92d-4bf9-b981-ea938a204001" providerId="ADAL" clId="{5B6F2BE7-3D84-4B5E-9065-D7CB14B9FA4B}" dt="2023-05-04T09:11:41.547" v="109" actId="478"/>
            <ac:spMkLst>
              <pc:docMk/>
              <pc:sldMasterMk cId="0" sldId="2147483648"/>
              <pc:sldLayoutMk cId="4056157480" sldId="2147483649"/>
              <ac:spMk id="5" creationId="{00000000-0000-0000-0000-000000000000}"/>
            </ac:spMkLst>
          </pc:spChg>
        </pc:sldLayoutChg>
        <pc:sldLayoutChg chg="delSp modSp mod">
          <pc:chgData name="Khang Nguyễn Tấn Trần Minh" userId="c3808258-e92d-4bf9-b981-ea938a204001" providerId="ADAL" clId="{5B6F2BE7-3D84-4B5E-9065-D7CB14B9FA4B}" dt="2023-05-04T10:06:03.108" v="332" actId="6014"/>
          <pc:sldLayoutMkLst>
            <pc:docMk/>
            <pc:sldMasterMk cId="0" sldId="2147483648"/>
            <pc:sldLayoutMk cId="1765536986" sldId="2147483650"/>
          </pc:sldLayoutMkLst>
          <pc:spChg chg="mod">
            <ac:chgData name="Khang Nguyễn Tấn Trần Minh" userId="c3808258-e92d-4bf9-b981-ea938a204001" providerId="ADAL" clId="{5B6F2BE7-3D84-4B5E-9065-D7CB14B9FA4B}" dt="2023-05-04T08:56:40.328" v="1" actId="6549"/>
            <ac:spMkLst>
              <pc:docMk/>
              <pc:sldMasterMk cId="0" sldId="2147483648"/>
              <pc:sldLayoutMk cId="1765536986" sldId="2147483650"/>
              <ac:spMk id="3" creationId="{00000000-0000-0000-0000-000000000000}"/>
            </ac:spMkLst>
          </pc:spChg>
          <pc:spChg chg="del">
            <ac:chgData name="Khang Nguyễn Tấn Trần Minh" userId="c3808258-e92d-4bf9-b981-ea938a204001" providerId="ADAL" clId="{5B6F2BE7-3D84-4B5E-9065-D7CB14B9FA4B}" dt="2023-05-04T09:11:47.734" v="110" actId="478"/>
            <ac:spMkLst>
              <pc:docMk/>
              <pc:sldMasterMk cId="0" sldId="2147483648"/>
              <pc:sldLayoutMk cId="1765536986" sldId="2147483650"/>
              <ac:spMk id="4" creationId="{00000000-0000-0000-0000-000000000000}"/>
            </ac:spMkLst>
          </pc:spChg>
          <pc:spChg chg="del">
            <ac:chgData name="Khang Nguyễn Tấn Trần Minh" userId="c3808258-e92d-4bf9-b981-ea938a204001" providerId="ADAL" clId="{5B6F2BE7-3D84-4B5E-9065-D7CB14B9FA4B}" dt="2023-05-04T09:11:47.734" v="110" actId="478"/>
            <ac:spMkLst>
              <pc:docMk/>
              <pc:sldMasterMk cId="0" sldId="2147483648"/>
              <pc:sldLayoutMk cId="1765536986" sldId="2147483650"/>
              <ac:spMk id="5" creationId="{00000000-0000-0000-0000-000000000000}"/>
            </ac:spMkLst>
          </pc:spChg>
        </pc:sldLayoutChg>
        <pc:sldLayoutChg chg="del">
          <pc:chgData name="Khang Nguyễn Tấn Trần Minh" userId="c3808258-e92d-4bf9-b981-ea938a204001" providerId="ADAL" clId="{5B6F2BE7-3D84-4B5E-9065-D7CB14B9FA4B}" dt="2023-05-04T08:58:42.988" v="9" actId="2696"/>
          <pc:sldLayoutMkLst>
            <pc:docMk/>
            <pc:sldMasterMk cId="0" sldId="2147483648"/>
            <pc:sldLayoutMk cId="149570494" sldId="2147483651"/>
          </pc:sldLayoutMkLst>
        </pc:sldLayoutChg>
        <pc:sldLayoutChg chg="delSp mod ord">
          <pc:chgData name="Khang Nguyễn Tấn Trần Minh" userId="c3808258-e92d-4bf9-b981-ea938a204001" providerId="ADAL" clId="{5B6F2BE7-3D84-4B5E-9065-D7CB14B9FA4B}" dt="2023-05-04T09:11:53.607" v="111" actId="478"/>
          <pc:sldLayoutMkLst>
            <pc:docMk/>
            <pc:sldMasterMk cId="0" sldId="2147483648"/>
            <pc:sldLayoutMk cId="3701271873" sldId="2147483652"/>
          </pc:sldLayoutMkLst>
          <pc:spChg chg="del">
            <ac:chgData name="Khang Nguyễn Tấn Trần Minh" userId="c3808258-e92d-4bf9-b981-ea938a204001" providerId="ADAL" clId="{5B6F2BE7-3D84-4B5E-9065-D7CB14B9FA4B}" dt="2023-05-04T09:11:53.607" v="111" actId="478"/>
            <ac:spMkLst>
              <pc:docMk/>
              <pc:sldMasterMk cId="0" sldId="2147483648"/>
              <pc:sldLayoutMk cId="3701271873" sldId="2147483652"/>
              <ac:spMk id="4" creationId="{00000000-0000-0000-0000-000000000000}"/>
            </ac:spMkLst>
          </pc:spChg>
          <pc:spChg chg="del">
            <ac:chgData name="Khang Nguyễn Tấn Trần Minh" userId="c3808258-e92d-4bf9-b981-ea938a204001" providerId="ADAL" clId="{5B6F2BE7-3D84-4B5E-9065-D7CB14B9FA4B}" dt="2023-05-04T09:11:53.607" v="111" actId="478"/>
            <ac:spMkLst>
              <pc:docMk/>
              <pc:sldMasterMk cId="0" sldId="2147483648"/>
              <pc:sldLayoutMk cId="3701271873" sldId="2147483652"/>
              <ac:spMk id="5" creationId="{00000000-0000-0000-0000-000000000000}"/>
            </ac:spMkLst>
          </pc:spChg>
        </pc:sldLayoutChg>
        <pc:sldLayoutChg chg="delSp modSp mod ord">
          <pc:chgData name="Khang Nguyễn Tấn Trần Minh" userId="c3808258-e92d-4bf9-b981-ea938a204001" providerId="ADAL" clId="{5B6F2BE7-3D84-4B5E-9065-D7CB14B9FA4B}" dt="2023-05-04T10:17:07.252" v="392" actId="6014"/>
          <pc:sldLayoutMkLst>
            <pc:docMk/>
            <pc:sldMasterMk cId="0" sldId="2147483648"/>
            <pc:sldLayoutMk cId="562599125" sldId="2147483653"/>
          </pc:sldLayoutMkLst>
          <pc:spChg chg="mod">
            <ac:chgData name="Khang Nguyễn Tấn Trần Minh" userId="c3808258-e92d-4bf9-b981-ea938a204001" providerId="ADAL" clId="{5B6F2BE7-3D84-4B5E-9065-D7CB14B9FA4B}" dt="2023-05-04T09:00:23.995" v="18" actId="6549"/>
            <ac:spMkLst>
              <pc:docMk/>
              <pc:sldMasterMk cId="0" sldId="2147483648"/>
              <pc:sldLayoutMk cId="562599125" sldId="2147483653"/>
              <ac:spMk id="3" creationId="{00000000-0000-0000-0000-000000000000}"/>
            </ac:spMkLst>
          </pc:spChg>
          <pc:spChg chg="mod">
            <ac:chgData name="Khang Nguyễn Tấn Trần Minh" userId="c3808258-e92d-4bf9-b981-ea938a204001" providerId="ADAL" clId="{5B6F2BE7-3D84-4B5E-9065-D7CB14B9FA4B}" dt="2023-05-04T09:00:21.293" v="17" actId="6549"/>
            <ac:spMkLst>
              <pc:docMk/>
              <pc:sldMasterMk cId="0" sldId="2147483648"/>
              <pc:sldLayoutMk cId="562599125" sldId="2147483653"/>
              <ac:spMk id="4" creationId="{00000000-0000-0000-0000-000000000000}"/>
            </ac:spMkLst>
          </pc:spChg>
          <pc:spChg chg="del">
            <ac:chgData name="Khang Nguyễn Tấn Trần Minh" userId="c3808258-e92d-4bf9-b981-ea938a204001" providerId="ADAL" clId="{5B6F2BE7-3D84-4B5E-9065-D7CB14B9FA4B}" dt="2023-05-04T09:12:17.202" v="115" actId="478"/>
            <ac:spMkLst>
              <pc:docMk/>
              <pc:sldMasterMk cId="0" sldId="2147483648"/>
              <pc:sldLayoutMk cId="562599125" sldId="2147483653"/>
              <ac:spMk id="5" creationId="{00000000-0000-0000-0000-000000000000}"/>
            </ac:spMkLst>
          </pc:spChg>
          <pc:spChg chg="del">
            <ac:chgData name="Khang Nguyễn Tấn Trần Minh" userId="c3808258-e92d-4bf9-b981-ea938a204001" providerId="ADAL" clId="{5B6F2BE7-3D84-4B5E-9065-D7CB14B9FA4B}" dt="2023-05-04T09:12:17.202" v="115" actId="478"/>
            <ac:spMkLst>
              <pc:docMk/>
              <pc:sldMasterMk cId="0" sldId="2147483648"/>
              <pc:sldLayoutMk cId="562599125" sldId="2147483653"/>
              <ac:spMk id="6" creationId="{00000000-0000-0000-0000-000000000000}"/>
            </ac:spMkLst>
          </pc:spChg>
        </pc:sldLayoutChg>
        <pc:sldLayoutChg chg="delSp modSp del mod">
          <pc:chgData name="Khang Nguyễn Tấn Trần Minh" userId="c3808258-e92d-4bf9-b981-ea938a204001" providerId="ADAL" clId="{5B6F2BE7-3D84-4B5E-9065-D7CB14B9FA4B}" dt="2023-05-04T09:19:13.939" v="169" actId="2696"/>
          <pc:sldLayoutMkLst>
            <pc:docMk/>
            <pc:sldMasterMk cId="0" sldId="2147483648"/>
            <pc:sldLayoutMk cId="2132287914" sldId="2147483654"/>
          </pc:sldLayoutMkLst>
          <pc:spChg chg="mod">
            <ac:chgData name="Khang Nguyễn Tấn Trần Minh" userId="c3808258-e92d-4bf9-b981-ea938a204001" providerId="ADAL" clId="{5B6F2BE7-3D84-4B5E-9065-D7CB14B9FA4B}" dt="2023-05-04T09:18:32.080" v="163" actId="6549"/>
            <ac:spMkLst>
              <pc:docMk/>
              <pc:sldMasterMk cId="0" sldId="2147483648"/>
              <pc:sldLayoutMk cId="2132287914" sldId="2147483654"/>
              <ac:spMk id="4" creationId="{00000000-0000-0000-0000-000000000000}"/>
            </ac:spMkLst>
          </pc:spChg>
          <pc:spChg chg="mod">
            <ac:chgData name="Khang Nguyễn Tấn Trần Minh" userId="c3808258-e92d-4bf9-b981-ea938a204001" providerId="ADAL" clId="{5B6F2BE7-3D84-4B5E-9065-D7CB14B9FA4B}" dt="2023-05-04T09:18:34.988" v="164" actId="6549"/>
            <ac:spMkLst>
              <pc:docMk/>
              <pc:sldMasterMk cId="0" sldId="2147483648"/>
              <pc:sldLayoutMk cId="2132287914" sldId="2147483654"/>
              <ac:spMk id="6" creationId="{00000000-0000-0000-0000-000000000000}"/>
            </ac:spMkLst>
          </pc:spChg>
          <pc:spChg chg="del">
            <ac:chgData name="Khang Nguyễn Tấn Trần Minh" userId="c3808258-e92d-4bf9-b981-ea938a204001" providerId="ADAL" clId="{5B6F2BE7-3D84-4B5E-9065-D7CB14B9FA4B}" dt="2023-05-04T09:14:58.619" v="139" actId="478"/>
            <ac:spMkLst>
              <pc:docMk/>
              <pc:sldMasterMk cId="0" sldId="2147483648"/>
              <pc:sldLayoutMk cId="2132287914" sldId="2147483654"/>
              <ac:spMk id="7" creationId="{00000000-0000-0000-0000-000000000000}"/>
            </ac:spMkLst>
          </pc:spChg>
          <pc:spChg chg="del">
            <ac:chgData name="Khang Nguyễn Tấn Trần Minh" userId="c3808258-e92d-4bf9-b981-ea938a204001" providerId="ADAL" clId="{5B6F2BE7-3D84-4B5E-9065-D7CB14B9FA4B}" dt="2023-05-04T09:14:58.619" v="139" actId="478"/>
            <ac:spMkLst>
              <pc:docMk/>
              <pc:sldMasterMk cId="0" sldId="2147483648"/>
              <pc:sldLayoutMk cId="2132287914" sldId="2147483654"/>
              <ac:spMk id="8" creationId="{00000000-0000-0000-0000-000000000000}"/>
            </ac:spMkLst>
          </pc:spChg>
        </pc:sldLayoutChg>
        <pc:sldLayoutChg chg="delSp mod">
          <pc:chgData name="Khang Nguyễn Tấn Trần Minh" userId="c3808258-e92d-4bf9-b981-ea938a204001" providerId="ADAL" clId="{5B6F2BE7-3D84-4B5E-9065-D7CB14B9FA4B}" dt="2023-05-04T09:16:06.081" v="150" actId="478"/>
          <pc:sldLayoutMkLst>
            <pc:docMk/>
            <pc:sldMasterMk cId="0" sldId="2147483648"/>
            <pc:sldLayoutMk cId="4112719614" sldId="2147483655"/>
          </pc:sldLayoutMkLst>
          <pc:spChg chg="del">
            <ac:chgData name="Khang Nguyễn Tấn Trần Minh" userId="c3808258-e92d-4bf9-b981-ea938a204001" providerId="ADAL" clId="{5B6F2BE7-3D84-4B5E-9065-D7CB14B9FA4B}" dt="2023-05-04T09:16:06.081" v="150" actId="478"/>
            <ac:spMkLst>
              <pc:docMk/>
              <pc:sldMasterMk cId="0" sldId="2147483648"/>
              <pc:sldLayoutMk cId="4112719614" sldId="2147483655"/>
              <ac:spMk id="3" creationId="{00000000-0000-0000-0000-000000000000}"/>
            </ac:spMkLst>
          </pc:spChg>
          <pc:spChg chg="del">
            <ac:chgData name="Khang Nguyễn Tấn Trần Minh" userId="c3808258-e92d-4bf9-b981-ea938a204001" providerId="ADAL" clId="{5B6F2BE7-3D84-4B5E-9065-D7CB14B9FA4B}" dt="2023-05-04T09:16:06.081" v="150" actId="478"/>
            <ac:spMkLst>
              <pc:docMk/>
              <pc:sldMasterMk cId="0" sldId="2147483648"/>
              <pc:sldLayoutMk cId="4112719614" sldId="2147483655"/>
              <ac:spMk id="4" creationId="{00000000-0000-0000-0000-000000000000}"/>
            </ac:spMkLst>
          </pc:spChg>
        </pc:sldLayoutChg>
        <pc:sldLayoutChg chg="delSp del mod">
          <pc:chgData name="Khang Nguyễn Tấn Trần Minh" userId="c3808258-e92d-4bf9-b981-ea938a204001" providerId="ADAL" clId="{5B6F2BE7-3D84-4B5E-9065-D7CB14B9FA4B}" dt="2023-05-04T09:20:57.319" v="178" actId="2696"/>
          <pc:sldLayoutMkLst>
            <pc:docMk/>
            <pc:sldMasterMk cId="0" sldId="2147483648"/>
            <pc:sldLayoutMk cId="1566854824" sldId="2147483656"/>
          </pc:sldLayoutMkLst>
          <pc:spChg chg="del">
            <ac:chgData name="Khang Nguyễn Tấn Trần Minh" userId="c3808258-e92d-4bf9-b981-ea938a204001" providerId="ADAL" clId="{5B6F2BE7-3D84-4B5E-9065-D7CB14B9FA4B}" dt="2023-05-04T09:16:09.785" v="151" actId="478"/>
            <ac:spMkLst>
              <pc:docMk/>
              <pc:sldMasterMk cId="0" sldId="2147483648"/>
              <pc:sldLayoutMk cId="1566854824" sldId="2147483656"/>
              <ac:spMk id="2" creationId="{00000000-0000-0000-0000-000000000000}"/>
            </ac:spMkLst>
          </pc:spChg>
          <pc:spChg chg="del">
            <ac:chgData name="Khang Nguyễn Tấn Trần Minh" userId="c3808258-e92d-4bf9-b981-ea938a204001" providerId="ADAL" clId="{5B6F2BE7-3D84-4B5E-9065-D7CB14B9FA4B}" dt="2023-05-04T09:16:09.785" v="151" actId="478"/>
            <ac:spMkLst>
              <pc:docMk/>
              <pc:sldMasterMk cId="0" sldId="2147483648"/>
              <pc:sldLayoutMk cId="1566854824" sldId="2147483656"/>
              <ac:spMk id="3" creationId="{00000000-0000-0000-0000-000000000000}"/>
            </ac:spMkLst>
          </pc:spChg>
        </pc:sldLayoutChg>
        <pc:sldLayoutChg chg="delSp modSp del mod">
          <pc:chgData name="Khang Nguyễn Tấn Trần Minh" userId="c3808258-e92d-4bf9-b981-ea938a204001" providerId="ADAL" clId="{5B6F2BE7-3D84-4B5E-9065-D7CB14B9FA4B}" dt="2023-05-04T09:20:32.006" v="177" actId="2696"/>
          <pc:sldLayoutMkLst>
            <pc:docMk/>
            <pc:sldMasterMk cId="0" sldId="2147483648"/>
            <pc:sldLayoutMk cId="3270007215" sldId="2147483657"/>
          </pc:sldLayoutMkLst>
          <pc:spChg chg="mod">
            <ac:chgData name="Khang Nguyễn Tấn Trần Minh" userId="c3808258-e92d-4bf9-b981-ea938a204001" providerId="ADAL" clId="{5B6F2BE7-3D84-4B5E-9065-D7CB14B9FA4B}" dt="2023-05-04T09:20:17.749" v="176" actId="14100"/>
            <ac:spMkLst>
              <pc:docMk/>
              <pc:sldMasterMk cId="0" sldId="2147483648"/>
              <pc:sldLayoutMk cId="3270007215" sldId="2147483657"/>
              <ac:spMk id="3" creationId="{00000000-0000-0000-0000-000000000000}"/>
            </ac:spMkLst>
          </pc:spChg>
          <pc:spChg chg="del">
            <ac:chgData name="Khang Nguyễn Tấn Trần Minh" userId="c3808258-e92d-4bf9-b981-ea938a204001" providerId="ADAL" clId="{5B6F2BE7-3D84-4B5E-9065-D7CB14B9FA4B}" dt="2023-05-04T09:16:14.720" v="152" actId="478"/>
            <ac:spMkLst>
              <pc:docMk/>
              <pc:sldMasterMk cId="0" sldId="2147483648"/>
              <pc:sldLayoutMk cId="3270007215" sldId="2147483657"/>
              <ac:spMk id="5" creationId="{00000000-0000-0000-0000-000000000000}"/>
            </ac:spMkLst>
          </pc:spChg>
          <pc:spChg chg="del">
            <ac:chgData name="Khang Nguyễn Tấn Trần Minh" userId="c3808258-e92d-4bf9-b981-ea938a204001" providerId="ADAL" clId="{5B6F2BE7-3D84-4B5E-9065-D7CB14B9FA4B}" dt="2023-05-04T09:16:14.720" v="152" actId="478"/>
            <ac:spMkLst>
              <pc:docMk/>
              <pc:sldMasterMk cId="0" sldId="2147483648"/>
              <pc:sldLayoutMk cId="3270007215" sldId="2147483657"/>
              <ac:spMk id="6" creationId="{00000000-0000-0000-0000-000000000000}"/>
            </ac:spMkLst>
          </pc:spChg>
        </pc:sldLayoutChg>
        <pc:sldLayoutChg chg="delSp del mod">
          <pc:chgData name="Khang Nguyễn Tấn Trần Minh" userId="c3808258-e92d-4bf9-b981-ea938a204001" providerId="ADAL" clId="{5B6F2BE7-3D84-4B5E-9065-D7CB14B9FA4B}" dt="2023-05-04T09:20:07.435" v="175" actId="2696"/>
          <pc:sldLayoutMkLst>
            <pc:docMk/>
            <pc:sldMasterMk cId="0" sldId="2147483648"/>
            <pc:sldLayoutMk cId="2769033058" sldId="2147483658"/>
          </pc:sldLayoutMkLst>
          <pc:spChg chg="del">
            <ac:chgData name="Khang Nguyễn Tấn Trần Minh" userId="c3808258-e92d-4bf9-b981-ea938a204001" providerId="ADAL" clId="{5B6F2BE7-3D84-4B5E-9065-D7CB14B9FA4B}" dt="2023-05-04T09:16:24.586" v="153" actId="478"/>
            <ac:spMkLst>
              <pc:docMk/>
              <pc:sldMasterMk cId="0" sldId="2147483648"/>
              <pc:sldLayoutMk cId="2769033058" sldId="2147483658"/>
              <ac:spMk id="5" creationId="{00000000-0000-0000-0000-000000000000}"/>
            </ac:spMkLst>
          </pc:spChg>
          <pc:spChg chg="del">
            <ac:chgData name="Khang Nguyễn Tấn Trần Minh" userId="c3808258-e92d-4bf9-b981-ea938a204001" providerId="ADAL" clId="{5B6F2BE7-3D84-4B5E-9065-D7CB14B9FA4B}" dt="2023-05-04T09:16:24.586" v="153" actId="478"/>
            <ac:spMkLst>
              <pc:docMk/>
              <pc:sldMasterMk cId="0" sldId="2147483648"/>
              <pc:sldLayoutMk cId="2769033058" sldId="2147483658"/>
              <ac:spMk id="6" creationId="{00000000-0000-0000-0000-000000000000}"/>
            </ac:spMkLst>
          </pc:spChg>
        </pc:sldLayoutChg>
        <pc:sldLayoutChg chg="delSp del mod">
          <pc:chgData name="Khang Nguyễn Tấn Trần Minh" userId="c3808258-e92d-4bf9-b981-ea938a204001" providerId="ADAL" clId="{5B6F2BE7-3D84-4B5E-9065-D7CB14B9FA4B}" dt="2023-05-04T09:19:55.939" v="173" actId="2696"/>
          <pc:sldLayoutMkLst>
            <pc:docMk/>
            <pc:sldMasterMk cId="0" sldId="2147483648"/>
            <pc:sldLayoutMk cId="99188231" sldId="2147483659"/>
          </pc:sldLayoutMkLst>
          <pc:spChg chg="del">
            <ac:chgData name="Khang Nguyễn Tấn Trần Minh" userId="c3808258-e92d-4bf9-b981-ea938a204001" providerId="ADAL" clId="{5B6F2BE7-3D84-4B5E-9065-D7CB14B9FA4B}" dt="2023-05-04T09:16:29.314" v="154" actId="478"/>
            <ac:spMkLst>
              <pc:docMk/>
              <pc:sldMasterMk cId="0" sldId="2147483648"/>
              <pc:sldLayoutMk cId="99188231" sldId="2147483659"/>
              <ac:spMk id="4" creationId="{00000000-0000-0000-0000-000000000000}"/>
            </ac:spMkLst>
          </pc:spChg>
          <pc:spChg chg="del">
            <ac:chgData name="Khang Nguyễn Tấn Trần Minh" userId="c3808258-e92d-4bf9-b981-ea938a204001" providerId="ADAL" clId="{5B6F2BE7-3D84-4B5E-9065-D7CB14B9FA4B}" dt="2023-05-04T09:16:29.314" v="154" actId="478"/>
            <ac:spMkLst>
              <pc:docMk/>
              <pc:sldMasterMk cId="0" sldId="2147483648"/>
              <pc:sldLayoutMk cId="99188231" sldId="2147483659"/>
              <ac:spMk id="5" creationId="{00000000-0000-0000-0000-000000000000}"/>
            </ac:spMkLst>
          </pc:spChg>
        </pc:sldLayoutChg>
        <pc:sldLayoutChg chg="delSp del mod">
          <pc:chgData name="Khang Nguyễn Tấn Trần Minh" userId="c3808258-e92d-4bf9-b981-ea938a204001" providerId="ADAL" clId="{5B6F2BE7-3D84-4B5E-9065-D7CB14B9FA4B}" dt="2023-05-04T09:19:59.407" v="174" actId="2696"/>
          <pc:sldLayoutMkLst>
            <pc:docMk/>
            <pc:sldMasterMk cId="0" sldId="2147483648"/>
            <pc:sldLayoutMk cId="853480290" sldId="2147483660"/>
          </pc:sldLayoutMkLst>
          <pc:spChg chg="del">
            <ac:chgData name="Khang Nguyễn Tấn Trần Minh" userId="c3808258-e92d-4bf9-b981-ea938a204001" providerId="ADAL" clId="{5B6F2BE7-3D84-4B5E-9065-D7CB14B9FA4B}" dt="2023-05-04T09:16:33.920" v="155" actId="478"/>
            <ac:spMkLst>
              <pc:docMk/>
              <pc:sldMasterMk cId="0" sldId="2147483648"/>
              <pc:sldLayoutMk cId="853480290" sldId="2147483660"/>
              <ac:spMk id="4" creationId="{00000000-0000-0000-0000-000000000000}"/>
            </ac:spMkLst>
          </pc:spChg>
          <pc:spChg chg="del">
            <ac:chgData name="Khang Nguyễn Tấn Trần Minh" userId="c3808258-e92d-4bf9-b981-ea938a204001" providerId="ADAL" clId="{5B6F2BE7-3D84-4B5E-9065-D7CB14B9FA4B}" dt="2023-05-04T09:16:33.920" v="155" actId="478"/>
            <ac:spMkLst>
              <pc:docMk/>
              <pc:sldMasterMk cId="0" sldId="2147483648"/>
              <pc:sldLayoutMk cId="853480290" sldId="2147483660"/>
              <ac:spMk id="5" creationId="{00000000-0000-0000-0000-000000000000}"/>
            </ac:spMkLst>
          </pc:spChg>
        </pc:sldLayoutChg>
        <pc:sldLayoutChg chg="modSp del mod">
          <pc:chgData name="Khang Nguyễn Tấn Trần Minh" userId="c3808258-e92d-4bf9-b981-ea938a204001" providerId="ADAL" clId="{5B6F2BE7-3D84-4B5E-9065-D7CB14B9FA4B}" dt="2023-05-04T09:21:21.601" v="180" actId="2696"/>
          <pc:sldLayoutMkLst>
            <pc:docMk/>
            <pc:sldMasterMk cId="0" sldId="2147483648"/>
            <pc:sldLayoutMk cId="3112211684" sldId="2147483661"/>
          </pc:sldLayoutMkLst>
          <pc:spChg chg="mod">
            <ac:chgData name="Khang Nguyễn Tấn Trần Minh" userId="c3808258-e92d-4bf9-b981-ea938a204001" providerId="ADAL" clId="{5B6F2BE7-3D84-4B5E-9065-D7CB14B9FA4B}" dt="2023-05-04T09:21:04.719" v="179" actId="6549"/>
            <ac:spMkLst>
              <pc:docMk/>
              <pc:sldMasterMk cId="0" sldId="2147483648"/>
              <pc:sldLayoutMk cId="3112211684" sldId="2147483661"/>
              <ac:spMk id="3" creationId="{ABE249C8-BF7A-4990-B3B9-274312BE8A3E}"/>
            </ac:spMkLst>
          </pc:spChg>
        </pc:sldLayoutChg>
        <pc:sldLayoutChg chg="del">
          <pc:chgData name="Khang Nguyễn Tấn Trần Minh" userId="c3808258-e92d-4bf9-b981-ea938a204001" providerId="ADAL" clId="{5B6F2BE7-3D84-4B5E-9065-D7CB14B9FA4B}" dt="2023-05-04T08:59:44.984" v="12" actId="2696"/>
          <pc:sldLayoutMkLst>
            <pc:docMk/>
            <pc:sldMasterMk cId="0" sldId="2147483648"/>
            <pc:sldLayoutMk cId="1774061367" sldId="2147483662"/>
          </pc:sldLayoutMkLst>
        </pc:sldLayoutChg>
        <pc:sldLayoutChg chg="del">
          <pc:chgData name="Khang Nguyễn Tấn Trần Minh" userId="c3808258-e92d-4bf9-b981-ea938a204001" providerId="ADAL" clId="{5B6F2BE7-3D84-4B5E-9065-D7CB14B9FA4B}" dt="2023-05-04T08:59:45.107" v="15" actId="2696"/>
          <pc:sldLayoutMkLst>
            <pc:docMk/>
            <pc:sldMasterMk cId="0" sldId="2147483648"/>
            <pc:sldLayoutMk cId="1400774800" sldId="2147483663"/>
          </pc:sldLayoutMkLst>
        </pc:sldLayoutChg>
        <pc:sldLayoutChg chg="del">
          <pc:chgData name="Khang Nguyễn Tấn Trần Minh" userId="c3808258-e92d-4bf9-b981-ea938a204001" providerId="ADAL" clId="{5B6F2BE7-3D84-4B5E-9065-D7CB14B9FA4B}" dt="2023-05-04T08:59:45.075" v="14" actId="2696"/>
          <pc:sldLayoutMkLst>
            <pc:docMk/>
            <pc:sldMasterMk cId="0" sldId="2147483648"/>
            <pc:sldLayoutMk cId="2425146391" sldId="2147483676"/>
          </pc:sldLayoutMkLst>
        </pc:sldLayoutChg>
        <pc:sldLayoutChg chg="delSp modSp mod">
          <pc:chgData name="Khang Nguyễn Tấn Trần Minh" userId="c3808258-e92d-4bf9-b981-ea938a204001" providerId="ADAL" clId="{5B6F2BE7-3D84-4B5E-9065-D7CB14B9FA4B}" dt="2023-05-04T10:06:16.223" v="333" actId="6014"/>
          <pc:sldLayoutMkLst>
            <pc:docMk/>
            <pc:sldMasterMk cId="0" sldId="2147483648"/>
            <pc:sldLayoutMk cId="1605361444" sldId="2147483677"/>
          </pc:sldLayoutMkLst>
          <pc:spChg chg="mod">
            <ac:chgData name="Khang Nguyễn Tấn Trần Minh" userId="c3808258-e92d-4bf9-b981-ea938a204001" providerId="ADAL" clId="{5B6F2BE7-3D84-4B5E-9065-D7CB14B9FA4B}" dt="2023-05-04T08:57:57.735" v="6" actId="6549"/>
            <ac:spMkLst>
              <pc:docMk/>
              <pc:sldMasterMk cId="0" sldId="2147483648"/>
              <pc:sldLayoutMk cId="1605361444" sldId="2147483677"/>
              <ac:spMk id="3" creationId="{00000000-0000-0000-0000-000000000000}"/>
            </ac:spMkLst>
          </pc:spChg>
          <pc:spChg chg="del">
            <ac:chgData name="Khang Nguyễn Tấn Trần Minh" userId="c3808258-e92d-4bf9-b981-ea938a204001" providerId="ADAL" clId="{5B6F2BE7-3D84-4B5E-9065-D7CB14B9FA4B}" dt="2023-05-04T09:12:04.910" v="112" actId="478"/>
            <ac:spMkLst>
              <pc:docMk/>
              <pc:sldMasterMk cId="0" sldId="2147483648"/>
              <pc:sldLayoutMk cId="1605361444" sldId="2147483677"/>
              <ac:spMk id="5" creationId="{00000000-0000-0000-0000-000000000000}"/>
            </ac:spMkLst>
          </pc:spChg>
          <pc:spChg chg="del">
            <ac:chgData name="Khang Nguyễn Tấn Trần Minh" userId="c3808258-e92d-4bf9-b981-ea938a204001" providerId="ADAL" clId="{5B6F2BE7-3D84-4B5E-9065-D7CB14B9FA4B}" dt="2023-05-04T09:12:04.910" v="112" actId="478"/>
            <ac:spMkLst>
              <pc:docMk/>
              <pc:sldMasterMk cId="0" sldId="2147483648"/>
              <pc:sldLayoutMk cId="1605361444" sldId="2147483677"/>
              <ac:spMk id="6" creationId="{00000000-0000-0000-0000-000000000000}"/>
            </ac:spMkLst>
          </pc:spChg>
        </pc:sldLayoutChg>
        <pc:sldLayoutChg chg="del">
          <pc:chgData name="Khang Nguyễn Tấn Trần Minh" userId="c3808258-e92d-4bf9-b981-ea938a204001" providerId="ADAL" clId="{5B6F2BE7-3D84-4B5E-9065-D7CB14B9FA4B}" dt="2023-05-04T08:59:45.027" v="13" actId="2696"/>
          <pc:sldLayoutMkLst>
            <pc:docMk/>
            <pc:sldMasterMk cId="0" sldId="2147483648"/>
            <pc:sldLayoutMk cId="3023345052" sldId="2147483678"/>
          </pc:sldLayoutMkLst>
        </pc:sldLayoutChg>
        <pc:sldLayoutChg chg="del">
          <pc:chgData name="Khang Nguyễn Tấn Trần Minh" userId="c3808258-e92d-4bf9-b981-ea938a204001" providerId="ADAL" clId="{5B6F2BE7-3D84-4B5E-9065-D7CB14B9FA4B}" dt="2023-05-04T09:02:55.505" v="28" actId="2696"/>
          <pc:sldLayoutMkLst>
            <pc:docMk/>
            <pc:sldMasterMk cId="0" sldId="2147483648"/>
            <pc:sldLayoutMk cId="3194170472" sldId="2147483679"/>
          </pc:sldLayoutMkLst>
        </pc:sldLayoutChg>
        <pc:sldLayoutChg chg="delSp modSp del mod">
          <pc:chgData name="Khang Nguyễn Tấn Trần Minh" userId="c3808258-e92d-4bf9-b981-ea938a204001" providerId="ADAL" clId="{5B6F2BE7-3D84-4B5E-9065-D7CB14B9FA4B}" dt="2023-05-04T09:19:13.978" v="170" actId="2696"/>
          <pc:sldLayoutMkLst>
            <pc:docMk/>
            <pc:sldMasterMk cId="0" sldId="2147483648"/>
            <pc:sldLayoutMk cId="2792634591" sldId="2147483680"/>
          </pc:sldLayoutMkLst>
          <pc:spChg chg="mod">
            <ac:chgData name="Khang Nguyễn Tấn Trần Minh" userId="c3808258-e92d-4bf9-b981-ea938a204001" providerId="ADAL" clId="{5B6F2BE7-3D84-4B5E-9065-D7CB14B9FA4B}" dt="2023-05-04T09:15:15.331" v="142" actId="6549"/>
            <ac:spMkLst>
              <pc:docMk/>
              <pc:sldMasterMk cId="0" sldId="2147483648"/>
              <pc:sldLayoutMk cId="2792634591" sldId="2147483680"/>
              <ac:spMk id="4" creationId="{00000000-0000-0000-0000-000000000000}"/>
            </ac:spMkLst>
          </pc:spChg>
          <pc:spChg chg="mod">
            <ac:chgData name="Khang Nguyễn Tấn Trần Minh" userId="c3808258-e92d-4bf9-b981-ea938a204001" providerId="ADAL" clId="{5B6F2BE7-3D84-4B5E-9065-D7CB14B9FA4B}" dt="2023-05-04T09:15:18.337" v="143" actId="6549"/>
            <ac:spMkLst>
              <pc:docMk/>
              <pc:sldMasterMk cId="0" sldId="2147483648"/>
              <pc:sldLayoutMk cId="2792634591" sldId="2147483680"/>
              <ac:spMk id="6" creationId="{00000000-0000-0000-0000-000000000000}"/>
            </ac:spMkLst>
          </pc:spChg>
          <pc:spChg chg="del">
            <ac:chgData name="Khang Nguyễn Tấn Trần Minh" userId="c3808258-e92d-4bf9-b981-ea938a204001" providerId="ADAL" clId="{5B6F2BE7-3D84-4B5E-9065-D7CB14B9FA4B}" dt="2023-05-04T09:15:08.852" v="141" actId="478"/>
            <ac:spMkLst>
              <pc:docMk/>
              <pc:sldMasterMk cId="0" sldId="2147483648"/>
              <pc:sldLayoutMk cId="2792634591" sldId="2147483680"/>
              <ac:spMk id="7" creationId="{00000000-0000-0000-0000-000000000000}"/>
            </ac:spMkLst>
          </pc:spChg>
          <pc:spChg chg="del">
            <ac:chgData name="Khang Nguyễn Tấn Trần Minh" userId="c3808258-e92d-4bf9-b981-ea938a204001" providerId="ADAL" clId="{5B6F2BE7-3D84-4B5E-9065-D7CB14B9FA4B}" dt="2023-05-04T09:15:08.852" v="141" actId="478"/>
            <ac:spMkLst>
              <pc:docMk/>
              <pc:sldMasterMk cId="0" sldId="2147483648"/>
              <pc:sldLayoutMk cId="2792634591" sldId="2147483680"/>
              <ac:spMk id="8" creationId="{00000000-0000-0000-0000-000000000000}"/>
            </ac:spMkLst>
          </pc:spChg>
        </pc:sldLayoutChg>
        <pc:sldLayoutChg chg="delSp modSp del mod">
          <pc:chgData name="Khang Nguyễn Tấn Trần Minh" userId="c3808258-e92d-4bf9-b981-ea938a204001" providerId="ADAL" clId="{5B6F2BE7-3D84-4B5E-9065-D7CB14B9FA4B}" dt="2023-05-04T09:18:48.719" v="167" actId="2696"/>
          <pc:sldLayoutMkLst>
            <pc:docMk/>
            <pc:sldMasterMk cId="0" sldId="2147483648"/>
            <pc:sldLayoutMk cId="3621836187" sldId="2147483681"/>
          </pc:sldLayoutMkLst>
          <pc:spChg chg="mod">
            <ac:chgData name="Khang Nguyễn Tấn Trần Minh" userId="c3808258-e92d-4bf9-b981-ea938a204001" providerId="ADAL" clId="{5B6F2BE7-3D84-4B5E-9065-D7CB14B9FA4B}" dt="2023-05-04T09:18:42.175" v="165" actId="6549"/>
            <ac:spMkLst>
              <pc:docMk/>
              <pc:sldMasterMk cId="0" sldId="2147483648"/>
              <pc:sldLayoutMk cId="3621836187" sldId="2147483681"/>
              <ac:spMk id="4" creationId="{00000000-0000-0000-0000-000000000000}"/>
            </ac:spMkLst>
          </pc:spChg>
          <pc:spChg chg="mod">
            <ac:chgData name="Khang Nguyễn Tấn Trần Minh" userId="c3808258-e92d-4bf9-b981-ea938a204001" providerId="ADAL" clId="{5B6F2BE7-3D84-4B5E-9065-D7CB14B9FA4B}" dt="2023-05-04T09:18:45.517" v="166" actId="6549"/>
            <ac:spMkLst>
              <pc:docMk/>
              <pc:sldMasterMk cId="0" sldId="2147483648"/>
              <pc:sldLayoutMk cId="3621836187" sldId="2147483681"/>
              <ac:spMk id="6" creationId="{00000000-0000-0000-0000-000000000000}"/>
            </ac:spMkLst>
          </pc:spChg>
          <pc:spChg chg="del">
            <ac:chgData name="Khang Nguyễn Tấn Trần Minh" userId="c3808258-e92d-4bf9-b981-ea938a204001" providerId="ADAL" clId="{5B6F2BE7-3D84-4B5E-9065-D7CB14B9FA4B}" dt="2023-05-04T09:15:02.696" v="140" actId="478"/>
            <ac:spMkLst>
              <pc:docMk/>
              <pc:sldMasterMk cId="0" sldId="2147483648"/>
              <pc:sldLayoutMk cId="3621836187" sldId="2147483681"/>
              <ac:spMk id="7" creationId="{00000000-0000-0000-0000-000000000000}"/>
            </ac:spMkLst>
          </pc:spChg>
          <pc:spChg chg="del">
            <ac:chgData name="Khang Nguyễn Tấn Trần Minh" userId="c3808258-e92d-4bf9-b981-ea938a204001" providerId="ADAL" clId="{5B6F2BE7-3D84-4B5E-9065-D7CB14B9FA4B}" dt="2023-05-04T09:15:02.696" v="140" actId="478"/>
            <ac:spMkLst>
              <pc:docMk/>
              <pc:sldMasterMk cId="0" sldId="2147483648"/>
              <pc:sldLayoutMk cId="3621836187" sldId="2147483681"/>
              <ac:spMk id="8" creationId="{00000000-0000-0000-0000-000000000000}"/>
            </ac:spMkLst>
          </pc:spChg>
        </pc:sldLayoutChg>
        <pc:sldLayoutChg chg="delSp modSp del mod">
          <pc:chgData name="Khang Nguyễn Tấn Trần Minh" userId="c3808258-e92d-4bf9-b981-ea938a204001" providerId="ADAL" clId="{5B6F2BE7-3D84-4B5E-9065-D7CB14B9FA4B}" dt="2023-05-04T09:19:14.018" v="171" actId="2696"/>
          <pc:sldLayoutMkLst>
            <pc:docMk/>
            <pc:sldMasterMk cId="0" sldId="2147483648"/>
            <pc:sldLayoutMk cId="3893050084" sldId="2147483682"/>
          </pc:sldLayoutMkLst>
          <pc:spChg chg="mod">
            <ac:chgData name="Khang Nguyễn Tấn Trần Minh" userId="c3808258-e92d-4bf9-b981-ea938a204001" providerId="ADAL" clId="{5B6F2BE7-3D84-4B5E-9065-D7CB14B9FA4B}" dt="2023-05-04T09:15:24.033" v="144" actId="6549"/>
            <ac:spMkLst>
              <pc:docMk/>
              <pc:sldMasterMk cId="0" sldId="2147483648"/>
              <pc:sldLayoutMk cId="3893050084" sldId="2147483682"/>
              <ac:spMk id="4" creationId="{00000000-0000-0000-0000-000000000000}"/>
            </ac:spMkLst>
          </pc:spChg>
          <pc:spChg chg="mod">
            <ac:chgData name="Khang Nguyễn Tấn Trần Minh" userId="c3808258-e92d-4bf9-b981-ea938a204001" providerId="ADAL" clId="{5B6F2BE7-3D84-4B5E-9065-D7CB14B9FA4B}" dt="2023-05-04T09:15:28.421" v="145" actId="6549"/>
            <ac:spMkLst>
              <pc:docMk/>
              <pc:sldMasterMk cId="0" sldId="2147483648"/>
              <pc:sldLayoutMk cId="3893050084" sldId="2147483682"/>
              <ac:spMk id="6" creationId="{00000000-0000-0000-0000-000000000000}"/>
            </ac:spMkLst>
          </pc:spChg>
          <pc:spChg chg="del">
            <ac:chgData name="Khang Nguyễn Tấn Trần Minh" userId="c3808258-e92d-4bf9-b981-ea938a204001" providerId="ADAL" clId="{5B6F2BE7-3D84-4B5E-9065-D7CB14B9FA4B}" dt="2023-05-04T09:15:57.811" v="149" actId="478"/>
            <ac:spMkLst>
              <pc:docMk/>
              <pc:sldMasterMk cId="0" sldId="2147483648"/>
              <pc:sldLayoutMk cId="3893050084" sldId="2147483682"/>
              <ac:spMk id="7" creationId="{00000000-0000-0000-0000-000000000000}"/>
            </ac:spMkLst>
          </pc:spChg>
          <pc:spChg chg="del">
            <ac:chgData name="Khang Nguyễn Tấn Trần Minh" userId="c3808258-e92d-4bf9-b981-ea938a204001" providerId="ADAL" clId="{5B6F2BE7-3D84-4B5E-9065-D7CB14B9FA4B}" dt="2023-05-04T09:15:57.811" v="149" actId="478"/>
            <ac:spMkLst>
              <pc:docMk/>
              <pc:sldMasterMk cId="0" sldId="2147483648"/>
              <pc:sldLayoutMk cId="3893050084" sldId="2147483682"/>
              <ac:spMk id="8" creationId="{00000000-0000-0000-0000-000000000000}"/>
            </ac:spMkLst>
          </pc:spChg>
        </pc:sldLayoutChg>
        <pc:sldLayoutChg chg="delSp modSp del mod">
          <pc:chgData name="Khang Nguyễn Tấn Trần Minh" userId="c3808258-e92d-4bf9-b981-ea938a204001" providerId="ADAL" clId="{5B6F2BE7-3D84-4B5E-9065-D7CB14B9FA4B}" dt="2023-05-04T09:19:07.647" v="168" actId="2696"/>
          <pc:sldLayoutMkLst>
            <pc:docMk/>
            <pc:sldMasterMk cId="0" sldId="2147483648"/>
            <pc:sldLayoutMk cId="2145515960" sldId="2147483683"/>
          </pc:sldLayoutMkLst>
          <pc:spChg chg="mod">
            <ac:chgData name="Khang Nguyễn Tấn Trần Minh" userId="c3808258-e92d-4bf9-b981-ea938a204001" providerId="ADAL" clId="{5B6F2BE7-3D84-4B5E-9065-D7CB14B9FA4B}" dt="2023-05-04T09:15:35.179" v="146" actId="6549"/>
            <ac:spMkLst>
              <pc:docMk/>
              <pc:sldMasterMk cId="0" sldId="2147483648"/>
              <pc:sldLayoutMk cId="2145515960" sldId="2147483683"/>
              <ac:spMk id="4" creationId="{00000000-0000-0000-0000-000000000000}"/>
            </ac:spMkLst>
          </pc:spChg>
          <pc:spChg chg="mod">
            <ac:chgData name="Khang Nguyễn Tấn Trần Minh" userId="c3808258-e92d-4bf9-b981-ea938a204001" providerId="ADAL" clId="{5B6F2BE7-3D84-4B5E-9065-D7CB14B9FA4B}" dt="2023-05-04T09:15:38.462" v="147" actId="6549"/>
            <ac:spMkLst>
              <pc:docMk/>
              <pc:sldMasterMk cId="0" sldId="2147483648"/>
              <pc:sldLayoutMk cId="2145515960" sldId="2147483683"/>
              <ac:spMk id="6" creationId="{00000000-0000-0000-0000-000000000000}"/>
            </ac:spMkLst>
          </pc:spChg>
          <pc:spChg chg="del">
            <ac:chgData name="Khang Nguyễn Tấn Trần Minh" userId="c3808258-e92d-4bf9-b981-ea938a204001" providerId="ADAL" clId="{5B6F2BE7-3D84-4B5E-9065-D7CB14B9FA4B}" dt="2023-05-04T09:15:49.833" v="148" actId="478"/>
            <ac:spMkLst>
              <pc:docMk/>
              <pc:sldMasterMk cId="0" sldId="2147483648"/>
              <pc:sldLayoutMk cId="2145515960" sldId="2147483683"/>
              <ac:spMk id="7" creationId="{00000000-0000-0000-0000-000000000000}"/>
            </ac:spMkLst>
          </pc:spChg>
          <pc:spChg chg="del">
            <ac:chgData name="Khang Nguyễn Tấn Trần Minh" userId="c3808258-e92d-4bf9-b981-ea938a204001" providerId="ADAL" clId="{5B6F2BE7-3D84-4B5E-9065-D7CB14B9FA4B}" dt="2023-05-04T09:15:49.833" v="148" actId="478"/>
            <ac:spMkLst>
              <pc:docMk/>
              <pc:sldMasterMk cId="0" sldId="2147483648"/>
              <pc:sldLayoutMk cId="2145515960" sldId="2147483683"/>
              <ac:spMk id="8" creationId="{00000000-0000-0000-0000-000000000000}"/>
            </ac:spMkLst>
          </pc:spChg>
        </pc:sldLayoutChg>
        <pc:sldLayoutChg chg="del">
          <pc:chgData name="Khang Nguyễn Tấn Trần Minh" userId="c3808258-e92d-4bf9-b981-ea938a204001" providerId="ADAL" clId="{5B6F2BE7-3D84-4B5E-9065-D7CB14B9FA4B}" dt="2023-05-04T09:02:55.632" v="31" actId="2696"/>
          <pc:sldLayoutMkLst>
            <pc:docMk/>
            <pc:sldMasterMk cId="0" sldId="2147483648"/>
            <pc:sldLayoutMk cId="99894408" sldId="2147483684"/>
          </pc:sldLayoutMkLst>
        </pc:sldLayoutChg>
        <pc:sldLayoutChg chg="delSp modSp mod">
          <pc:chgData name="Khang Nguyễn Tấn Trần Minh" userId="c3808258-e92d-4bf9-b981-ea938a204001" providerId="ADAL" clId="{5B6F2BE7-3D84-4B5E-9065-D7CB14B9FA4B}" dt="2023-05-04T10:20:49.418" v="417" actId="6014"/>
          <pc:sldLayoutMkLst>
            <pc:docMk/>
            <pc:sldMasterMk cId="0" sldId="2147483648"/>
            <pc:sldLayoutMk cId="53865494" sldId="2147483686"/>
          </pc:sldLayoutMkLst>
          <pc:spChg chg="mod">
            <ac:chgData name="Khang Nguyễn Tấn Trần Minh" userId="c3808258-e92d-4bf9-b981-ea938a204001" providerId="ADAL" clId="{5B6F2BE7-3D84-4B5E-9065-D7CB14B9FA4B}" dt="2023-05-04T09:24:06.271" v="188" actId="14100"/>
            <ac:spMkLst>
              <pc:docMk/>
              <pc:sldMasterMk cId="0" sldId="2147483648"/>
              <pc:sldLayoutMk cId="53865494" sldId="2147483686"/>
              <ac:spMk id="3" creationId="{00000000-0000-0000-0000-000000000000}"/>
            </ac:spMkLst>
          </pc:spChg>
          <pc:spChg chg="del">
            <ac:chgData name="Khang Nguyễn Tấn Trần Minh" userId="c3808258-e92d-4bf9-b981-ea938a204001" providerId="ADAL" clId="{5B6F2BE7-3D84-4B5E-9065-D7CB14B9FA4B}" dt="2023-05-04T09:13:48.257" v="128" actId="478"/>
            <ac:spMkLst>
              <pc:docMk/>
              <pc:sldMasterMk cId="0" sldId="2147483648"/>
              <pc:sldLayoutMk cId="53865494" sldId="2147483686"/>
              <ac:spMk id="5" creationId="{00000000-0000-0000-0000-000000000000}"/>
            </ac:spMkLst>
          </pc:spChg>
          <pc:spChg chg="del">
            <ac:chgData name="Khang Nguyễn Tấn Trần Minh" userId="c3808258-e92d-4bf9-b981-ea938a204001" providerId="ADAL" clId="{5B6F2BE7-3D84-4B5E-9065-D7CB14B9FA4B}" dt="2023-05-04T09:13:48.257" v="128" actId="478"/>
            <ac:spMkLst>
              <pc:docMk/>
              <pc:sldMasterMk cId="0" sldId="2147483648"/>
              <pc:sldLayoutMk cId="53865494" sldId="2147483686"/>
              <ac:spMk id="6" creationId="{00000000-0000-0000-0000-000000000000}"/>
            </ac:spMkLst>
          </pc:spChg>
          <pc:spChg chg="mod">
            <ac:chgData name="Khang Nguyễn Tấn Trần Minh" userId="c3808258-e92d-4bf9-b981-ea938a204001" providerId="ADAL" clId="{5B6F2BE7-3D84-4B5E-9065-D7CB14B9FA4B}" dt="2023-05-04T09:24:06.271" v="188" actId="14100"/>
            <ac:spMkLst>
              <pc:docMk/>
              <pc:sldMasterMk cId="0" sldId="2147483648"/>
              <pc:sldLayoutMk cId="53865494" sldId="2147483686"/>
              <ac:spMk id="7" creationId="{9FCB7F62-31CE-479A-B75D-E680BBC27871}"/>
            </ac:spMkLst>
          </pc:spChg>
          <pc:spChg chg="del">
            <ac:chgData name="Khang Nguyễn Tấn Trần Minh" userId="c3808258-e92d-4bf9-b981-ea938a204001" providerId="ADAL" clId="{5B6F2BE7-3D84-4B5E-9065-D7CB14B9FA4B}" dt="2023-05-04T09:23:32.526" v="186" actId="478"/>
            <ac:spMkLst>
              <pc:docMk/>
              <pc:sldMasterMk cId="0" sldId="2147483648"/>
              <pc:sldLayoutMk cId="53865494" sldId="2147483686"/>
              <ac:spMk id="8" creationId="{96160E72-CB3B-4B35-B991-A52F0E9D9B5B}"/>
            </ac:spMkLst>
          </pc:spChg>
          <pc:spChg chg="mod">
            <ac:chgData name="Khang Nguyễn Tấn Trần Minh" userId="c3808258-e92d-4bf9-b981-ea938a204001" providerId="ADAL" clId="{5B6F2BE7-3D84-4B5E-9065-D7CB14B9FA4B}" dt="2023-05-04T09:24:06.271" v="188" actId="14100"/>
            <ac:spMkLst>
              <pc:docMk/>
              <pc:sldMasterMk cId="0" sldId="2147483648"/>
              <pc:sldLayoutMk cId="53865494" sldId="2147483686"/>
              <ac:spMk id="9" creationId="{90AFCEF9-0FFB-4670-A771-DA310A1C55BF}"/>
            </ac:spMkLst>
          </pc:spChg>
        </pc:sldLayoutChg>
        <pc:sldLayoutChg chg="delSp modSp mod">
          <pc:chgData name="Khang Nguyễn Tấn Trần Minh" userId="c3808258-e92d-4bf9-b981-ea938a204001" providerId="ADAL" clId="{5B6F2BE7-3D84-4B5E-9065-D7CB14B9FA4B}" dt="2023-05-04T10:21:43.122" v="424" actId="6014"/>
          <pc:sldLayoutMkLst>
            <pc:docMk/>
            <pc:sldMasterMk cId="0" sldId="2147483648"/>
            <pc:sldLayoutMk cId="1809676352" sldId="2147483687"/>
          </pc:sldLayoutMkLst>
          <pc:spChg chg="del">
            <ac:chgData name="Khang Nguyễn Tấn Trần Minh" userId="c3808258-e92d-4bf9-b981-ea938a204001" providerId="ADAL" clId="{5B6F2BE7-3D84-4B5E-9065-D7CB14B9FA4B}" dt="2023-05-04T09:14:51.273" v="138" actId="478"/>
            <ac:spMkLst>
              <pc:docMk/>
              <pc:sldMasterMk cId="0" sldId="2147483648"/>
              <pc:sldLayoutMk cId="1809676352" sldId="2147483687"/>
              <ac:spMk id="5" creationId="{00000000-0000-0000-0000-000000000000}"/>
            </ac:spMkLst>
          </pc:spChg>
          <pc:spChg chg="del">
            <ac:chgData name="Khang Nguyễn Tấn Trần Minh" userId="c3808258-e92d-4bf9-b981-ea938a204001" providerId="ADAL" clId="{5B6F2BE7-3D84-4B5E-9065-D7CB14B9FA4B}" dt="2023-05-04T09:14:51.273" v="138" actId="478"/>
            <ac:spMkLst>
              <pc:docMk/>
              <pc:sldMasterMk cId="0" sldId="2147483648"/>
              <pc:sldLayoutMk cId="1809676352" sldId="2147483687"/>
              <ac:spMk id="6" creationId="{00000000-0000-0000-0000-000000000000}"/>
            </ac:spMkLst>
          </pc:spChg>
          <pc:spChg chg="mod">
            <ac:chgData name="Khang Nguyễn Tấn Trần Minh" userId="c3808258-e92d-4bf9-b981-ea938a204001" providerId="ADAL" clId="{5B6F2BE7-3D84-4B5E-9065-D7CB14B9FA4B}" dt="2023-05-04T09:18:20.900" v="162" actId="20577"/>
            <ac:spMkLst>
              <pc:docMk/>
              <pc:sldMasterMk cId="0" sldId="2147483648"/>
              <pc:sldLayoutMk cId="1809676352" sldId="2147483687"/>
              <ac:spMk id="26" creationId="{C22FA758-800C-4200-9C64-1F16B8C51CA7}"/>
            </ac:spMkLst>
          </pc:spChg>
        </pc:sldLayoutChg>
        <pc:sldLayoutChg chg="delSp modSp mod">
          <pc:chgData name="Khang Nguyễn Tấn Trần Minh" userId="c3808258-e92d-4bf9-b981-ea938a204001" providerId="ADAL" clId="{5B6F2BE7-3D84-4B5E-9065-D7CB14B9FA4B}" dt="2023-05-04T10:21:29.863" v="422" actId="6014"/>
          <pc:sldLayoutMkLst>
            <pc:docMk/>
            <pc:sldMasterMk cId="0" sldId="2147483648"/>
            <pc:sldLayoutMk cId="2306970055" sldId="2147483688"/>
          </pc:sldLayoutMkLst>
          <pc:spChg chg="mod">
            <ac:chgData name="Khang Nguyễn Tấn Trần Minh" userId="c3808258-e92d-4bf9-b981-ea938a204001" providerId="ADAL" clId="{5B6F2BE7-3D84-4B5E-9065-D7CB14B9FA4B}" dt="2023-05-04T09:14:25.914" v="134" actId="6549"/>
            <ac:spMkLst>
              <pc:docMk/>
              <pc:sldMasterMk cId="0" sldId="2147483648"/>
              <pc:sldLayoutMk cId="2306970055" sldId="2147483688"/>
              <ac:spMk id="3" creationId="{00000000-0000-0000-0000-000000000000}"/>
            </ac:spMkLst>
          </pc:spChg>
          <pc:spChg chg="del">
            <ac:chgData name="Khang Nguyễn Tấn Trần Minh" userId="c3808258-e92d-4bf9-b981-ea938a204001" providerId="ADAL" clId="{5B6F2BE7-3D84-4B5E-9065-D7CB14B9FA4B}" dt="2023-05-04T09:14:46.606" v="137" actId="478"/>
            <ac:spMkLst>
              <pc:docMk/>
              <pc:sldMasterMk cId="0" sldId="2147483648"/>
              <pc:sldLayoutMk cId="2306970055" sldId="2147483688"/>
              <ac:spMk id="5" creationId="{00000000-0000-0000-0000-000000000000}"/>
            </ac:spMkLst>
          </pc:spChg>
          <pc:spChg chg="del">
            <ac:chgData name="Khang Nguyễn Tấn Trần Minh" userId="c3808258-e92d-4bf9-b981-ea938a204001" providerId="ADAL" clId="{5B6F2BE7-3D84-4B5E-9065-D7CB14B9FA4B}" dt="2023-05-04T09:14:46.606" v="137" actId="478"/>
            <ac:spMkLst>
              <pc:docMk/>
              <pc:sldMasterMk cId="0" sldId="2147483648"/>
              <pc:sldLayoutMk cId="2306970055" sldId="2147483688"/>
              <ac:spMk id="6" creationId="{00000000-0000-0000-0000-000000000000}"/>
            </ac:spMkLst>
          </pc:spChg>
          <pc:spChg chg="mod">
            <ac:chgData name="Khang Nguyễn Tấn Trần Minh" userId="c3808258-e92d-4bf9-b981-ea938a204001" providerId="ADAL" clId="{5B6F2BE7-3D84-4B5E-9065-D7CB14B9FA4B}" dt="2023-05-04T09:14:21.272" v="133" actId="6549"/>
            <ac:spMkLst>
              <pc:docMk/>
              <pc:sldMasterMk cId="0" sldId="2147483648"/>
              <pc:sldLayoutMk cId="2306970055" sldId="2147483688"/>
              <ac:spMk id="7" creationId="{1E586163-080C-4D92-9FF5-83B9A124C31B}"/>
            </ac:spMkLst>
          </pc:spChg>
          <pc:spChg chg="mod">
            <ac:chgData name="Khang Nguyễn Tấn Trần Minh" userId="c3808258-e92d-4bf9-b981-ea938a204001" providerId="ADAL" clId="{5B6F2BE7-3D84-4B5E-9065-D7CB14B9FA4B}" dt="2023-05-04T09:14:29.242" v="135" actId="6549"/>
            <ac:spMkLst>
              <pc:docMk/>
              <pc:sldMasterMk cId="0" sldId="2147483648"/>
              <pc:sldLayoutMk cId="2306970055" sldId="2147483688"/>
              <ac:spMk id="8" creationId="{60879BDB-29CC-404E-9DCA-E89C7B9070DD}"/>
            </ac:spMkLst>
          </pc:spChg>
          <pc:spChg chg="mod">
            <ac:chgData name="Khang Nguyễn Tấn Trần Minh" userId="c3808258-e92d-4bf9-b981-ea938a204001" providerId="ADAL" clId="{5B6F2BE7-3D84-4B5E-9065-D7CB14B9FA4B}" dt="2023-05-04T09:14:32.967" v="136" actId="6549"/>
            <ac:spMkLst>
              <pc:docMk/>
              <pc:sldMasterMk cId="0" sldId="2147483648"/>
              <pc:sldLayoutMk cId="2306970055" sldId="2147483688"/>
              <ac:spMk id="9" creationId="{2494B703-5983-4A4F-B197-D2C64EAA9F6A}"/>
            </ac:spMkLst>
          </pc:spChg>
        </pc:sldLayoutChg>
        <pc:sldLayoutChg chg="modSp del mod">
          <pc:chgData name="Khang Nguyễn Tấn Trần Minh" userId="c3808258-e92d-4bf9-b981-ea938a204001" providerId="ADAL" clId="{5B6F2BE7-3D84-4B5E-9065-D7CB14B9FA4B}" dt="2023-05-04T08:58:42.968" v="8" actId="2696"/>
          <pc:sldLayoutMkLst>
            <pc:docMk/>
            <pc:sldMasterMk cId="0" sldId="2147483648"/>
            <pc:sldLayoutMk cId="2322547086" sldId="2147483689"/>
          </pc:sldLayoutMkLst>
          <pc:spChg chg="mod">
            <ac:chgData name="Khang Nguyễn Tấn Trần Minh" userId="c3808258-e92d-4bf9-b981-ea938a204001" providerId="ADAL" clId="{5B6F2BE7-3D84-4B5E-9065-D7CB14B9FA4B}" dt="2023-05-04T08:58:11.239" v="7" actId="6549"/>
            <ac:spMkLst>
              <pc:docMk/>
              <pc:sldMasterMk cId="0" sldId="2147483648"/>
              <pc:sldLayoutMk cId="2322547086" sldId="2147483689"/>
              <ac:spMk id="3" creationId="{00000000-0000-0000-0000-000000000000}"/>
            </ac:spMkLst>
          </pc:spChg>
        </pc:sldLayoutChg>
        <pc:sldLayoutChg chg="del">
          <pc:chgData name="Khang Nguyễn Tấn Trần Minh" userId="c3808258-e92d-4bf9-b981-ea938a204001" providerId="ADAL" clId="{5B6F2BE7-3D84-4B5E-9065-D7CB14B9FA4B}" dt="2023-05-04T08:57:47.804" v="5" actId="2696"/>
          <pc:sldLayoutMkLst>
            <pc:docMk/>
            <pc:sldMasterMk cId="0" sldId="2147483648"/>
            <pc:sldLayoutMk cId="1526738733" sldId="2147483690"/>
          </pc:sldLayoutMkLst>
        </pc:sldLayoutChg>
        <pc:sldLayoutChg chg="delSp modSp mod">
          <pc:chgData name="Khang Nguyễn Tấn Trần Minh" userId="c3808258-e92d-4bf9-b981-ea938a204001" providerId="ADAL" clId="{5B6F2BE7-3D84-4B5E-9065-D7CB14B9FA4B}" dt="2023-05-04T10:06:30.369" v="334" actId="6014"/>
          <pc:sldLayoutMkLst>
            <pc:docMk/>
            <pc:sldMasterMk cId="0" sldId="2147483648"/>
            <pc:sldLayoutMk cId="1807831205" sldId="2147483691"/>
          </pc:sldLayoutMkLst>
          <pc:spChg chg="mod">
            <ac:chgData name="Khang Nguyễn Tấn Trần Minh" userId="c3808258-e92d-4bf9-b981-ea938a204001" providerId="ADAL" clId="{5B6F2BE7-3D84-4B5E-9065-D7CB14B9FA4B}" dt="2023-05-04T08:57:14.948" v="2" actId="2711"/>
            <ac:spMkLst>
              <pc:docMk/>
              <pc:sldMasterMk cId="0" sldId="2147483648"/>
              <pc:sldLayoutMk cId="1807831205" sldId="2147483691"/>
              <ac:spMk id="3" creationId="{00000000-0000-0000-0000-000000000000}"/>
            </ac:spMkLst>
          </pc:spChg>
          <pc:spChg chg="del">
            <ac:chgData name="Khang Nguyễn Tấn Trần Minh" userId="c3808258-e92d-4bf9-b981-ea938a204001" providerId="ADAL" clId="{5B6F2BE7-3D84-4B5E-9065-D7CB14B9FA4B}" dt="2023-05-04T09:12:09.044" v="113" actId="478"/>
            <ac:spMkLst>
              <pc:docMk/>
              <pc:sldMasterMk cId="0" sldId="2147483648"/>
              <pc:sldLayoutMk cId="1807831205" sldId="2147483691"/>
              <ac:spMk id="4" creationId="{00000000-0000-0000-0000-000000000000}"/>
            </ac:spMkLst>
          </pc:spChg>
          <pc:spChg chg="del">
            <ac:chgData name="Khang Nguyễn Tấn Trần Minh" userId="c3808258-e92d-4bf9-b981-ea938a204001" providerId="ADAL" clId="{5B6F2BE7-3D84-4B5E-9065-D7CB14B9FA4B}" dt="2023-05-04T09:12:09.044" v="113" actId="478"/>
            <ac:spMkLst>
              <pc:docMk/>
              <pc:sldMasterMk cId="0" sldId="2147483648"/>
              <pc:sldLayoutMk cId="1807831205" sldId="2147483691"/>
              <ac:spMk id="5" creationId="{00000000-0000-0000-0000-000000000000}"/>
            </ac:spMkLst>
          </pc:spChg>
        </pc:sldLayoutChg>
        <pc:sldLayoutChg chg="del">
          <pc:chgData name="Khang Nguyễn Tấn Trần Minh" userId="c3808258-e92d-4bf9-b981-ea938a204001" providerId="ADAL" clId="{5B6F2BE7-3D84-4B5E-9065-D7CB14B9FA4B}" dt="2023-05-04T08:57:31.651" v="3" actId="2696"/>
          <pc:sldLayoutMkLst>
            <pc:docMk/>
            <pc:sldMasterMk cId="0" sldId="2147483648"/>
            <pc:sldLayoutMk cId="433136112" sldId="2147483692"/>
          </pc:sldLayoutMkLst>
        </pc:sldLayoutChg>
        <pc:sldLayoutChg chg="delSp del mod">
          <pc:chgData name="Khang Nguyễn Tấn Trần Minh" userId="c3808258-e92d-4bf9-b981-ea938a204001" providerId="ADAL" clId="{5B6F2BE7-3D84-4B5E-9065-D7CB14B9FA4B}" dt="2023-05-04T09:31:05.890" v="241" actId="47"/>
          <pc:sldLayoutMkLst>
            <pc:docMk/>
            <pc:sldMasterMk cId="0" sldId="2147483648"/>
            <pc:sldLayoutMk cId="2786200197" sldId="2147483693"/>
          </pc:sldLayoutMkLst>
          <pc:spChg chg="del">
            <ac:chgData name="Khang Nguyễn Tấn Trần Minh" userId="c3808258-e92d-4bf9-b981-ea938a204001" providerId="ADAL" clId="{5B6F2BE7-3D84-4B5E-9065-D7CB14B9FA4B}" dt="2023-05-04T09:17:03.182" v="160" actId="478"/>
            <ac:spMkLst>
              <pc:docMk/>
              <pc:sldMasterMk cId="0" sldId="2147483648"/>
              <pc:sldLayoutMk cId="2786200197" sldId="2147483693"/>
              <ac:spMk id="4" creationId="{00000000-0000-0000-0000-000000000000}"/>
            </ac:spMkLst>
          </pc:spChg>
          <pc:spChg chg="del">
            <ac:chgData name="Khang Nguyễn Tấn Trần Minh" userId="c3808258-e92d-4bf9-b981-ea938a204001" providerId="ADAL" clId="{5B6F2BE7-3D84-4B5E-9065-D7CB14B9FA4B}" dt="2023-05-04T09:17:03.182" v="160" actId="478"/>
            <ac:spMkLst>
              <pc:docMk/>
              <pc:sldMasterMk cId="0" sldId="2147483648"/>
              <pc:sldLayoutMk cId="2786200197" sldId="2147483693"/>
              <ac:spMk id="5" creationId="{00000000-0000-0000-0000-000000000000}"/>
            </ac:spMkLst>
          </pc:spChg>
        </pc:sldLayoutChg>
        <pc:sldLayoutChg chg="delSp modSp mod ord">
          <pc:chgData name="Khang Nguyễn Tấn Trần Minh" userId="c3808258-e92d-4bf9-b981-ea938a204001" providerId="ADAL" clId="{5B6F2BE7-3D84-4B5E-9065-D7CB14B9FA4B}" dt="2023-05-04T10:21:18.273" v="421" actId="6014"/>
          <pc:sldLayoutMkLst>
            <pc:docMk/>
            <pc:sldMasterMk cId="0" sldId="2147483648"/>
            <pc:sldLayoutMk cId="3501676564" sldId="2147483694"/>
          </pc:sldLayoutMkLst>
          <pc:spChg chg="mod">
            <ac:chgData name="Khang Nguyễn Tấn Trần Minh" userId="c3808258-e92d-4bf9-b981-ea938a204001" providerId="ADAL" clId="{5B6F2BE7-3D84-4B5E-9065-D7CB14B9FA4B}" dt="2023-05-04T09:13:12.398" v="124" actId="6549"/>
            <ac:spMkLst>
              <pc:docMk/>
              <pc:sldMasterMk cId="0" sldId="2147483648"/>
              <pc:sldLayoutMk cId="3501676564" sldId="2147483694"/>
              <ac:spMk id="3" creationId="{00000000-0000-0000-0000-000000000000}"/>
            </ac:spMkLst>
          </pc:spChg>
          <pc:spChg chg="del">
            <ac:chgData name="Khang Nguyễn Tấn Trần Minh" userId="c3808258-e92d-4bf9-b981-ea938a204001" providerId="ADAL" clId="{5B6F2BE7-3D84-4B5E-9065-D7CB14B9FA4B}" dt="2023-05-04T09:13:06.753" v="123" actId="478"/>
            <ac:spMkLst>
              <pc:docMk/>
              <pc:sldMasterMk cId="0" sldId="2147483648"/>
              <pc:sldLayoutMk cId="3501676564" sldId="2147483694"/>
              <ac:spMk id="5" creationId="{00000000-0000-0000-0000-000000000000}"/>
            </ac:spMkLst>
          </pc:spChg>
          <pc:spChg chg="del">
            <ac:chgData name="Khang Nguyễn Tấn Trần Minh" userId="c3808258-e92d-4bf9-b981-ea938a204001" providerId="ADAL" clId="{5B6F2BE7-3D84-4B5E-9065-D7CB14B9FA4B}" dt="2023-05-04T09:13:06.753" v="123" actId="478"/>
            <ac:spMkLst>
              <pc:docMk/>
              <pc:sldMasterMk cId="0" sldId="2147483648"/>
              <pc:sldLayoutMk cId="3501676564" sldId="2147483694"/>
              <ac:spMk id="6" creationId="{00000000-0000-0000-0000-000000000000}"/>
            </ac:spMkLst>
          </pc:spChg>
          <pc:spChg chg="mod">
            <ac:chgData name="Khang Nguyễn Tấn Trần Minh" userId="c3808258-e92d-4bf9-b981-ea938a204001" providerId="ADAL" clId="{5B6F2BE7-3D84-4B5E-9065-D7CB14B9FA4B}" dt="2023-05-04T09:13:20.849" v="126" actId="6549"/>
            <ac:spMkLst>
              <pc:docMk/>
              <pc:sldMasterMk cId="0" sldId="2147483648"/>
              <pc:sldLayoutMk cId="3501676564" sldId="2147483694"/>
              <ac:spMk id="7" creationId="{D4EA549A-C581-4C37-B257-ACE55CAD4DF6}"/>
            </ac:spMkLst>
          </pc:spChg>
          <pc:spChg chg="mod">
            <ac:chgData name="Khang Nguyễn Tấn Trần Minh" userId="c3808258-e92d-4bf9-b981-ea938a204001" providerId="ADAL" clId="{5B6F2BE7-3D84-4B5E-9065-D7CB14B9FA4B}" dt="2023-05-04T09:13:16.288" v="125" actId="6549"/>
            <ac:spMkLst>
              <pc:docMk/>
              <pc:sldMasterMk cId="0" sldId="2147483648"/>
              <pc:sldLayoutMk cId="3501676564" sldId="2147483694"/>
              <ac:spMk id="9" creationId="{00016720-4FC2-4205-9886-7838EB044331}"/>
            </ac:spMkLst>
          </pc:spChg>
          <pc:spChg chg="mod">
            <ac:chgData name="Khang Nguyễn Tấn Trần Minh" userId="c3808258-e92d-4bf9-b981-ea938a204001" providerId="ADAL" clId="{5B6F2BE7-3D84-4B5E-9065-D7CB14B9FA4B}" dt="2023-05-04T09:13:25.123" v="127" actId="6549"/>
            <ac:spMkLst>
              <pc:docMk/>
              <pc:sldMasterMk cId="0" sldId="2147483648"/>
              <pc:sldLayoutMk cId="3501676564" sldId="2147483694"/>
              <ac:spMk id="10" creationId="{CE828636-495F-44E0-8340-BCE2B3F47166}"/>
            </ac:spMkLst>
          </pc:spChg>
        </pc:sldLayoutChg>
        <pc:sldLayoutChg chg="del">
          <pc:chgData name="Khang Nguyễn Tấn Trần Minh" userId="c3808258-e92d-4bf9-b981-ea938a204001" providerId="ADAL" clId="{5B6F2BE7-3D84-4B5E-9065-D7CB14B9FA4B}" dt="2023-05-04T09:02:55.679" v="32" actId="2696"/>
          <pc:sldLayoutMkLst>
            <pc:docMk/>
            <pc:sldMasterMk cId="0" sldId="2147483648"/>
            <pc:sldLayoutMk cId="2288862341" sldId="2147483695"/>
          </pc:sldLayoutMkLst>
        </pc:sldLayoutChg>
        <pc:sldLayoutChg chg="del">
          <pc:chgData name="Khang Nguyễn Tấn Trần Minh" userId="c3808258-e92d-4bf9-b981-ea938a204001" providerId="ADAL" clId="{5B6F2BE7-3D84-4B5E-9065-D7CB14B9FA4B}" dt="2023-05-04T09:02:55.743" v="33" actId="2696"/>
          <pc:sldLayoutMkLst>
            <pc:docMk/>
            <pc:sldMasterMk cId="0" sldId="2147483648"/>
            <pc:sldLayoutMk cId="1606610236" sldId="2147483696"/>
          </pc:sldLayoutMkLst>
        </pc:sldLayoutChg>
        <pc:sldLayoutChg chg="del">
          <pc:chgData name="Khang Nguyễn Tấn Trần Minh" userId="c3808258-e92d-4bf9-b981-ea938a204001" providerId="ADAL" clId="{5B6F2BE7-3D84-4B5E-9065-D7CB14B9FA4B}" dt="2023-05-04T09:02:55.553" v="29" actId="2696"/>
          <pc:sldLayoutMkLst>
            <pc:docMk/>
            <pc:sldMasterMk cId="0" sldId="2147483648"/>
            <pc:sldLayoutMk cId="3862741479" sldId="2147483697"/>
          </pc:sldLayoutMkLst>
        </pc:sldLayoutChg>
        <pc:sldLayoutChg chg="del">
          <pc:chgData name="Khang Nguyễn Tấn Trần Minh" userId="c3808258-e92d-4bf9-b981-ea938a204001" providerId="ADAL" clId="{5B6F2BE7-3D84-4B5E-9065-D7CB14B9FA4B}" dt="2023-05-04T09:02:55.586" v="30" actId="2696"/>
          <pc:sldLayoutMkLst>
            <pc:docMk/>
            <pc:sldMasterMk cId="0" sldId="2147483648"/>
            <pc:sldLayoutMk cId="2638193349" sldId="2147483698"/>
          </pc:sldLayoutMkLst>
        </pc:sldLayoutChg>
        <pc:sldLayoutChg chg="delSp modSp mod">
          <pc:chgData name="Khang Nguyễn Tấn Trần Minh" userId="c3808258-e92d-4bf9-b981-ea938a204001" providerId="ADAL" clId="{5B6F2BE7-3D84-4B5E-9065-D7CB14B9FA4B}" dt="2023-05-04T10:16:00.492" v="388" actId="6014"/>
          <pc:sldLayoutMkLst>
            <pc:docMk/>
            <pc:sldMasterMk cId="0" sldId="2147483648"/>
            <pc:sldLayoutMk cId="270909198" sldId="2147483699"/>
          </pc:sldLayoutMkLst>
          <pc:spChg chg="mod">
            <ac:chgData name="Khang Nguyễn Tấn Trần Minh" userId="c3808258-e92d-4bf9-b981-ea938a204001" providerId="ADAL" clId="{5B6F2BE7-3D84-4B5E-9065-D7CB14B9FA4B}" dt="2023-05-04T08:57:42.421" v="4" actId="207"/>
            <ac:spMkLst>
              <pc:docMk/>
              <pc:sldMasterMk cId="0" sldId="2147483648"/>
              <pc:sldLayoutMk cId="270909198" sldId="2147483699"/>
              <ac:spMk id="3" creationId="{00000000-0000-0000-0000-000000000000}"/>
            </ac:spMkLst>
          </pc:spChg>
          <pc:spChg chg="del">
            <ac:chgData name="Khang Nguyễn Tấn Trần Minh" userId="c3808258-e92d-4bf9-b981-ea938a204001" providerId="ADAL" clId="{5B6F2BE7-3D84-4B5E-9065-D7CB14B9FA4B}" dt="2023-05-04T09:12:13.185" v="114" actId="478"/>
            <ac:spMkLst>
              <pc:docMk/>
              <pc:sldMasterMk cId="0" sldId="2147483648"/>
              <pc:sldLayoutMk cId="270909198" sldId="2147483699"/>
              <ac:spMk id="4" creationId="{00000000-0000-0000-0000-000000000000}"/>
            </ac:spMkLst>
          </pc:spChg>
          <pc:spChg chg="del">
            <ac:chgData name="Khang Nguyễn Tấn Trần Minh" userId="c3808258-e92d-4bf9-b981-ea938a204001" providerId="ADAL" clId="{5B6F2BE7-3D84-4B5E-9065-D7CB14B9FA4B}" dt="2023-05-04T09:12:13.185" v="114" actId="478"/>
            <ac:spMkLst>
              <pc:docMk/>
              <pc:sldMasterMk cId="0" sldId="2147483648"/>
              <pc:sldLayoutMk cId="270909198" sldId="2147483699"/>
              <ac:spMk id="5" creationId="{00000000-0000-0000-0000-000000000000}"/>
            </ac:spMkLst>
          </pc:spChg>
        </pc:sldLayoutChg>
        <pc:sldLayoutChg chg="delSp modSp mod">
          <pc:chgData name="Khang Nguyễn Tấn Trần Minh" userId="c3808258-e92d-4bf9-b981-ea938a204001" providerId="ADAL" clId="{5B6F2BE7-3D84-4B5E-9065-D7CB14B9FA4B}" dt="2023-05-04T10:18:02.693" v="400" actId="6014"/>
          <pc:sldLayoutMkLst>
            <pc:docMk/>
            <pc:sldMasterMk cId="0" sldId="2147483648"/>
            <pc:sldLayoutMk cId="3077042037" sldId="2147483700"/>
          </pc:sldLayoutMkLst>
          <pc:spChg chg="mod">
            <ac:chgData name="Khang Nguyễn Tấn Trần Minh" userId="c3808258-e92d-4bf9-b981-ea938a204001" providerId="ADAL" clId="{5B6F2BE7-3D84-4B5E-9065-D7CB14B9FA4B}" dt="2023-05-04T09:01:49.180" v="25" actId="14100"/>
            <ac:spMkLst>
              <pc:docMk/>
              <pc:sldMasterMk cId="0" sldId="2147483648"/>
              <pc:sldLayoutMk cId="3077042037" sldId="2147483700"/>
              <ac:spMk id="3" creationId="{00000000-0000-0000-0000-000000000000}"/>
            </ac:spMkLst>
          </pc:spChg>
          <pc:spChg chg="del">
            <ac:chgData name="Khang Nguyễn Tấn Trần Minh" userId="c3808258-e92d-4bf9-b981-ea938a204001" providerId="ADAL" clId="{5B6F2BE7-3D84-4B5E-9065-D7CB14B9FA4B}" dt="2023-05-04T09:12:31.911" v="118" actId="478"/>
            <ac:spMkLst>
              <pc:docMk/>
              <pc:sldMasterMk cId="0" sldId="2147483648"/>
              <pc:sldLayoutMk cId="3077042037" sldId="2147483700"/>
              <ac:spMk id="4" creationId="{00000000-0000-0000-0000-000000000000}"/>
            </ac:spMkLst>
          </pc:spChg>
          <pc:spChg chg="del">
            <ac:chgData name="Khang Nguyễn Tấn Trần Minh" userId="c3808258-e92d-4bf9-b981-ea938a204001" providerId="ADAL" clId="{5B6F2BE7-3D84-4B5E-9065-D7CB14B9FA4B}" dt="2023-05-04T09:12:31.911" v="118" actId="478"/>
            <ac:spMkLst>
              <pc:docMk/>
              <pc:sldMasterMk cId="0" sldId="2147483648"/>
              <pc:sldLayoutMk cId="3077042037" sldId="2147483700"/>
              <ac:spMk id="5" creationId="{00000000-0000-0000-0000-000000000000}"/>
            </ac:spMkLst>
          </pc:spChg>
        </pc:sldLayoutChg>
        <pc:sldLayoutChg chg="delSp modSp mod">
          <pc:chgData name="Khang Nguyễn Tấn Trần Minh" userId="c3808258-e92d-4bf9-b981-ea938a204001" providerId="ADAL" clId="{5B6F2BE7-3D84-4B5E-9065-D7CB14B9FA4B}" dt="2023-05-04T10:19:46.579" v="410" actId="6014"/>
          <pc:sldLayoutMkLst>
            <pc:docMk/>
            <pc:sldMasterMk cId="0" sldId="2147483648"/>
            <pc:sldLayoutMk cId="2708040965" sldId="2147483701"/>
          </pc:sldLayoutMkLst>
          <pc:spChg chg="mod">
            <ac:chgData name="Khang Nguyễn Tấn Trần Minh" userId="c3808258-e92d-4bf9-b981-ea938a204001" providerId="ADAL" clId="{5B6F2BE7-3D84-4B5E-9065-D7CB14B9FA4B}" dt="2023-05-04T10:12:57.350" v="363" actId="14100"/>
            <ac:spMkLst>
              <pc:docMk/>
              <pc:sldMasterMk cId="0" sldId="2147483648"/>
              <pc:sldLayoutMk cId="2708040965" sldId="2147483701"/>
              <ac:spMk id="3" creationId="{00000000-0000-0000-0000-000000000000}"/>
            </ac:spMkLst>
          </pc:spChg>
          <pc:spChg chg="del">
            <ac:chgData name="Khang Nguyễn Tấn Trần Minh" userId="c3808258-e92d-4bf9-b981-ea938a204001" providerId="ADAL" clId="{5B6F2BE7-3D84-4B5E-9065-D7CB14B9FA4B}" dt="2023-05-04T09:12:51.467" v="120" actId="478"/>
            <ac:spMkLst>
              <pc:docMk/>
              <pc:sldMasterMk cId="0" sldId="2147483648"/>
              <pc:sldLayoutMk cId="2708040965" sldId="2147483701"/>
              <ac:spMk id="5" creationId="{00000000-0000-0000-0000-000000000000}"/>
            </ac:spMkLst>
          </pc:spChg>
          <pc:spChg chg="del">
            <ac:chgData name="Khang Nguyễn Tấn Trần Minh" userId="c3808258-e92d-4bf9-b981-ea938a204001" providerId="ADAL" clId="{5B6F2BE7-3D84-4B5E-9065-D7CB14B9FA4B}" dt="2023-05-04T09:12:51.467" v="120" actId="478"/>
            <ac:spMkLst>
              <pc:docMk/>
              <pc:sldMasterMk cId="0" sldId="2147483648"/>
              <pc:sldLayoutMk cId="2708040965" sldId="2147483701"/>
              <ac:spMk id="6" creationId="{00000000-0000-0000-0000-000000000000}"/>
            </ac:spMkLst>
          </pc:spChg>
          <pc:spChg chg="mod">
            <ac:chgData name="Khang Nguyễn Tấn Trần Minh" userId="c3808258-e92d-4bf9-b981-ea938a204001" providerId="ADAL" clId="{5B6F2BE7-3D84-4B5E-9065-D7CB14B9FA4B}" dt="2023-05-04T10:12:57.350" v="363" actId="14100"/>
            <ac:spMkLst>
              <pc:docMk/>
              <pc:sldMasterMk cId="0" sldId="2147483648"/>
              <pc:sldLayoutMk cId="2708040965" sldId="2147483701"/>
              <ac:spMk id="8" creationId="{96160E72-CB3B-4B35-B991-A52F0E9D9B5B}"/>
            </ac:spMkLst>
          </pc:spChg>
        </pc:sldLayoutChg>
        <pc:sldLayoutChg chg="delSp modSp mod">
          <pc:chgData name="Khang Nguyễn Tấn Trần Minh" userId="c3808258-e92d-4bf9-b981-ea938a204001" providerId="ADAL" clId="{5B6F2BE7-3D84-4B5E-9065-D7CB14B9FA4B}" dt="2023-05-04T10:22:04.838" v="425" actId="6014"/>
          <pc:sldLayoutMkLst>
            <pc:docMk/>
            <pc:sldMasterMk cId="0" sldId="2147483648"/>
            <pc:sldLayoutMk cId="1875669295" sldId="2147483702"/>
          </pc:sldLayoutMkLst>
          <pc:spChg chg="mod">
            <ac:chgData name="Khang Nguyễn Tấn Trần Minh" userId="c3808258-e92d-4bf9-b981-ea938a204001" providerId="ADAL" clId="{5B6F2BE7-3D84-4B5E-9065-D7CB14B9FA4B}" dt="2023-05-04T09:25:14.022" v="192" actId="6549"/>
            <ac:spMkLst>
              <pc:docMk/>
              <pc:sldMasterMk cId="0" sldId="2147483648"/>
              <pc:sldLayoutMk cId="1875669295" sldId="2147483702"/>
              <ac:spMk id="4" creationId="{00000000-0000-0000-0000-000000000000}"/>
            </ac:spMkLst>
          </pc:spChg>
          <pc:spChg chg="del">
            <ac:chgData name="Khang Nguyễn Tấn Trần Minh" userId="c3808258-e92d-4bf9-b981-ea938a204001" providerId="ADAL" clId="{5B6F2BE7-3D84-4B5E-9065-D7CB14B9FA4B}" dt="2023-05-04T09:16:38.816" v="156" actId="478"/>
            <ac:spMkLst>
              <pc:docMk/>
              <pc:sldMasterMk cId="0" sldId="2147483648"/>
              <pc:sldLayoutMk cId="1875669295" sldId="2147483702"/>
              <ac:spMk id="5" creationId="{00000000-0000-0000-0000-000000000000}"/>
            </ac:spMkLst>
          </pc:spChg>
          <pc:spChg chg="del">
            <ac:chgData name="Khang Nguyễn Tấn Trần Minh" userId="c3808258-e92d-4bf9-b981-ea938a204001" providerId="ADAL" clId="{5B6F2BE7-3D84-4B5E-9065-D7CB14B9FA4B}" dt="2023-05-04T09:16:38.816" v="156" actId="478"/>
            <ac:spMkLst>
              <pc:docMk/>
              <pc:sldMasterMk cId="0" sldId="2147483648"/>
              <pc:sldLayoutMk cId="1875669295" sldId="2147483702"/>
              <ac:spMk id="6" creationId="{00000000-0000-0000-0000-000000000000}"/>
            </ac:spMkLst>
          </pc:spChg>
          <pc:spChg chg="mod">
            <ac:chgData name="Khang Nguyễn Tấn Trần Minh" userId="c3808258-e92d-4bf9-b981-ea938a204001" providerId="ADAL" clId="{5B6F2BE7-3D84-4B5E-9065-D7CB14B9FA4B}" dt="2023-05-04T09:26:35.820" v="201" actId="14100"/>
            <ac:spMkLst>
              <pc:docMk/>
              <pc:sldMasterMk cId="0" sldId="2147483648"/>
              <pc:sldLayoutMk cId="1875669295" sldId="2147483702"/>
              <ac:spMk id="8" creationId="{B49A9FAE-4758-4C46-8541-F381798C5CD5}"/>
            </ac:spMkLst>
          </pc:spChg>
        </pc:sldLayoutChg>
        <pc:sldLayoutChg chg="delSp modSp mod">
          <pc:chgData name="Khang Nguyễn Tấn Trần Minh" userId="c3808258-e92d-4bf9-b981-ea938a204001" providerId="ADAL" clId="{5B6F2BE7-3D84-4B5E-9065-D7CB14B9FA4B}" dt="2023-05-04T10:22:10.162" v="426" actId="6014"/>
          <pc:sldLayoutMkLst>
            <pc:docMk/>
            <pc:sldMasterMk cId="0" sldId="2147483648"/>
            <pc:sldLayoutMk cId="2150584009" sldId="2147483703"/>
          </pc:sldLayoutMkLst>
          <pc:spChg chg="mod">
            <ac:chgData name="Khang Nguyễn Tấn Trần Minh" userId="c3808258-e92d-4bf9-b981-ea938a204001" providerId="ADAL" clId="{5B6F2BE7-3D84-4B5E-9065-D7CB14B9FA4B}" dt="2023-05-04T09:25:30.917" v="193" actId="6549"/>
            <ac:spMkLst>
              <pc:docMk/>
              <pc:sldMasterMk cId="0" sldId="2147483648"/>
              <pc:sldLayoutMk cId="2150584009" sldId="2147483703"/>
              <ac:spMk id="4" creationId="{00000000-0000-0000-0000-000000000000}"/>
            </ac:spMkLst>
          </pc:spChg>
          <pc:spChg chg="del">
            <ac:chgData name="Khang Nguyễn Tấn Trần Minh" userId="c3808258-e92d-4bf9-b981-ea938a204001" providerId="ADAL" clId="{5B6F2BE7-3D84-4B5E-9065-D7CB14B9FA4B}" dt="2023-05-04T09:16:43.185" v="157" actId="478"/>
            <ac:spMkLst>
              <pc:docMk/>
              <pc:sldMasterMk cId="0" sldId="2147483648"/>
              <pc:sldLayoutMk cId="2150584009" sldId="2147483703"/>
              <ac:spMk id="5" creationId="{00000000-0000-0000-0000-000000000000}"/>
            </ac:spMkLst>
          </pc:spChg>
          <pc:spChg chg="del">
            <ac:chgData name="Khang Nguyễn Tấn Trần Minh" userId="c3808258-e92d-4bf9-b981-ea938a204001" providerId="ADAL" clId="{5B6F2BE7-3D84-4B5E-9065-D7CB14B9FA4B}" dt="2023-05-04T09:16:43.185" v="157" actId="478"/>
            <ac:spMkLst>
              <pc:docMk/>
              <pc:sldMasterMk cId="0" sldId="2147483648"/>
              <pc:sldLayoutMk cId="2150584009" sldId="2147483703"/>
              <ac:spMk id="6" creationId="{00000000-0000-0000-0000-000000000000}"/>
            </ac:spMkLst>
          </pc:spChg>
          <pc:spChg chg="mod">
            <ac:chgData name="Khang Nguyễn Tấn Trần Minh" userId="c3808258-e92d-4bf9-b981-ea938a204001" providerId="ADAL" clId="{5B6F2BE7-3D84-4B5E-9065-D7CB14B9FA4B}" dt="2023-05-04T09:25:36.238" v="194" actId="6549"/>
            <ac:spMkLst>
              <pc:docMk/>
              <pc:sldMasterMk cId="0" sldId="2147483648"/>
              <pc:sldLayoutMk cId="2150584009" sldId="2147483703"/>
              <ac:spMk id="7" creationId="{41B544BE-4259-4202-9EEF-29A5F771B6E3}"/>
            </ac:spMkLst>
          </pc:spChg>
          <pc:spChg chg="mod">
            <ac:chgData name="Khang Nguyễn Tấn Trần Minh" userId="c3808258-e92d-4bf9-b981-ea938a204001" providerId="ADAL" clId="{5B6F2BE7-3D84-4B5E-9065-D7CB14B9FA4B}" dt="2023-05-04T09:26:41.778" v="202" actId="14100"/>
            <ac:spMkLst>
              <pc:docMk/>
              <pc:sldMasterMk cId="0" sldId="2147483648"/>
              <pc:sldLayoutMk cId="2150584009" sldId="2147483703"/>
              <ac:spMk id="8" creationId="{B49A9FAE-4758-4C46-8541-F381798C5CD5}"/>
            </ac:spMkLst>
          </pc:spChg>
        </pc:sldLayoutChg>
        <pc:sldLayoutChg chg="delSp modSp mod">
          <pc:chgData name="Khang Nguyễn Tấn Trần Minh" userId="c3808258-e92d-4bf9-b981-ea938a204001" providerId="ADAL" clId="{5B6F2BE7-3D84-4B5E-9065-D7CB14B9FA4B}" dt="2023-05-04T10:22:15.127" v="427" actId="6014"/>
          <pc:sldLayoutMkLst>
            <pc:docMk/>
            <pc:sldMasterMk cId="0" sldId="2147483648"/>
            <pc:sldLayoutMk cId="1469903849" sldId="2147483704"/>
          </pc:sldLayoutMkLst>
          <pc:spChg chg="mod">
            <ac:chgData name="Khang Nguyễn Tấn Trần Minh" userId="c3808258-e92d-4bf9-b981-ea938a204001" providerId="ADAL" clId="{5B6F2BE7-3D84-4B5E-9065-D7CB14B9FA4B}" dt="2023-05-04T09:26:14.825" v="199" actId="6549"/>
            <ac:spMkLst>
              <pc:docMk/>
              <pc:sldMasterMk cId="0" sldId="2147483648"/>
              <pc:sldLayoutMk cId="1469903849" sldId="2147483704"/>
              <ac:spMk id="4" creationId="{00000000-0000-0000-0000-000000000000}"/>
            </ac:spMkLst>
          </pc:spChg>
          <pc:spChg chg="del">
            <ac:chgData name="Khang Nguyễn Tấn Trần Minh" userId="c3808258-e92d-4bf9-b981-ea938a204001" providerId="ADAL" clId="{5B6F2BE7-3D84-4B5E-9065-D7CB14B9FA4B}" dt="2023-05-04T09:16:47.096" v="158" actId="478"/>
            <ac:spMkLst>
              <pc:docMk/>
              <pc:sldMasterMk cId="0" sldId="2147483648"/>
              <pc:sldLayoutMk cId="1469903849" sldId="2147483704"/>
              <ac:spMk id="5" creationId="{00000000-0000-0000-0000-000000000000}"/>
            </ac:spMkLst>
          </pc:spChg>
          <pc:spChg chg="del">
            <ac:chgData name="Khang Nguyễn Tấn Trần Minh" userId="c3808258-e92d-4bf9-b981-ea938a204001" providerId="ADAL" clId="{5B6F2BE7-3D84-4B5E-9065-D7CB14B9FA4B}" dt="2023-05-04T09:16:47.096" v="158" actId="478"/>
            <ac:spMkLst>
              <pc:docMk/>
              <pc:sldMasterMk cId="0" sldId="2147483648"/>
              <pc:sldLayoutMk cId="1469903849" sldId="2147483704"/>
              <ac:spMk id="6" creationId="{00000000-0000-0000-0000-000000000000}"/>
            </ac:spMkLst>
          </pc:spChg>
        </pc:sldLayoutChg>
        <pc:sldLayoutChg chg="delSp modSp mod">
          <pc:chgData name="Khang Nguyễn Tấn Trần Minh" userId="c3808258-e92d-4bf9-b981-ea938a204001" providerId="ADAL" clId="{5B6F2BE7-3D84-4B5E-9065-D7CB14B9FA4B}" dt="2023-05-04T10:22:20.387" v="428" actId="6014"/>
          <pc:sldLayoutMkLst>
            <pc:docMk/>
            <pc:sldMasterMk cId="0" sldId="2147483648"/>
            <pc:sldLayoutMk cId="3303610944" sldId="2147483705"/>
          </pc:sldLayoutMkLst>
          <pc:spChg chg="mod">
            <ac:chgData name="Khang Nguyễn Tấn Trần Minh" userId="c3808258-e92d-4bf9-b981-ea938a204001" providerId="ADAL" clId="{5B6F2BE7-3D84-4B5E-9065-D7CB14B9FA4B}" dt="2023-05-04T09:26:18.854" v="200" actId="6549"/>
            <ac:spMkLst>
              <pc:docMk/>
              <pc:sldMasterMk cId="0" sldId="2147483648"/>
              <pc:sldLayoutMk cId="3303610944" sldId="2147483705"/>
              <ac:spMk id="4" creationId="{00000000-0000-0000-0000-000000000000}"/>
            </ac:spMkLst>
          </pc:spChg>
          <pc:spChg chg="del">
            <ac:chgData name="Khang Nguyễn Tấn Trần Minh" userId="c3808258-e92d-4bf9-b981-ea938a204001" providerId="ADAL" clId="{5B6F2BE7-3D84-4B5E-9065-D7CB14B9FA4B}" dt="2023-05-04T09:16:54.561" v="159" actId="478"/>
            <ac:spMkLst>
              <pc:docMk/>
              <pc:sldMasterMk cId="0" sldId="2147483648"/>
              <pc:sldLayoutMk cId="3303610944" sldId="2147483705"/>
              <ac:spMk id="5" creationId="{00000000-0000-0000-0000-000000000000}"/>
            </ac:spMkLst>
          </pc:spChg>
          <pc:spChg chg="del">
            <ac:chgData name="Khang Nguyễn Tấn Trần Minh" userId="c3808258-e92d-4bf9-b981-ea938a204001" providerId="ADAL" clId="{5B6F2BE7-3D84-4B5E-9065-D7CB14B9FA4B}" dt="2023-05-04T09:16:54.561" v="159" actId="478"/>
            <ac:spMkLst>
              <pc:docMk/>
              <pc:sldMasterMk cId="0" sldId="2147483648"/>
              <pc:sldLayoutMk cId="3303610944" sldId="2147483705"/>
              <ac:spMk id="6" creationId="{00000000-0000-0000-0000-000000000000}"/>
            </ac:spMkLst>
          </pc:spChg>
        </pc:sldLayoutChg>
        <pc:sldLayoutChg chg="delSp modSp mod">
          <pc:chgData name="Khang Nguyễn Tấn Trần Minh" userId="c3808258-e92d-4bf9-b981-ea938a204001" providerId="ADAL" clId="{5B6F2BE7-3D84-4B5E-9065-D7CB14B9FA4B}" dt="2023-05-04T10:17:18.872" v="394" actId="6014"/>
          <pc:sldLayoutMkLst>
            <pc:docMk/>
            <pc:sldMasterMk cId="0" sldId="2147483648"/>
            <pc:sldLayoutMk cId="3414253750" sldId="2147483706"/>
          </pc:sldLayoutMkLst>
          <pc:spChg chg="mod">
            <ac:chgData name="Khang Nguyễn Tấn Trần Minh" userId="c3808258-e92d-4bf9-b981-ea938a204001" providerId="ADAL" clId="{5B6F2BE7-3D84-4B5E-9065-D7CB14B9FA4B}" dt="2023-05-04T09:00:56.677" v="20" actId="14100"/>
            <ac:spMkLst>
              <pc:docMk/>
              <pc:sldMasterMk cId="0" sldId="2147483648"/>
              <pc:sldLayoutMk cId="3414253750" sldId="2147483706"/>
              <ac:spMk id="3" creationId="{00000000-0000-0000-0000-000000000000}"/>
            </ac:spMkLst>
          </pc:spChg>
          <pc:spChg chg="mod">
            <ac:chgData name="Khang Nguyễn Tấn Trần Minh" userId="c3808258-e92d-4bf9-b981-ea938a204001" providerId="ADAL" clId="{5B6F2BE7-3D84-4B5E-9065-D7CB14B9FA4B}" dt="2023-05-04T09:00:51.976" v="19" actId="14100"/>
            <ac:spMkLst>
              <pc:docMk/>
              <pc:sldMasterMk cId="0" sldId="2147483648"/>
              <pc:sldLayoutMk cId="3414253750" sldId="2147483706"/>
              <ac:spMk id="4" creationId="{00000000-0000-0000-0000-000000000000}"/>
            </ac:spMkLst>
          </pc:spChg>
          <pc:spChg chg="del">
            <ac:chgData name="Khang Nguyễn Tấn Trần Minh" userId="c3808258-e92d-4bf9-b981-ea938a204001" providerId="ADAL" clId="{5B6F2BE7-3D84-4B5E-9065-D7CB14B9FA4B}" dt="2023-05-04T09:12:22.461" v="116" actId="478"/>
            <ac:spMkLst>
              <pc:docMk/>
              <pc:sldMasterMk cId="0" sldId="2147483648"/>
              <pc:sldLayoutMk cId="3414253750" sldId="2147483706"/>
              <ac:spMk id="5" creationId="{00000000-0000-0000-0000-000000000000}"/>
            </ac:spMkLst>
          </pc:spChg>
          <pc:spChg chg="del">
            <ac:chgData name="Khang Nguyễn Tấn Trần Minh" userId="c3808258-e92d-4bf9-b981-ea938a204001" providerId="ADAL" clId="{5B6F2BE7-3D84-4B5E-9065-D7CB14B9FA4B}" dt="2023-05-04T09:12:22.461" v="116" actId="478"/>
            <ac:spMkLst>
              <pc:docMk/>
              <pc:sldMasterMk cId="0" sldId="2147483648"/>
              <pc:sldLayoutMk cId="3414253750" sldId="2147483706"/>
              <ac:spMk id="6" creationId="{00000000-0000-0000-0000-000000000000}"/>
            </ac:spMkLst>
          </pc:spChg>
        </pc:sldLayoutChg>
        <pc:sldLayoutChg chg="delSp modSp mod">
          <pc:chgData name="Khang Nguyễn Tấn Trần Minh" userId="c3808258-e92d-4bf9-b981-ea938a204001" providerId="ADAL" clId="{5B6F2BE7-3D84-4B5E-9065-D7CB14B9FA4B}" dt="2023-05-04T10:18:14.407" v="402" actId="6014"/>
          <pc:sldLayoutMkLst>
            <pc:docMk/>
            <pc:sldMasterMk cId="0" sldId="2147483648"/>
            <pc:sldLayoutMk cId="2620237141" sldId="2147483707"/>
          </pc:sldLayoutMkLst>
          <pc:spChg chg="mod">
            <ac:chgData name="Khang Nguyễn Tấn Trần Minh" userId="c3808258-e92d-4bf9-b981-ea938a204001" providerId="ADAL" clId="{5B6F2BE7-3D84-4B5E-9065-D7CB14B9FA4B}" dt="2023-05-04T09:02:11.248" v="26" actId="14100"/>
            <ac:spMkLst>
              <pc:docMk/>
              <pc:sldMasterMk cId="0" sldId="2147483648"/>
              <pc:sldLayoutMk cId="2620237141" sldId="2147483707"/>
              <ac:spMk id="3" creationId="{00000000-0000-0000-0000-000000000000}"/>
            </ac:spMkLst>
          </pc:spChg>
          <pc:spChg chg="del">
            <ac:chgData name="Khang Nguyễn Tấn Trần Minh" userId="c3808258-e92d-4bf9-b981-ea938a204001" providerId="ADAL" clId="{5B6F2BE7-3D84-4B5E-9065-D7CB14B9FA4B}" dt="2023-05-04T09:12:46.312" v="119" actId="478"/>
            <ac:spMkLst>
              <pc:docMk/>
              <pc:sldMasterMk cId="0" sldId="2147483648"/>
              <pc:sldLayoutMk cId="2620237141" sldId="2147483707"/>
              <ac:spMk id="4" creationId="{00000000-0000-0000-0000-000000000000}"/>
            </ac:spMkLst>
          </pc:spChg>
          <pc:spChg chg="del">
            <ac:chgData name="Khang Nguyễn Tấn Trần Minh" userId="c3808258-e92d-4bf9-b981-ea938a204001" providerId="ADAL" clId="{5B6F2BE7-3D84-4B5E-9065-D7CB14B9FA4B}" dt="2023-05-04T09:12:46.312" v="119" actId="478"/>
            <ac:spMkLst>
              <pc:docMk/>
              <pc:sldMasterMk cId="0" sldId="2147483648"/>
              <pc:sldLayoutMk cId="2620237141" sldId="2147483707"/>
              <ac:spMk id="5" creationId="{00000000-0000-0000-0000-000000000000}"/>
            </ac:spMkLst>
          </pc:spChg>
          <pc:spChg chg="mod">
            <ac:chgData name="Khang Nguyễn Tấn Trần Minh" userId="c3808258-e92d-4bf9-b981-ea938a204001" providerId="ADAL" clId="{5B6F2BE7-3D84-4B5E-9065-D7CB14B9FA4B}" dt="2023-05-04T09:09:05.364" v="105" actId="255"/>
            <ac:spMkLst>
              <pc:docMk/>
              <pc:sldMasterMk cId="0" sldId="2147483648"/>
              <pc:sldLayoutMk cId="2620237141" sldId="2147483707"/>
              <ac:spMk id="6" creationId="{72215DFE-C786-4C03-A1F8-74645480087D}"/>
            </ac:spMkLst>
          </pc:spChg>
        </pc:sldLayoutChg>
        <pc:sldLayoutChg chg="delSp modSp mod">
          <pc:chgData name="Khang Nguyễn Tấn Trần Minh" userId="c3808258-e92d-4bf9-b981-ea938a204001" providerId="ADAL" clId="{5B6F2BE7-3D84-4B5E-9065-D7CB14B9FA4B}" dt="2023-05-04T10:17:34.714" v="396" actId="6014"/>
          <pc:sldLayoutMkLst>
            <pc:docMk/>
            <pc:sldMasterMk cId="0" sldId="2147483648"/>
            <pc:sldLayoutMk cId="963645740" sldId="2147483708"/>
          </pc:sldLayoutMkLst>
          <pc:spChg chg="mod">
            <ac:chgData name="Khang Nguyễn Tấn Trần Minh" userId="c3808258-e92d-4bf9-b981-ea938a204001" providerId="ADAL" clId="{5B6F2BE7-3D84-4B5E-9065-D7CB14B9FA4B}" dt="2023-05-04T09:04:20.427" v="34" actId="14100"/>
            <ac:spMkLst>
              <pc:docMk/>
              <pc:sldMasterMk cId="0" sldId="2147483648"/>
              <pc:sldLayoutMk cId="963645740" sldId="2147483708"/>
              <ac:spMk id="3" creationId="{00000000-0000-0000-0000-000000000000}"/>
            </ac:spMkLst>
          </pc:spChg>
          <pc:spChg chg="mod">
            <ac:chgData name="Khang Nguyễn Tấn Trần Minh" userId="c3808258-e92d-4bf9-b981-ea938a204001" providerId="ADAL" clId="{5B6F2BE7-3D84-4B5E-9065-D7CB14B9FA4B}" dt="2023-05-04T09:05:05.181" v="73" actId="1076"/>
            <ac:spMkLst>
              <pc:docMk/>
              <pc:sldMasterMk cId="0" sldId="2147483648"/>
              <pc:sldLayoutMk cId="963645740" sldId="2147483708"/>
              <ac:spMk id="4" creationId="{00000000-0000-0000-0000-000000000000}"/>
            </ac:spMkLst>
          </pc:spChg>
          <pc:spChg chg="del">
            <ac:chgData name="Khang Nguyễn Tấn Trần Minh" userId="c3808258-e92d-4bf9-b981-ea938a204001" providerId="ADAL" clId="{5B6F2BE7-3D84-4B5E-9065-D7CB14B9FA4B}" dt="2023-05-04T09:12:26.242" v="117" actId="478"/>
            <ac:spMkLst>
              <pc:docMk/>
              <pc:sldMasterMk cId="0" sldId="2147483648"/>
              <pc:sldLayoutMk cId="963645740" sldId="2147483708"/>
              <ac:spMk id="5" creationId="{00000000-0000-0000-0000-000000000000}"/>
            </ac:spMkLst>
          </pc:spChg>
          <pc:spChg chg="del">
            <ac:chgData name="Khang Nguyễn Tấn Trần Minh" userId="c3808258-e92d-4bf9-b981-ea938a204001" providerId="ADAL" clId="{5B6F2BE7-3D84-4B5E-9065-D7CB14B9FA4B}" dt="2023-05-04T09:12:26.242" v="117" actId="478"/>
            <ac:spMkLst>
              <pc:docMk/>
              <pc:sldMasterMk cId="0" sldId="2147483648"/>
              <pc:sldLayoutMk cId="963645740" sldId="2147483708"/>
              <ac:spMk id="6" creationId="{00000000-0000-0000-0000-000000000000}"/>
            </ac:spMkLst>
          </pc:spChg>
        </pc:sldLayoutChg>
        <pc:sldLayoutChg chg="del">
          <pc:chgData name="Khang Nguyễn Tấn Trần Minh" userId="c3808258-e92d-4bf9-b981-ea938a204001" providerId="ADAL" clId="{5B6F2BE7-3D84-4B5E-9065-D7CB14B9FA4B}" dt="2023-05-04T09:07:52.787" v="100" actId="2696"/>
          <pc:sldLayoutMkLst>
            <pc:docMk/>
            <pc:sldMasterMk cId="0" sldId="2147483648"/>
            <pc:sldLayoutMk cId="2528506823" sldId="2147483709"/>
          </pc:sldLayoutMkLst>
        </pc:sldLayoutChg>
        <pc:sldLayoutChg chg="delSp modSp mod">
          <pc:chgData name="Khang Nguyễn Tấn Trần Minh" userId="c3808258-e92d-4bf9-b981-ea938a204001" providerId="ADAL" clId="{5B6F2BE7-3D84-4B5E-9065-D7CB14B9FA4B}" dt="2023-05-04T10:19:56.793" v="412" actId="6014"/>
          <pc:sldLayoutMkLst>
            <pc:docMk/>
            <pc:sldMasterMk cId="0" sldId="2147483648"/>
            <pc:sldLayoutMk cId="418613066" sldId="2147483710"/>
          </pc:sldLayoutMkLst>
          <pc:spChg chg="mod">
            <ac:chgData name="Khang Nguyễn Tấn Trần Minh" userId="c3808258-e92d-4bf9-b981-ea938a204001" providerId="ADAL" clId="{5B6F2BE7-3D84-4B5E-9065-D7CB14B9FA4B}" dt="2023-05-04T09:07:19.807" v="98" actId="14100"/>
            <ac:spMkLst>
              <pc:docMk/>
              <pc:sldMasterMk cId="0" sldId="2147483648"/>
              <pc:sldLayoutMk cId="418613066" sldId="2147483710"/>
              <ac:spMk id="3" creationId="{00000000-0000-0000-0000-000000000000}"/>
            </ac:spMkLst>
          </pc:spChg>
          <pc:spChg chg="del">
            <ac:chgData name="Khang Nguyễn Tấn Trần Minh" userId="c3808258-e92d-4bf9-b981-ea938a204001" providerId="ADAL" clId="{5B6F2BE7-3D84-4B5E-9065-D7CB14B9FA4B}" dt="2023-05-04T09:12:55.940" v="121" actId="478"/>
            <ac:spMkLst>
              <pc:docMk/>
              <pc:sldMasterMk cId="0" sldId="2147483648"/>
              <pc:sldLayoutMk cId="418613066" sldId="2147483710"/>
              <ac:spMk id="5" creationId="{00000000-0000-0000-0000-000000000000}"/>
            </ac:spMkLst>
          </pc:spChg>
          <pc:spChg chg="del">
            <ac:chgData name="Khang Nguyễn Tấn Trần Minh" userId="c3808258-e92d-4bf9-b981-ea938a204001" providerId="ADAL" clId="{5B6F2BE7-3D84-4B5E-9065-D7CB14B9FA4B}" dt="2023-05-04T09:12:55.940" v="121" actId="478"/>
            <ac:spMkLst>
              <pc:docMk/>
              <pc:sldMasterMk cId="0" sldId="2147483648"/>
              <pc:sldLayoutMk cId="418613066" sldId="2147483710"/>
              <ac:spMk id="6" creationId="{00000000-0000-0000-0000-000000000000}"/>
            </ac:spMkLst>
          </pc:spChg>
          <pc:spChg chg="mod">
            <ac:chgData name="Khang Nguyễn Tấn Trần Minh" userId="c3808258-e92d-4bf9-b981-ea938a204001" providerId="ADAL" clId="{5B6F2BE7-3D84-4B5E-9065-D7CB14B9FA4B}" dt="2023-05-04T09:10:02.427" v="107" actId="255"/>
            <ac:spMkLst>
              <pc:docMk/>
              <pc:sldMasterMk cId="0" sldId="2147483648"/>
              <pc:sldLayoutMk cId="418613066" sldId="2147483710"/>
              <ac:spMk id="8" creationId="{96160E72-CB3B-4B35-B991-A52F0E9D9B5B}"/>
            </ac:spMkLst>
          </pc:spChg>
        </pc:sldLayoutChg>
        <pc:sldLayoutChg chg="addSp delSp modSp mod">
          <pc:chgData name="Khang Nguyễn Tấn Trần Minh" userId="c3808258-e92d-4bf9-b981-ea938a204001" providerId="ADAL" clId="{5B6F2BE7-3D84-4B5E-9065-D7CB14B9FA4B}" dt="2023-05-04T10:20:18.436" v="415" actId="6014"/>
          <pc:sldLayoutMkLst>
            <pc:docMk/>
            <pc:sldMasterMk cId="0" sldId="2147483648"/>
            <pc:sldLayoutMk cId="788554045" sldId="2147483711"/>
          </pc:sldLayoutMkLst>
          <pc:spChg chg="mod">
            <ac:chgData name="Khang Nguyễn Tấn Trần Minh" userId="c3808258-e92d-4bf9-b981-ea938a204001" providerId="ADAL" clId="{5B6F2BE7-3D84-4B5E-9065-D7CB14B9FA4B}" dt="2023-05-04T10:13:46.436" v="385" actId="14100"/>
            <ac:spMkLst>
              <pc:docMk/>
              <pc:sldMasterMk cId="0" sldId="2147483648"/>
              <pc:sldLayoutMk cId="788554045" sldId="2147483711"/>
              <ac:spMk id="3" creationId="{00000000-0000-0000-0000-000000000000}"/>
            </ac:spMkLst>
          </pc:spChg>
          <pc:spChg chg="add mod">
            <ac:chgData name="Khang Nguyễn Tấn Trần Minh" userId="c3808258-e92d-4bf9-b981-ea938a204001" providerId="ADAL" clId="{5B6F2BE7-3D84-4B5E-9065-D7CB14B9FA4B}" dt="2023-05-04T10:13:32.917" v="374"/>
            <ac:spMkLst>
              <pc:docMk/>
              <pc:sldMasterMk cId="0" sldId="2147483648"/>
              <pc:sldLayoutMk cId="788554045" sldId="2147483711"/>
              <ac:spMk id="4" creationId="{D4A4C1F9-81CD-D56F-EC94-62A54EC01336}"/>
            </ac:spMkLst>
          </pc:spChg>
          <pc:spChg chg="del">
            <ac:chgData name="Khang Nguyễn Tấn Trần Minh" userId="c3808258-e92d-4bf9-b981-ea938a204001" providerId="ADAL" clId="{5B6F2BE7-3D84-4B5E-9065-D7CB14B9FA4B}" dt="2023-05-04T09:13:00.902" v="122" actId="478"/>
            <ac:spMkLst>
              <pc:docMk/>
              <pc:sldMasterMk cId="0" sldId="2147483648"/>
              <pc:sldLayoutMk cId="788554045" sldId="2147483711"/>
              <ac:spMk id="5" creationId="{00000000-0000-0000-0000-000000000000}"/>
            </ac:spMkLst>
          </pc:spChg>
          <pc:spChg chg="del">
            <ac:chgData name="Khang Nguyễn Tấn Trần Minh" userId="c3808258-e92d-4bf9-b981-ea938a204001" providerId="ADAL" clId="{5B6F2BE7-3D84-4B5E-9065-D7CB14B9FA4B}" dt="2023-05-04T09:13:00.902" v="122" actId="478"/>
            <ac:spMkLst>
              <pc:docMk/>
              <pc:sldMasterMk cId="0" sldId="2147483648"/>
              <pc:sldLayoutMk cId="788554045" sldId="2147483711"/>
              <ac:spMk id="6" creationId="{00000000-0000-0000-0000-000000000000}"/>
            </ac:spMkLst>
          </pc:spChg>
          <pc:spChg chg="mod">
            <ac:chgData name="Khang Nguyễn Tấn Trần Minh" userId="c3808258-e92d-4bf9-b981-ea938a204001" providerId="ADAL" clId="{5B6F2BE7-3D84-4B5E-9065-D7CB14B9FA4B}" dt="2023-05-04T10:13:42.680" v="384" actId="1036"/>
            <ac:spMkLst>
              <pc:docMk/>
              <pc:sldMasterMk cId="0" sldId="2147483648"/>
              <pc:sldLayoutMk cId="788554045" sldId="2147483711"/>
              <ac:spMk id="8" creationId="{96160E72-CB3B-4B35-B991-A52F0E9D9B5B}"/>
            </ac:spMkLst>
          </pc:spChg>
        </pc:sldLayoutChg>
        <pc:sldLayoutChg chg="mod">
          <pc:chgData name="Khang Nguyễn Tấn Trần Minh" userId="c3808258-e92d-4bf9-b981-ea938a204001" providerId="ADAL" clId="{5B6F2BE7-3D84-4B5E-9065-D7CB14B9FA4B}" dt="2023-05-04T10:18:31.951" v="404" actId="6014"/>
          <pc:sldLayoutMkLst>
            <pc:docMk/>
            <pc:sldMasterMk cId="0" sldId="2147483648"/>
            <pc:sldLayoutMk cId="3901276885" sldId="2147483712"/>
          </pc:sldLayoutMkLst>
        </pc:sldLayoutChg>
        <pc:sldLayoutChg chg="modSp mod">
          <pc:chgData name="Khang Nguyễn Tấn Trần Minh" userId="c3808258-e92d-4bf9-b981-ea938a204001" providerId="ADAL" clId="{5B6F2BE7-3D84-4B5E-9065-D7CB14B9FA4B}" dt="2023-05-04T10:18:43.032" v="406" actId="6014"/>
          <pc:sldLayoutMkLst>
            <pc:docMk/>
            <pc:sldMasterMk cId="0" sldId="2147483648"/>
            <pc:sldLayoutMk cId="1285875025" sldId="2147483713"/>
          </pc:sldLayoutMkLst>
          <pc:spChg chg="mod">
            <ac:chgData name="Khang Nguyễn Tấn Trần Minh" userId="c3808258-e92d-4bf9-b981-ea938a204001" providerId="ADAL" clId="{5B6F2BE7-3D84-4B5E-9065-D7CB14B9FA4B}" dt="2023-05-04T09:22:29.071" v="184" actId="14100"/>
            <ac:spMkLst>
              <pc:docMk/>
              <pc:sldMasterMk cId="0" sldId="2147483648"/>
              <pc:sldLayoutMk cId="1285875025" sldId="2147483713"/>
              <ac:spMk id="3" creationId="{00000000-0000-0000-0000-000000000000}"/>
            </ac:spMkLst>
          </pc:spChg>
        </pc:sldLayoutChg>
        <pc:sldLayoutChg chg="modSp del">
          <pc:chgData name="Khang Nguyễn Tấn Trần Minh" userId="c3808258-e92d-4bf9-b981-ea938a204001" providerId="ADAL" clId="{5B6F2BE7-3D84-4B5E-9065-D7CB14B9FA4B}" dt="2023-05-04T09:50:44.848" v="331" actId="2696"/>
          <pc:sldLayoutMkLst>
            <pc:docMk/>
            <pc:sldMasterMk cId="0" sldId="2147483648"/>
            <pc:sldLayoutMk cId="3958690635" sldId="2147483714"/>
          </pc:sldLayoutMkLst>
          <pc:spChg chg="mod">
            <ac:chgData name="Khang Nguyễn Tấn Trần Minh" userId="c3808258-e92d-4bf9-b981-ea938a204001" providerId="ADAL" clId="{5B6F2BE7-3D84-4B5E-9065-D7CB14B9FA4B}" dt="2023-05-04T09:22:35.848" v="185" actId="14100"/>
            <ac:spMkLst>
              <pc:docMk/>
              <pc:sldMasterMk cId="0" sldId="2147483648"/>
              <pc:sldLayoutMk cId="3958690635" sldId="2147483714"/>
              <ac:spMk id="3" creationId="{00000000-0000-0000-0000-000000000000}"/>
            </ac:spMkLst>
          </pc:spChg>
        </pc:sldLayoutChg>
        <pc:sldLayoutChg chg="modSp mod">
          <pc:chgData name="Khang Nguyễn Tấn Trần Minh" userId="c3808258-e92d-4bf9-b981-ea938a204001" providerId="ADAL" clId="{5B6F2BE7-3D84-4B5E-9065-D7CB14B9FA4B}" dt="2023-05-04T10:19:06.187" v="408" actId="6014"/>
          <pc:sldLayoutMkLst>
            <pc:docMk/>
            <pc:sldMasterMk cId="0" sldId="2147483648"/>
            <pc:sldLayoutMk cId="2016639908" sldId="2147483715"/>
          </pc:sldLayoutMkLst>
          <pc:spChg chg="mod">
            <ac:chgData name="Khang Nguyễn Tấn Trần Minh" userId="c3808258-e92d-4bf9-b981-ea938a204001" providerId="ADAL" clId="{5B6F2BE7-3D84-4B5E-9065-D7CB14B9FA4B}" dt="2023-05-04T10:12:06.651" v="359" actId="14100"/>
            <ac:spMkLst>
              <pc:docMk/>
              <pc:sldMasterMk cId="0" sldId="2147483648"/>
              <pc:sldLayoutMk cId="2016639908" sldId="2147483715"/>
              <ac:spMk id="3" creationId="{00000000-0000-0000-0000-000000000000}"/>
            </ac:spMkLst>
          </pc:spChg>
        </pc:sldLayoutChg>
        <pc:sldLayoutChg chg="modSp mod">
          <pc:chgData name="Khang Nguyễn Tấn Trần Minh" userId="c3808258-e92d-4bf9-b981-ea938a204001" providerId="ADAL" clId="{5B6F2BE7-3D84-4B5E-9065-D7CB14B9FA4B}" dt="2023-05-04T10:16:40.744" v="391" actId="6014"/>
          <pc:sldLayoutMkLst>
            <pc:docMk/>
            <pc:sldMasterMk cId="0" sldId="2147483648"/>
            <pc:sldLayoutMk cId="1674919865" sldId="2147483717"/>
          </pc:sldLayoutMkLst>
          <pc:spChg chg="mod">
            <ac:chgData name="Khang Nguyễn Tấn Trần Minh" userId="c3808258-e92d-4bf9-b981-ea938a204001" providerId="ADAL" clId="{5B6F2BE7-3D84-4B5E-9065-D7CB14B9FA4B}" dt="2023-05-04T09:21:59.207" v="182" actId="14100"/>
            <ac:spMkLst>
              <pc:docMk/>
              <pc:sldMasterMk cId="0" sldId="2147483648"/>
              <pc:sldLayoutMk cId="1674919865" sldId="2147483717"/>
              <ac:spMk id="3" creationId="{ABE249C8-BF7A-4990-B3B9-274312BE8A3E}"/>
            </ac:spMkLst>
          </pc:spChg>
        </pc:sldLayoutChg>
        <pc:sldLayoutChg chg="mod">
          <pc:chgData name="Khang Nguyễn Tấn Trần Minh" userId="c3808258-e92d-4bf9-b981-ea938a204001" providerId="ADAL" clId="{5B6F2BE7-3D84-4B5E-9065-D7CB14B9FA4B}" dt="2023-05-04T10:20:57.359" v="418" actId="6014"/>
          <pc:sldLayoutMkLst>
            <pc:docMk/>
            <pc:sldMasterMk cId="0" sldId="2147483648"/>
            <pc:sldLayoutMk cId="3906246569" sldId="2147483718"/>
          </pc:sldLayoutMkLst>
        </pc:sldLayoutChg>
        <pc:sldLayoutChg chg="addSp modSp mod">
          <pc:chgData name="Khang Nguyễn Tấn Trần Minh" userId="c3808258-e92d-4bf9-b981-ea938a204001" providerId="ADAL" clId="{5B6F2BE7-3D84-4B5E-9065-D7CB14B9FA4B}" dt="2023-05-04T10:21:36.470" v="423" actId="6014"/>
          <pc:sldLayoutMkLst>
            <pc:docMk/>
            <pc:sldMasterMk cId="0" sldId="2147483648"/>
            <pc:sldLayoutMk cId="3613338590" sldId="2147483719"/>
          </pc:sldLayoutMkLst>
          <pc:spChg chg="mod">
            <ac:chgData name="Khang Nguyễn Tấn Trần Minh" userId="c3808258-e92d-4bf9-b981-ea938a204001" providerId="ADAL" clId="{5B6F2BE7-3D84-4B5E-9065-D7CB14B9FA4B}" dt="2023-05-04T09:24:55.778" v="191" actId="14100"/>
            <ac:spMkLst>
              <pc:docMk/>
              <pc:sldMasterMk cId="0" sldId="2147483648"/>
              <pc:sldLayoutMk cId="3613338590" sldId="2147483719"/>
              <ac:spMk id="3" creationId="{00000000-0000-0000-0000-000000000000}"/>
            </ac:spMkLst>
          </pc:spChg>
          <pc:spChg chg="add mod">
            <ac:chgData name="Khang Nguyễn Tấn Trần Minh" userId="c3808258-e92d-4bf9-b981-ea938a204001" providerId="ADAL" clId="{5B6F2BE7-3D84-4B5E-9065-D7CB14B9FA4B}" dt="2023-05-04T09:24:38.185" v="189"/>
            <ac:spMkLst>
              <pc:docMk/>
              <pc:sldMasterMk cId="0" sldId="2147483648"/>
              <pc:sldLayoutMk cId="3613338590" sldId="2147483719"/>
              <ac:spMk id="4" creationId="{166FD81B-D664-FF76-F971-91B15C5A35D7}"/>
            </ac:spMkLst>
          </pc:spChg>
          <pc:spChg chg="mod">
            <ac:chgData name="Khang Nguyễn Tấn Trần Minh" userId="c3808258-e92d-4bf9-b981-ea938a204001" providerId="ADAL" clId="{5B6F2BE7-3D84-4B5E-9065-D7CB14B9FA4B}" dt="2023-05-04T09:24:55.778" v="191" actId="14100"/>
            <ac:spMkLst>
              <pc:docMk/>
              <pc:sldMasterMk cId="0" sldId="2147483648"/>
              <pc:sldLayoutMk cId="3613338590" sldId="2147483719"/>
              <ac:spMk id="7" creationId="{1E586163-080C-4D92-9FF5-83B9A124C31B}"/>
            </ac:spMkLst>
          </pc:spChg>
          <pc:spChg chg="mod">
            <ac:chgData name="Khang Nguyễn Tấn Trần Minh" userId="c3808258-e92d-4bf9-b981-ea938a204001" providerId="ADAL" clId="{5B6F2BE7-3D84-4B5E-9065-D7CB14B9FA4B}" dt="2023-05-04T09:24:55.778" v="191" actId="14100"/>
            <ac:spMkLst>
              <pc:docMk/>
              <pc:sldMasterMk cId="0" sldId="2147483648"/>
              <pc:sldLayoutMk cId="3613338590" sldId="2147483719"/>
              <ac:spMk id="8" creationId="{60879BDB-29CC-404E-9DCA-E89C7B9070DD}"/>
            </ac:spMkLst>
          </pc:spChg>
          <pc:spChg chg="mod">
            <ac:chgData name="Khang Nguyễn Tấn Trần Minh" userId="c3808258-e92d-4bf9-b981-ea938a204001" providerId="ADAL" clId="{5B6F2BE7-3D84-4B5E-9065-D7CB14B9FA4B}" dt="2023-05-04T09:24:55.778" v="191" actId="14100"/>
            <ac:spMkLst>
              <pc:docMk/>
              <pc:sldMasterMk cId="0" sldId="2147483648"/>
              <pc:sldLayoutMk cId="3613338590" sldId="2147483719"/>
              <ac:spMk id="9" creationId="{2494B703-5983-4A4F-B197-D2C64EAA9F6A}"/>
            </ac:spMkLst>
          </pc:spChg>
        </pc:sldLayoutChg>
        <pc:sldLayoutChg chg="modSp mod">
          <pc:chgData name="Khang Nguyễn Tấn Trần Minh" userId="c3808258-e92d-4bf9-b981-ea938a204001" providerId="ADAL" clId="{5B6F2BE7-3D84-4B5E-9065-D7CB14B9FA4B}" dt="2023-05-04T09:30:53.117" v="240" actId="20577"/>
          <pc:sldLayoutMkLst>
            <pc:docMk/>
            <pc:sldMasterMk cId="0" sldId="2147483648"/>
            <pc:sldLayoutMk cId="2394464083" sldId="2147483720"/>
          </pc:sldLayoutMkLst>
          <pc:spChg chg="mod">
            <ac:chgData name="Khang Nguyễn Tấn Trần Minh" userId="c3808258-e92d-4bf9-b981-ea938a204001" providerId="ADAL" clId="{5B6F2BE7-3D84-4B5E-9065-D7CB14B9FA4B}" dt="2023-05-04T09:30:53.117" v="240" actId="20577"/>
            <ac:spMkLst>
              <pc:docMk/>
              <pc:sldMasterMk cId="0" sldId="2147483648"/>
              <pc:sldLayoutMk cId="2394464083" sldId="2147483720"/>
              <ac:spMk id="2" creationId="{00000000-0000-0000-0000-000000000000}"/>
            </ac:spMkLst>
          </pc:spChg>
        </pc:sldLayoutChg>
        <pc:sldLayoutChg chg="delSp modSp mod">
          <pc:chgData name="Khang Nguyễn Tấn Trần Minh" userId="c3808258-e92d-4bf9-b981-ea938a204001" providerId="ADAL" clId="{5B6F2BE7-3D84-4B5E-9065-D7CB14B9FA4B}" dt="2023-05-04T09:45:20.043" v="328" actId="6014"/>
          <pc:sldLayoutMkLst>
            <pc:docMk/>
            <pc:sldMasterMk cId="0" sldId="2147483648"/>
            <pc:sldLayoutMk cId="2009819241" sldId="2147483721"/>
          </pc:sldLayoutMkLst>
          <pc:spChg chg="del mod">
            <ac:chgData name="Khang Nguyễn Tấn Trần Minh" userId="c3808258-e92d-4bf9-b981-ea938a204001" providerId="ADAL" clId="{5B6F2BE7-3D84-4B5E-9065-D7CB14B9FA4B}" dt="2023-05-04T09:37:13.249" v="273" actId="478"/>
            <ac:spMkLst>
              <pc:docMk/>
              <pc:sldMasterMk cId="0" sldId="2147483648"/>
              <pc:sldLayoutMk cId="2009819241" sldId="2147483721"/>
              <ac:spMk id="7" creationId="{9C027E77-6012-42D7-99B0-1D322EEAFE5D}"/>
            </ac:spMkLst>
          </pc:spChg>
          <pc:spChg chg="mod">
            <ac:chgData name="Khang Nguyễn Tấn Trần Minh" userId="c3808258-e92d-4bf9-b981-ea938a204001" providerId="ADAL" clId="{5B6F2BE7-3D84-4B5E-9065-D7CB14B9FA4B}" dt="2023-05-04T09:38:19.317" v="287" actId="6549"/>
            <ac:spMkLst>
              <pc:docMk/>
              <pc:sldMasterMk cId="0" sldId="2147483648"/>
              <pc:sldLayoutMk cId="2009819241" sldId="2147483721"/>
              <ac:spMk id="8" creationId="{F597A347-30EE-4B72-93DA-C4CBE7049AF0}"/>
            </ac:spMkLst>
          </pc:spChg>
          <pc:spChg chg="mod">
            <ac:chgData name="Khang Nguyễn Tấn Trần Minh" userId="c3808258-e92d-4bf9-b981-ea938a204001" providerId="ADAL" clId="{5B6F2BE7-3D84-4B5E-9065-D7CB14B9FA4B}" dt="2023-05-04T09:38:22.364" v="288" actId="6549"/>
            <ac:spMkLst>
              <pc:docMk/>
              <pc:sldMasterMk cId="0" sldId="2147483648"/>
              <pc:sldLayoutMk cId="2009819241" sldId="2147483721"/>
              <ac:spMk id="9" creationId="{CCF626F4-8319-BB9A-3962-FB52D8DEB450}"/>
            </ac:spMkLst>
          </pc:spChg>
        </pc:sldLayoutChg>
        <pc:sldLayoutChg chg="modSp mod ord">
          <pc:chgData name="Khang Nguyễn Tấn Trần Minh" userId="c3808258-e92d-4bf9-b981-ea938a204001" providerId="ADAL" clId="{5B6F2BE7-3D84-4B5E-9065-D7CB14B9FA4B}" dt="2023-05-04T09:45:06.127" v="327" actId="6014"/>
          <pc:sldLayoutMkLst>
            <pc:docMk/>
            <pc:sldMasterMk cId="0" sldId="2147483648"/>
            <pc:sldLayoutMk cId="2030370261" sldId="2147483722"/>
          </pc:sldLayoutMkLst>
          <pc:spChg chg="mod">
            <ac:chgData name="Khang Nguyễn Tấn Trần Minh" userId="c3808258-e92d-4bf9-b981-ea938a204001" providerId="ADAL" clId="{5B6F2BE7-3D84-4B5E-9065-D7CB14B9FA4B}" dt="2023-05-04T09:39:57.428" v="322"/>
            <ac:spMkLst>
              <pc:docMk/>
              <pc:sldMasterMk cId="0" sldId="2147483648"/>
              <pc:sldLayoutMk cId="2030370261" sldId="2147483722"/>
              <ac:spMk id="3" creationId="{00000000-0000-0000-0000-000000000000}"/>
            </ac:spMkLst>
          </pc:spChg>
        </pc:sldLayoutChg>
        <pc:sldLayoutChg chg="mod">
          <pc:chgData name="Khang Nguyễn Tấn Trần Minh" userId="c3808258-e92d-4bf9-b981-ea938a204001" providerId="ADAL" clId="{5B6F2BE7-3D84-4B5E-9065-D7CB14B9FA4B}" dt="2023-05-04T09:45:38.183" v="329" actId="6014"/>
          <pc:sldLayoutMkLst>
            <pc:docMk/>
            <pc:sldMasterMk cId="0" sldId="2147483648"/>
            <pc:sldLayoutMk cId="999954831" sldId="2147483723"/>
          </pc:sldLayoutMkLst>
        </pc:sldLayoutChg>
        <pc:sldLayoutChg chg="addSp modSp mod">
          <pc:chgData name="Khang Nguyễn Tấn Trần Minh" userId="c3808258-e92d-4bf9-b981-ea938a204001" providerId="ADAL" clId="{5B6F2BE7-3D84-4B5E-9065-D7CB14B9FA4B}" dt="2023-05-04T10:16:06.564" v="389" actId="6014"/>
          <pc:sldLayoutMkLst>
            <pc:docMk/>
            <pc:sldMasterMk cId="0" sldId="2147483648"/>
            <pc:sldLayoutMk cId="1304103253" sldId="2147483724"/>
          </pc:sldLayoutMkLst>
          <pc:spChg chg="mod">
            <ac:chgData name="Khang Nguyễn Tấn Trần Minh" userId="c3808258-e92d-4bf9-b981-ea938a204001" providerId="ADAL" clId="{5B6F2BE7-3D84-4B5E-9065-D7CB14B9FA4B}" dt="2023-05-04T10:07:57.709" v="338" actId="14100"/>
            <ac:spMkLst>
              <pc:docMk/>
              <pc:sldMasterMk cId="0" sldId="2147483648"/>
              <pc:sldLayoutMk cId="1304103253" sldId="2147483724"/>
              <ac:spMk id="3" creationId="{00000000-0000-0000-0000-000000000000}"/>
            </ac:spMkLst>
          </pc:spChg>
          <pc:spChg chg="add mod">
            <ac:chgData name="Khang Nguyễn Tấn Trần Minh" userId="c3808258-e92d-4bf9-b981-ea938a204001" providerId="ADAL" clId="{5B6F2BE7-3D84-4B5E-9065-D7CB14B9FA4B}" dt="2023-05-04T10:07:52.843" v="337"/>
            <ac:spMkLst>
              <pc:docMk/>
              <pc:sldMasterMk cId="0" sldId="2147483648"/>
              <pc:sldLayoutMk cId="1304103253" sldId="2147483724"/>
              <ac:spMk id="4" creationId="{5204C06E-4BFD-7AE1-C5B0-925E1CA3A006}"/>
            </ac:spMkLst>
          </pc:spChg>
        </pc:sldLayoutChg>
        <pc:sldLayoutChg chg="addSp modSp mod">
          <pc:chgData name="Khang Nguyễn Tấn Trần Minh" userId="c3808258-e92d-4bf9-b981-ea938a204001" providerId="ADAL" clId="{5B6F2BE7-3D84-4B5E-9065-D7CB14B9FA4B}" dt="2023-05-04T10:15:53.318" v="387" actId="6014"/>
          <pc:sldLayoutMkLst>
            <pc:docMk/>
            <pc:sldMasterMk cId="0" sldId="2147483648"/>
            <pc:sldLayoutMk cId="1854227740" sldId="2147483725"/>
          </pc:sldLayoutMkLst>
          <pc:spChg chg="mod">
            <ac:chgData name="Khang Nguyễn Tấn Trần Minh" userId="c3808258-e92d-4bf9-b981-ea938a204001" providerId="ADAL" clId="{5B6F2BE7-3D84-4B5E-9065-D7CB14B9FA4B}" dt="2023-05-04T10:08:08.197" v="340" actId="14100"/>
            <ac:spMkLst>
              <pc:docMk/>
              <pc:sldMasterMk cId="0" sldId="2147483648"/>
              <pc:sldLayoutMk cId="1854227740" sldId="2147483725"/>
              <ac:spMk id="3" creationId="{00000000-0000-0000-0000-000000000000}"/>
            </ac:spMkLst>
          </pc:spChg>
          <pc:spChg chg="add mod">
            <ac:chgData name="Khang Nguyễn Tấn Trần Minh" userId="c3808258-e92d-4bf9-b981-ea938a204001" providerId="ADAL" clId="{5B6F2BE7-3D84-4B5E-9065-D7CB14B9FA4B}" dt="2023-05-04T10:08:03.554" v="339"/>
            <ac:spMkLst>
              <pc:docMk/>
              <pc:sldMasterMk cId="0" sldId="2147483648"/>
              <pc:sldLayoutMk cId="1854227740" sldId="2147483725"/>
              <ac:spMk id="4" creationId="{EC143EFF-2D7C-66B4-AFBA-F0B1D61C26BE}"/>
            </ac:spMkLst>
          </pc:spChg>
        </pc:sldLayoutChg>
        <pc:sldLayoutChg chg="addSp modSp mod">
          <pc:chgData name="Khang Nguyễn Tấn Trần Minh" userId="c3808258-e92d-4bf9-b981-ea938a204001" providerId="ADAL" clId="{5B6F2BE7-3D84-4B5E-9065-D7CB14B9FA4B}" dt="2023-05-04T10:16:35.852" v="390" actId="6014"/>
          <pc:sldLayoutMkLst>
            <pc:docMk/>
            <pc:sldMasterMk cId="0" sldId="2147483648"/>
            <pc:sldLayoutMk cId="3846093007" sldId="2147483726"/>
          </pc:sldLayoutMkLst>
          <pc:spChg chg="add mod">
            <ac:chgData name="Khang Nguyễn Tấn Trần Minh" userId="c3808258-e92d-4bf9-b981-ea938a204001" providerId="ADAL" clId="{5B6F2BE7-3D84-4B5E-9065-D7CB14B9FA4B}" dt="2023-05-04T10:08:20.782" v="341"/>
            <ac:spMkLst>
              <pc:docMk/>
              <pc:sldMasterMk cId="0" sldId="2147483648"/>
              <pc:sldLayoutMk cId="3846093007" sldId="2147483726"/>
              <ac:spMk id="2" creationId="{6A22855E-2136-B0AC-54BE-3BB2AF005D9A}"/>
            </ac:spMkLst>
          </pc:spChg>
          <pc:spChg chg="mod">
            <ac:chgData name="Khang Nguyễn Tấn Trần Minh" userId="c3808258-e92d-4bf9-b981-ea938a204001" providerId="ADAL" clId="{5B6F2BE7-3D84-4B5E-9065-D7CB14B9FA4B}" dt="2023-05-04T10:08:25.694" v="342" actId="14100"/>
            <ac:spMkLst>
              <pc:docMk/>
              <pc:sldMasterMk cId="0" sldId="2147483648"/>
              <pc:sldLayoutMk cId="3846093007" sldId="2147483726"/>
              <ac:spMk id="3" creationId="{ABE249C8-BF7A-4990-B3B9-274312BE8A3E}"/>
            </ac:spMkLst>
          </pc:spChg>
        </pc:sldLayoutChg>
        <pc:sldLayoutChg chg="addSp modSp mod">
          <pc:chgData name="Khang Nguyễn Tấn Trần Minh" userId="c3808258-e92d-4bf9-b981-ea938a204001" providerId="ADAL" clId="{5B6F2BE7-3D84-4B5E-9065-D7CB14B9FA4B}" dt="2023-05-04T10:17:13.026" v="393" actId="6014"/>
          <pc:sldLayoutMkLst>
            <pc:docMk/>
            <pc:sldMasterMk cId="0" sldId="2147483648"/>
            <pc:sldLayoutMk cId="2359938909" sldId="2147483727"/>
          </pc:sldLayoutMkLst>
          <pc:spChg chg="mod">
            <ac:chgData name="Khang Nguyễn Tấn Trần Minh" userId="c3808258-e92d-4bf9-b981-ea938a204001" providerId="ADAL" clId="{5B6F2BE7-3D84-4B5E-9065-D7CB14B9FA4B}" dt="2023-05-04T10:09:05.920" v="344" actId="14100"/>
            <ac:spMkLst>
              <pc:docMk/>
              <pc:sldMasterMk cId="0" sldId="2147483648"/>
              <pc:sldLayoutMk cId="2359938909" sldId="2147483727"/>
              <ac:spMk id="3" creationId="{00000000-0000-0000-0000-000000000000}"/>
            </ac:spMkLst>
          </pc:spChg>
          <pc:spChg chg="mod">
            <ac:chgData name="Khang Nguyễn Tấn Trần Minh" userId="c3808258-e92d-4bf9-b981-ea938a204001" providerId="ADAL" clId="{5B6F2BE7-3D84-4B5E-9065-D7CB14B9FA4B}" dt="2023-05-04T10:09:05.920" v="344" actId="14100"/>
            <ac:spMkLst>
              <pc:docMk/>
              <pc:sldMasterMk cId="0" sldId="2147483648"/>
              <pc:sldLayoutMk cId="2359938909" sldId="2147483727"/>
              <ac:spMk id="4" creationId="{00000000-0000-0000-0000-000000000000}"/>
            </ac:spMkLst>
          </pc:spChg>
          <pc:spChg chg="add mod">
            <ac:chgData name="Khang Nguyễn Tấn Trần Minh" userId="c3808258-e92d-4bf9-b981-ea938a204001" providerId="ADAL" clId="{5B6F2BE7-3D84-4B5E-9065-D7CB14B9FA4B}" dt="2023-05-04T10:08:59.100" v="343"/>
            <ac:spMkLst>
              <pc:docMk/>
              <pc:sldMasterMk cId="0" sldId="2147483648"/>
              <pc:sldLayoutMk cId="2359938909" sldId="2147483727"/>
              <ac:spMk id="5" creationId="{B16425CE-E883-3624-A5E7-4BF4CB536FFC}"/>
            </ac:spMkLst>
          </pc:spChg>
        </pc:sldLayoutChg>
        <pc:sldLayoutChg chg="addSp modSp add del mod">
          <pc:chgData name="Khang Nguyễn Tấn Trần Minh" userId="c3808258-e92d-4bf9-b981-ea938a204001" providerId="ADAL" clId="{5B6F2BE7-3D84-4B5E-9065-D7CB14B9FA4B}" dt="2023-05-04T10:17:39.046" v="398" actId="2696"/>
          <pc:sldLayoutMkLst>
            <pc:docMk/>
            <pc:sldMasterMk cId="0" sldId="2147483648"/>
            <pc:sldLayoutMk cId="989622958" sldId="2147483728"/>
          </pc:sldLayoutMkLst>
          <pc:spChg chg="mod">
            <ac:chgData name="Khang Nguyễn Tấn Trần Minh" userId="c3808258-e92d-4bf9-b981-ea938a204001" providerId="ADAL" clId="{5B6F2BE7-3D84-4B5E-9065-D7CB14B9FA4B}" dt="2023-05-04T10:09:24.771" v="346" actId="14100"/>
            <ac:spMkLst>
              <pc:docMk/>
              <pc:sldMasterMk cId="0" sldId="2147483648"/>
              <pc:sldLayoutMk cId="989622958" sldId="2147483728"/>
              <ac:spMk id="3" creationId="{00000000-0000-0000-0000-000000000000}"/>
            </ac:spMkLst>
          </pc:spChg>
          <pc:spChg chg="mod">
            <ac:chgData name="Khang Nguyễn Tấn Trần Minh" userId="c3808258-e92d-4bf9-b981-ea938a204001" providerId="ADAL" clId="{5B6F2BE7-3D84-4B5E-9065-D7CB14B9FA4B}" dt="2023-05-04T10:09:24.771" v="346" actId="14100"/>
            <ac:spMkLst>
              <pc:docMk/>
              <pc:sldMasterMk cId="0" sldId="2147483648"/>
              <pc:sldLayoutMk cId="989622958" sldId="2147483728"/>
              <ac:spMk id="4" creationId="{00000000-0000-0000-0000-000000000000}"/>
            </ac:spMkLst>
          </pc:spChg>
          <pc:spChg chg="add mod">
            <ac:chgData name="Khang Nguyễn Tấn Trần Minh" userId="c3808258-e92d-4bf9-b981-ea938a204001" providerId="ADAL" clId="{5B6F2BE7-3D84-4B5E-9065-D7CB14B9FA4B}" dt="2023-05-04T10:09:16.406" v="345"/>
            <ac:spMkLst>
              <pc:docMk/>
              <pc:sldMasterMk cId="0" sldId="2147483648"/>
              <pc:sldLayoutMk cId="989622958" sldId="2147483728"/>
              <ac:spMk id="5" creationId="{028212B4-9DFE-2A94-C8E6-5E7E3C27E079}"/>
            </ac:spMkLst>
          </pc:spChg>
        </pc:sldLayoutChg>
        <pc:sldLayoutChg chg="addSp modSp mod">
          <pc:chgData name="Khang Nguyễn Tấn Trần Minh" userId="c3808258-e92d-4bf9-b981-ea938a204001" providerId="ADAL" clId="{5B6F2BE7-3D84-4B5E-9065-D7CB14B9FA4B}" dt="2023-05-04T10:17:56.247" v="399" actId="6014"/>
          <pc:sldLayoutMkLst>
            <pc:docMk/>
            <pc:sldMasterMk cId="0" sldId="2147483648"/>
            <pc:sldLayoutMk cId="1373676361" sldId="2147483729"/>
          </pc:sldLayoutMkLst>
          <pc:spChg chg="mod">
            <ac:chgData name="Khang Nguyễn Tấn Trần Minh" userId="c3808258-e92d-4bf9-b981-ea938a204001" providerId="ADAL" clId="{5B6F2BE7-3D84-4B5E-9065-D7CB14B9FA4B}" dt="2023-05-04T10:09:35.463" v="348" actId="14100"/>
            <ac:spMkLst>
              <pc:docMk/>
              <pc:sldMasterMk cId="0" sldId="2147483648"/>
              <pc:sldLayoutMk cId="1373676361" sldId="2147483729"/>
              <ac:spMk id="3" creationId="{00000000-0000-0000-0000-000000000000}"/>
            </ac:spMkLst>
          </pc:spChg>
          <pc:spChg chg="mod">
            <ac:chgData name="Khang Nguyễn Tấn Trần Minh" userId="c3808258-e92d-4bf9-b981-ea938a204001" providerId="ADAL" clId="{5B6F2BE7-3D84-4B5E-9065-D7CB14B9FA4B}" dt="2023-05-04T10:09:35.463" v="348" actId="14100"/>
            <ac:spMkLst>
              <pc:docMk/>
              <pc:sldMasterMk cId="0" sldId="2147483648"/>
              <pc:sldLayoutMk cId="1373676361" sldId="2147483729"/>
              <ac:spMk id="4" creationId="{00000000-0000-0000-0000-000000000000}"/>
            </ac:spMkLst>
          </pc:spChg>
          <pc:spChg chg="add mod">
            <ac:chgData name="Khang Nguyễn Tấn Trần Minh" userId="c3808258-e92d-4bf9-b981-ea938a204001" providerId="ADAL" clId="{5B6F2BE7-3D84-4B5E-9065-D7CB14B9FA4B}" dt="2023-05-04T10:09:29.211" v="347"/>
            <ac:spMkLst>
              <pc:docMk/>
              <pc:sldMasterMk cId="0" sldId="2147483648"/>
              <pc:sldLayoutMk cId="1373676361" sldId="2147483729"/>
              <ac:spMk id="5" creationId="{797E723B-E223-C420-ED51-5B5A20516705}"/>
            </ac:spMkLst>
          </pc:spChg>
        </pc:sldLayoutChg>
        <pc:sldLayoutChg chg="addSp modSp mod">
          <pc:chgData name="Khang Nguyễn Tấn Trần Minh" userId="c3808258-e92d-4bf9-b981-ea938a204001" providerId="ADAL" clId="{5B6F2BE7-3D84-4B5E-9065-D7CB14B9FA4B}" dt="2023-05-04T10:18:08.196" v="401" actId="6014"/>
          <pc:sldLayoutMkLst>
            <pc:docMk/>
            <pc:sldMasterMk cId="0" sldId="2147483648"/>
            <pc:sldLayoutMk cId="516248891" sldId="2147483730"/>
          </pc:sldLayoutMkLst>
          <pc:spChg chg="mod">
            <ac:chgData name="Khang Nguyễn Tấn Trần Minh" userId="c3808258-e92d-4bf9-b981-ea938a204001" providerId="ADAL" clId="{5B6F2BE7-3D84-4B5E-9065-D7CB14B9FA4B}" dt="2023-05-04T10:09:46.170" v="350" actId="14100"/>
            <ac:spMkLst>
              <pc:docMk/>
              <pc:sldMasterMk cId="0" sldId="2147483648"/>
              <pc:sldLayoutMk cId="516248891" sldId="2147483730"/>
              <ac:spMk id="3" creationId="{00000000-0000-0000-0000-000000000000}"/>
            </ac:spMkLst>
          </pc:spChg>
          <pc:spChg chg="add mod">
            <ac:chgData name="Khang Nguyễn Tấn Trần Minh" userId="c3808258-e92d-4bf9-b981-ea938a204001" providerId="ADAL" clId="{5B6F2BE7-3D84-4B5E-9065-D7CB14B9FA4B}" dt="2023-05-04T10:09:40.148" v="349"/>
            <ac:spMkLst>
              <pc:docMk/>
              <pc:sldMasterMk cId="0" sldId="2147483648"/>
              <pc:sldLayoutMk cId="516248891" sldId="2147483730"/>
              <ac:spMk id="4" creationId="{BCC583C3-4424-7F8E-3E7B-CA6ADF0427B0}"/>
            </ac:spMkLst>
          </pc:spChg>
          <pc:spChg chg="mod">
            <ac:chgData name="Khang Nguyễn Tấn Trần Minh" userId="c3808258-e92d-4bf9-b981-ea938a204001" providerId="ADAL" clId="{5B6F2BE7-3D84-4B5E-9065-D7CB14B9FA4B}" dt="2023-05-04T10:09:46.170" v="350" actId="14100"/>
            <ac:spMkLst>
              <pc:docMk/>
              <pc:sldMasterMk cId="0" sldId="2147483648"/>
              <pc:sldLayoutMk cId="516248891" sldId="2147483730"/>
              <ac:spMk id="6" creationId="{72215DFE-C786-4C03-A1F8-74645480087D}"/>
            </ac:spMkLst>
          </pc:spChg>
        </pc:sldLayoutChg>
        <pc:sldLayoutChg chg="addSp modSp mod">
          <pc:chgData name="Khang Nguyễn Tấn Trần Minh" userId="c3808258-e92d-4bf9-b981-ea938a204001" providerId="ADAL" clId="{5B6F2BE7-3D84-4B5E-9065-D7CB14B9FA4B}" dt="2023-05-04T10:18:24.980" v="403" actId="6014"/>
          <pc:sldLayoutMkLst>
            <pc:docMk/>
            <pc:sldMasterMk cId="0" sldId="2147483648"/>
            <pc:sldLayoutMk cId="5163302" sldId="2147483731"/>
          </pc:sldLayoutMkLst>
          <pc:spChg chg="mod">
            <ac:chgData name="Khang Nguyễn Tấn Trần Minh" userId="c3808258-e92d-4bf9-b981-ea938a204001" providerId="ADAL" clId="{5B6F2BE7-3D84-4B5E-9065-D7CB14B9FA4B}" dt="2023-05-04T10:09:56.237" v="352" actId="14100"/>
            <ac:spMkLst>
              <pc:docMk/>
              <pc:sldMasterMk cId="0" sldId="2147483648"/>
              <pc:sldLayoutMk cId="5163302" sldId="2147483731"/>
              <ac:spMk id="3" creationId="{00000000-0000-0000-0000-000000000000}"/>
            </ac:spMkLst>
          </pc:spChg>
          <pc:spChg chg="add mod">
            <ac:chgData name="Khang Nguyễn Tấn Trần Minh" userId="c3808258-e92d-4bf9-b981-ea938a204001" providerId="ADAL" clId="{5B6F2BE7-3D84-4B5E-9065-D7CB14B9FA4B}" dt="2023-05-04T10:09:49.531" v="351"/>
            <ac:spMkLst>
              <pc:docMk/>
              <pc:sldMasterMk cId="0" sldId="2147483648"/>
              <pc:sldLayoutMk cId="5163302" sldId="2147483731"/>
              <ac:spMk id="4" creationId="{55D3D54F-B6A2-F83D-2883-0F1C5B49BCD4}"/>
            </ac:spMkLst>
          </pc:spChg>
          <pc:spChg chg="mod">
            <ac:chgData name="Khang Nguyễn Tấn Trần Minh" userId="c3808258-e92d-4bf9-b981-ea938a204001" providerId="ADAL" clId="{5B6F2BE7-3D84-4B5E-9065-D7CB14B9FA4B}" dt="2023-05-04T10:09:56.237" v="352" actId="14100"/>
            <ac:spMkLst>
              <pc:docMk/>
              <pc:sldMasterMk cId="0" sldId="2147483648"/>
              <pc:sldLayoutMk cId="5163302" sldId="2147483731"/>
              <ac:spMk id="6" creationId="{72215DFE-C786-4C03-A1F8-74645480087D}"/>
            </ac:spMkLst>
          </pc:spChg>
        </pc:sldLayoutChg>
        <pc:sldLayoutChg chg="addSp modSp mod">
          <pc:chgData name="Khang Nguyễn Tấn Trần Minh" userId="c3808258-e92d-4bf9-b981-ea938a204001" providerId="ADAL" clId="{5B6F2BE7-3D84-4B5E-9065-D7CB14B9FA4B}" dt="2023-05-04T10:18:37.136" v="405" actId="6014"/>
          <pc:sldLayoutMkLst>
            <pc:docMk/>
            <pc:sldMasterMk cId="0" sldId="2147483648"/>
            <pc:sldLayoutMk cId="377557769" sldId="2147483732"/>
          </pc:sldLayoutMkLst>
          <pc:spChg chg="mod">
            <ac:chgData name="Khang Nguyễn Tấn Trần Minh" userId="c3808258-e92d-4bf9-b981-ea938a204001" providerId="ADAL" clId="{5B6F2BE7-3D84-4B5E-9065-D7CB14B9FA4B}" dt="2023-05-04T10:11:30.404" v="354" actId="14100"/>
            <ac:spMkLst>
              <pc:docMk/>
              <pc:sldMasterMk cId="0" sldId="2147483648"/>
              <pc:sldLayoutMk cId="377557769" sldId="2147483732"/>
              <ac:spMk id="4" creationId="{00000000-0000-0000-0000-000000000000}"/>
            </ac:spMkLst>
          </pc:spChg>
          <pc:spChg chg="mod">
            <ac:chgData name="Khang Nguyễn Tấn Trần Minh" userId="c3808258-e92d-4bf9-b981-ea938a204001" providerId="ADAL" clId="{5B6F2BE7-3D84-4B5E-9065-D7CB14B9FA4B}" dt="2023-05-04T10:11:30.404" v="354" actId="14100"/>
            <ac:spMkLst>
              <pc:docMk/>
              <pc:sldMasterMk cId="0" sldId="2147483648"/>
              <pc:sldLayoutMk cId="377557769" sldId="2147483732"/>
              <ac:spMk id="6" creationId="{00000000-0000-0000-0000-000000000000}"/>
            </ac:spMkLst>
          </pc:spChg>
          <pc:spChg chg="add mod">
            <ac:chgData name="Khang Nguyễn Tấn Trần Minh" userId="c3808258-e92d-4bf9-b981-ea938a204001" providerId="ADAL" clId="{5B6F2BE7-3D84-4B5E-9065-D7CB14B9FA4B}" dt="2023-05-04T10:11:23.731" v="353"/>
            <ac:spMkLst>
              <pc:docMk/>
              <pc:sldMasterMk cId="0" sldId="2147483648"/>
              <pc:sldLayoutMk cId="377557769" sldId="2147483732"/>
              <ac:spMk id="7" creationId="{895A939C-68D5-2DF8-CDA1-EB138EB7C0CD}"/>
            </ac:spMkLst>
          </pc:spChg>
        </pc:sldLayoutChg>
        <pc:sldLayoutChg chg="addSp modSp mod">
          <pc:chgData name="Khang Nguyễn Tấn Trần Minh" userId="c3808258-e92d-4bf9-b981-ea938a204001" providerId="ADAL" clId="{5B6F2BE7-3D84-4B5E-9065-D7CB14B9FA4B}" dt="2023-05-04T10:18:49.210" v="407" actId="6014"/>
          <pc:sldLayoutMkLst>
            <pc:docMk/>
            <pc:sldMasterMk cId="0" sldId="2147483648"/>
            <pc:sldLayoutMk cId="1496161169" sldId="2147483733"/>
          </pc:sldLayoutMkLst>
          <pc:spChg chg="mod">
            <ac:chgData name="Khang Nguyễn Tấn Trần Minh" userId="c3808258-e92d-4bf9-b981-ea938a204001" providerId="ADAL" clId="{5B6F2BE7-3D84-4B5E-9065-D7CB14B9FA4B}" dt="2023-05-04T10:11:44.086" v="356" actId="14100"/>
            <ac:spMkLst>
              <pc:docMk/>
              <pc:sldMasterMk cId="0" sldId="2147483648"/>
              <pc:sldLayoutMk cId="1496161169" sldId="2147483733"/>
              <ac:spMk id="4" creationId="{00000000-0000-0000-0000-000000000000}"/>
            </ac:spMkLst>
          </pc:spChg>
          <pc:spChg chg="add mod">
            <ac:chgData name="Khang Nguyễn Tấn Trần Minh" userId="c3808258-e92d-4bf9-b981-ea938a204001" providerId="ADAL" clId="{5B6F2BE7-3D84-4B5E-9065-D7CB14B9FA4B}" dt="2023-05-04T10:11:37.160" v="355"/>
            <ac:spMkLst>
              <pc:docMk/>
              <pc:sldMasterMk cId="0" sldId="2147483648"/>
              <pc:sldLayoutMk cId="1496161169" sldId="2147483733"/>
              <ac:spMk id="5" creationId="{E44EB4D9-43E9-2D6E-F53C-2767330A2DF4}"/>
            </ac:spMkLst>
          </pc:spChg>
          <pc:spChg chg="mod">
            <ac:chgData name="Khang Nguyễn Tấn Trần Minh" userId="c3808258-e92d-4bf9-b981-ea938a204001" providerId="ADAL" clId="{5B6F2BE7-3D84-4B5E-9065-D7CB14B9FA4B}" dt="2023-05-04T10:11:44.086" v="356" actId="14100"/>
            <ac:spMkLst>
              <pc:docMk/>
              <pc:sldMasterMk cId="0" sldId="2147483648"/>
              <pc:sldLayoutMk cId="1496161169" sldId="2147483733"/>
              <ac:spMk id="6" creationId="{00000000-0000-0000-0000-000000000000}"/>
            </ac:spMkLst>
          </pc:spChg>
        </pc:sldLayoutChg>
        <pc:sldLayoutChg chg="addSp modSp mod">
          <pc:chgData name="Khang Nguyễn Tấn Trần Minh" userId="c3808258-e92d-4bf9-b981-ea938a204001" providerId="ADAL" clId="{5B6F2BE7-3D84-4B5E-9065-D7CB14B9FA4B}" dt="2023-05-04T10:19:11.973" v="409" actId="6014"/>
          <pc:sldLayoutMkLst>
            <pc:docMk/>
            <pc:sldMasterMk cId="0" sldId="2147483648"/>
            <pc:sldLayoutMk cId="3721317589" sldId="2147483734"/>
          </pc:sldLayoutMkLst>
          <pc:spChg chg="mod">
            <ac:chgData name="Khang Nguyễn Tấn Trần Minh" userId="c3808258-e92d-4bf9-b981-ea938a204001" providerId="ADAL" clId="{5B6F2BE7-3D84-4B5E-9065-D7CB14B9FA4B}" dt="2023-05-04T10:12:12.144" v="360" actId="14100"/>
            <ac:spMkLst>
              <pc:docMk/>
              <pc:sldMasterMk cId="0" sldId="2147483648"/>
              <pc:sldLayoutMk cId="3721317589" sldId="2147483734"/>
              <ac:spMk id="3" creationId="{00000000-0000-0000-0000-000000000000}"/>
            </ac:spMkLst>
          </pc:spChg>
          <pc:spChg chg="mod">
            <ac:chgData name="Khang Nguyễn Tấn Trần Minh" userId="c3808258-e92d-4bf9-b981-ea938a204001" providerId="ADAL" clId="{5B6F2BE7-3D84-4B5E-9065-D7CB14B9FA4B}" dt="2023-05-04T10:11:57.238" v="358" actId="14100"/>
            <ac:spMkLst>
              <pc:docMk/>
              <pc:sldMasterMk cId="0" sldId="2147483648"/>
              <pc:sldLayoutMk cId="3721317589" sldId="2147483734"/>
              <ac:spMk id="4" creationId="{00000000-0000-0000-0000-000000000000}"/>
            </ac:spMkLst>
          </pc:spChg>
          <pc:spChg chg="add mod">
            <ac:chgData name="Khang Nguyễn Tấn Trần Minh" userId="c3808258-e92d-4bf9-b981-ea938a204001" providerId="ADAL" clId="{5B6F2BE7-3D84-4B5E-9065-D7CB14B9FA4B}" dt="2023-05-04T10:11:51.157" v="357"/>
            <ac:spMkLst>
              <pc:docMk/>
              <pc:sldMasterMk cId="0" sldId="2147483648"/>
              <pc:sldLayoutMk cId="3721317589" sldId="2147483734"/>
              <ac:spMk id="5" creationId="{10B9B77A-A705-2B88-D26C-888E54B9A2A2}"/>
            </ac:spMkLst>
          </pc:spChg>
        </pc:sldLayoutChg>
        <pc:sldLayoutChg chg="addSp modSp mod">
          <pc:chgData name="Khang Nguyễn Tấn Trần Minh" userId="c3808258-e92d-4bf9-b981-ea938a204001" providerId="ADAL" clId="{5B6F2BE7-3D84-4B5E-9065-D7CB14B9FA4B}" dt="2023-05-04T10:19:51.292" v="411" actId="6014"/>
          <pc:sldLayoutMkLst>
            <pc:docMk/>
            <pc:sldMasterMk cId="0" sldId="2147483648"/>
            <pc:sldLayoutMk cId="1729188282" sldId="2147483735"/>
          </pc:sldLayoutMkLst>
          <pc:spChg chg="mod">
            <ac:chgData name="Khang Nguyễn Tấn Trần Minh" userId="c3808258-e92d-4bf9-b981-ea938a204001" providerId="ADAL" clId="{5B6F2BE7-3D84-4B5E-9065-D7CB14B9FA4B}" dt="2023-05-04T10:12:43.273" v="362" actId="14100"/>
            <ac:spMkLst>
              <pc:docMk/>
              <pc:sldMasterMk cId="0" sldId="2147483648"/>
              <pc:sldLayoutMk cId="1729188282" sldId="2147483735"/>
              <ac:spMk id="3" creationId="{00000000-0000-0000-0000-000000000000}"/>
            </ac:spMkLst>
          </pc:spChg>
          <pc:spChg chg="add mod">
            <ac:chgData name="Khang Nguyễn Tấn Trần Minh" userId="c3808258-e92d-4bf9-b981-ea938a204001" providerId="ADAL" clId="{5B6F2BE7-3D84-4B5E-9065-D7CB14B9FA4B}" dt="2023-05-04T10:12:23.710" v="361"/>
            <ac:spMkLst>
              <pc:docMk/>
              <pc:sldMasterMk cId="0" sldId="2147483648"/>
              <pc:sldLayoutMk cId="1729188282" sldId="2147483735"/>
              <ac:spMk id="4" creationId="{57311796-72DC-4BB7-31C2-CB4F68F76B24}"/>
            </ac:spMkLst>
          </pc:spChg>
          <pc:spChg chg="mod">
            <ac:chgData name="Khang Nguyễn Tấn Trần Minh" userId="c3808258-e92d-4bf9-b981-ea938a204001" providerId="ADAL" clId="{5B6F2BE7-3D84-4B5E-9065-D7CB14B9FA4B}" dt="2023-05-04T10:13:11.577" v="371" actId="1036"/>
            <ac:spMkLst>
              <pc:docMk/>
              <pc:sldMasterMk cId="0" sldId="2147483648"/>
              <pc:sldLayoutMk cId="1729188282" sldId="2147483735"/>
              <ac:spMk id="8" creationId="{96160E72-CB3B-4B35-B991-A52F0E9D9B5B}"/>
            </ac:spMkLst>
          </pc:spChg>
        </pc:sldLayoutChg>
        <pc:sldLayoutChg chg="addSp modSp mod">
          <pc:chgData name="Khang Nguyễn Tấn Trần Minh" userId="c3808258-e92d-4bf9-b981-ea938a204001" providerId="ADAL" clId="{5B6F2BE7-3D84-4B5E-9065-D7CB14B9FA4B}" dt="2023-05-04T10:20:02.157" v="413" actId="6014"/>
          <pc:sldLayoutMkLst>
            <pc:docMk/>
            <pc:sldMasterMk cId="0" sldId="2147483648"/>
            <pc:sldLayoutMk cId="1795428293" sldId="2147483736"/>
          </pc:sldLayoutMkLst>
          <pc:spChg chg="add mod">
            <ac:chgData name="Khang Nguyễn Tấn Trần Minh" userId="c3808258-e92d-4bf9-b981-ea938a204001" providerId="ADAL" clId="{5B6F2BE7-3D84-4B5E-9065-D7CB14B9FA4B}" dt="2023-05-04T10:13:22.678" v="372"/>
            <ac:spMkLst>
              <pc:docMk/>
              <pc:sldMasterMk cId="0" sldId="2147483648"/>
              <pc:sldLayoutMk cId="1795428293" sldId="2147483736"/>
              <ac:spMk id="4" creationId="{DD504C8E-CD1E-7326-602A-6498C81631E4}"/>
            </ac:spMkLst>
          </pc:spChg>
          <pc:spChg chg="mod">
            <ac:chgData name="Khang Nguyễn Tấn Trần Minh" userId="c3808258-e92d-4bf9-b981-ea938a204001" providerId="ADAL" clId="{5B6F2BE7-3D84-4B5E-9065-D7CB14B9FA4B}" dt="2023-05-04T10:13:26.778" v="373" actId="14100"/>
            <ac:spMkLst>
              <pc:docMk/>
              <pc:sldMasterMk cId="0" sldId="2147483648"/>
              <pc:sldLayoutMk cId="1795428293" sldId="2147483736"/>
              <ac:spMk id="8" creationId="{96160E72-CB3B-4B35-B991-A52F0E9D9B5B}"/>
            </ac:spMkLst>
          </pc:spChg>
        </pc:sldLayoutChg>
        <pc:sldLayoutChg chg="mod ord">
          <pc:chgData name="Khang Nguyễn Tấn Trần Minh" userId="c3808258-e92d-4bf9-b981-ea938a204001" providerId="ADAL" clId="{5B6F2BE7-3D84-4B5E-9065-D7CB14B9FA4B}" dt="2023-05-04T10:20:10.002" v="414" actId="6014"/>
          <pc:sldLayoutMkLst>
            <pc:docMk/>
            <pc:sldMasterMk cId="0" sldId="2147483648"/>
            <pc:sldLayoutMk cId="4019919018" sldId="2147483737"/>
          </pc:sldLayoutMkLst>
        </pc:sldLayoutChg>
      </pc:sldMasterChg>
    </pc:docChg>
  </pc:docChgLst>
  <pc:docChgLst>
    <pc:chgData name="Khang Nguyen" userId="d78365940f7d9640" providerId="LiveId" clId="{35C7E309-74D5-4C22-9983-7CE5420B7F7D}"/>
    <pc:docChg chg="custSel addSld delSld modSld modMainMaster">
      <pc:chgData name="Khang Nguyen" userId="d78365940f7d9640" providerId="LiveId" clId="{35C7E309-74D5-4C22-9983-7CE5420B7F7D}" dt="2024-06-21T01:53:09.793" v="122" actId="478"/>
      <pc:docMkLst>
        <pc:docMk/>
      </pc:docMkLst>
      <pc:sldChg chg="modSp del mod">
        <pc:chgData name="Khang Nguyen" userId="d78365940f7d9640" providerId="LiveId" clId="{35C7E309-74D5-4C22-9983-7CE5420B7F7D}" dt="2024-06-04T08:12:40.184" v="14" actId="47"/>
        <pc:sldMkLst>
          <pc:docMk/>
          <pc:sldMk cId="2513082708" sldId="329"/>
        </pc:sldMkLst>
        <pc:spChg chg="mod">
          <ac:chgData name="Khang Nguyen" userId="d78365940f7d9640" providerId="LiveId" clId="{35C7E309-74D5-4C22-9983-7CE5420B7F7D}" dt="2024-06-04T08:11:24.893" v="10" actId="6549"/>
          <ac:spMkLst>
            <pc:docMk/>
            <pc:sldMk cId="2513082708" sldId="329"/>
            <ac:spMk id="2" creationId="{A2F805E7-BCE4-FAEE-98DF-55D674334D43}"/>
          </ac:spMkLst>
        </pc:spChg>
      </pc:sldChg>
      <pc:sldChg chg="del">
        <pc:chgData name="Khang Nguyen" userId="d78365940f7d9640" providerId="LiveId" clId="{35C7E309-74D5-4C22-9983-7CE5420B7F7D}" dt="2024-05-25T02:42:20.210" v="2" actId="47"/>
        <pc:sldMkLst>
          <pc:docMk/>
          <pc:sldMk cId="3634581261" sldId="331"/>
        </pc:sldMkLst>
      </pc:sldChg>
      <pc:sldChg chg="del">
        <pc:chgData name="Khang Nguyen" userId="d78365940f7d9640" providerId="LiveId" clId="{35C7E309-74D5-4C22-9983-7CE5420B7F7D}" dt="2024-05-25T02:42:20.210" v="2" actId="47"/>
        <pc:sldMkLst>
          <pc:docMk/>
          <pc:sldMk cId="3811616199" sldId="333"/>
        </pc:sldMkLst>
      </pc:sldChg>
      <pc:sldChg chg="del">
        <pc:chgData name="Khang Nguyen" userId="d78365940f7d9640" providerId="LiveId" clId="{35C7E309-74D5-4C22-9983-7CE5420B7F7D}" dt="2024-05-25T02:42:20.210" v="2" actId="47"/>
        <pc:sldMkLst>
          <pc:docMk/>
          <pc:sldMk cId="1418652103" sldId="334"/>
        </pc:sldMkLst>
      </pc:sldChg>
      <pc:sldChg chg="del">
        <pc:chgData name="Khang Nguyen" userId="d78365940f7d9640" providerId="LiveId" clId="{35C7E309-74D5-4C22-9983-7CE5420B7F7D}" dt="2024-05-25T02:42:20.210" v="2" actId="47"/>
        <pc:sldMkLst>
          <pc:docMk/>
          <pc:sldMk cId="1389685829" sldId="335"/>
        </pc:sldMkLst>
      </pc:sldChg>
      <pc:sldChg chg="del">
        <pc:chgData name="Khang Nguyen" userId="d78365940f7d9640" providerId="LiveId" clId="{35C7E309-74D5-4C22-9983-7CE5420B7F7D}" dt="2024-05-25T02:42:20.210" v="2" actId="47"/>
        <pc:sldMkLst>
          <pc:docMk/>
          <pc:sldMk cId="3787785886" sldId="336"/>
        </pc:sldMkLst>
      </pc:sldChg>
      <pc:sldChg chg="add del">
        <pc:chgData name="Khang Nguyen" userId="d78365940f7d9640" providerId="LiveId" clId="{35C7E309-74D5-4C22-9983-7CE5420B7F7D}" dt="2024-06-04T08:12:14.967" v="12" actId="47"/>
        <pc:sldMkLst>
          <pc:docMk/>
          <pc:sldMk cId="1584680975" sldId="1580"/>
        </pc:sldMkLst>
      </pc:sldChg>
      <pc:sldChg chg="addSp delSp modSp new mod modClrScheme chgLayout">
        <pc:chgData name="Khang Nguyen" userId="d78365940f7d9640" providerId="LiveId" clId="{35C7E309-74D5-4C22-9983-7CE5420B7F7D}" dt="2024-05-25T02:42:34.974" v="8" actId="700"/>
        <pc:sldMkLst>
          <pc:docMk/>
          <pc:sldMk cId="1962140461" sldId="1581"/>
        </pc:sldMkLst>
        <pc:spChg chg="del mod ord">
          <ac:chgData name="Khang Nguyen" userId="d78365940f7d9640" providerId="LiveId" clId="{35C7E309-74D5-4C22-9983-7CE5420B7F7D}" dt="2024-05-25T02:42:34.974" v="8" actId="700"/>
          <ac:spMkLst>
            <pc:docMk/>
            <pc:sldMk cId="1962140461" sldId="1581"/>
            <ac:spMk id="2" creationId="{AF3926FB-7950-6127-9C64-05F2C70A6C2B}"/>
          </ac:spMkLst>
        </pc:spChg>
        <pc:spChg chg="del mod ord">
          <ac:chgData name="Khang Nguyen" userId="d78365940f7d9640" providerId="LiveId" clId="{35C7E309-74D5-4C22-9983-7CE5420B7F7D}" dt="2024-05-25T02:42:34.974" v="8" actId="700"/>
          <ac:spMkLst>
            <pc:docMk/>
            <pc:sldMk cId="1962140461" sldId="1581"/>
            <ac:spMk id="3" creationId="{FA452EDE-A417-AEF2-1A42-9C7E3211F7DA}"/>
          </ac:spMkLst>
        </pc:spChg>
        <pc:spChg chg="del">
          <ac:chgData name="Khang Nguyen" userId="d78365940f7d9640" providerId="LiveId" clId="{35C7E309-74D5-4C22-9983-7CE5420B7F7D}" dt="2024-05-25T02:42:34.974" v="8" actId="700"/>
          <ac:spMkLst>
            <pc:docMk/>
            <pc:sldMk cId="1962140461" sldId="1581"/>
            <ac:spMk id="4" creationId="{F8C8C6BB-043E-7E16-8333-6EB049B7879B}"/>
          </ac:spMkLst>
        </pc:spChg>
        <pc:spChg chg="add mod ord">
          <ac:chgData name="Khang Nguyen" userId="d78365940f7d9640" providerId="LiveId" clId="{35C7E309-74D5-4C22-9983-7CE5420B7F7D}" dt="2024-05-25T02:42:34.974" v="8" actId="700"/>
          <ac:spMkLst>
            <pc:docMk/>
            <pc:sldMk cId="1962140461" sldId="1581"/>
            <ac:spMk id="5" creationId="{1F4EDFB0-8C63-F6A5-A7FB-BF92440C092C}"/>
          </ac:spMkLst>
        </pc:spChg>
        <pc:spChg chg="add mod ord">
          <ac:chgData name="Khang Nguyen" userId="d78365940f7d9640" providerId="LiveId" clId="{35C7E309-74D5-4C22-9983-7CE5420B7F7D}" dt="2024-05-25T02:42:34.974" v="8" actId="700"/>
          <ac:spMkLst>
            <pc:docMk/>
            <pc:sldMk cId="1962140461" sldId="1581"/>
            <ac:spMk id="6" creationId="{47A35324-87C7-D6C1-63D7-3755FEAFA1E0}"/>
          </ac:spMkLst>
        </pc:spChg>
      </pc:sldChg>
      <pc:sldChg chg="modSp add mod">
        <pc:chgData name="Khang Nguyen" userId="d78365940f7d9640" providerId="LiveId" clId="{35C7E309-74D5-4C22-9983-7CE5420B7F7D}" dt="2024-06-11T02:56:01.714" v="121" actId="207"/>
        <pc:sldMkLst>
          <pc:docMk/>
          <pc:sldMk cId="689292315" sldId="1685"/>
        </pc:sldMkLst>
        <pc:spChg chg="mod">
          <ac:chgData name="Khang Nguyen" userId="d78365940f7d9640" providerId="LiveId" clId="{35C7E309-74D5-4C22-9983-7CE5420B7F7D}" dt="2024-06-11T02:54:40.880" v="47" actId="207"/>
          <ac:spMkLst>
            <pc:docMk/>
            <pc:sldMk cId="689292315" sldId="1685"/>
            <ac:spMk id="2" creationId="{AB12137B-A093-1901-CF92-D46190AC2D12}"/>
          </ac:spMkLst>
        </pc:spChg>
        <pc:spChg chg="mod">
          <ac:chgData name="Khang Nguyen" userId="d78365940f7d9640" providerId="LiveId" clId="{35C7E309-74D5-4C22-9983-7CE5420B7F7D}" dt="2024-06-04T08:12:42.689" v="15" actId="6549"/>
          <ac:spMkLst>
            <pc:docMk/>
            <pc:sldMk cId="689292315" sldId="1685"/>
            <ac:spMk id="3" creationId="{BBCCE99F-98AE-48D4-96DD-B4149671A560}"/>
          </ac:spMkLst>
        </pc:spChg>
        <pc:spChg chg="mod">
          <ac:chgData name="Khang Nguyen" userId="d78365940f7d9640" providerId="LiveId" clId="{35C7E309-74D5-4C22-9983-7CE5420B7F7D}" dt="2024-06-11T02:56:01.714" v="121" actId="207"/>
          <ac:spMkLst>
            <pc:docMk/>
            <pc:sldMk cId="689292315" sldId="1685"/>
            <ac:spMk id="5" creationId="{3CEF2D3F-9DF7-4E24-9981-359DB558E96B}"/>
          </ac:spMkLst>
        </pc:spChg>
      </pc:sldChg>
      <pc:sldChg chg="add">
        <pc:chgData name="Khang Nguyen" userId="d78365940f7d9640" providerId="LiveId" clId="{35C7E309-74D5-4C22-9983-7CE5420B7F7D}" dt="2024-06-04T08:12:12.864" v="11"/>
        <pc:sldMkLst>
          <pc:docMk/>
          <pc:sldMk cId="2729217778" sldId="1960"/>
        </pc:sldMkLst>
      </pc:sldChg>
      <pc:sldMasterChg chg="modSp modSldLayout">
        <pc:chgData name="Khang Nguyen" userId="d78365940f7d9640" providerId="LiveId" clId="{35C7E309-74D5-4C22-9983-7CE5420B7F7D}" dt="2024-06-21T01:53:09.793" v="122" actId="478"/>
        <pc:sldMasterMkLst>
          <pc:docMk/>
          <pc:sldMasterMk cId="0" sldId="2147483648"/>
        </pc:sldMasterMkLst>
        <pc:spChg chg="mod">
          <ac:chgData name="Khang Nguyen" userId="d78365940f7d9640" providerId="LiveId" clId="{35C7E309-74D5-4C22-9983-7CE5420B7F7D}" dt="2024-06-04T08:11:15.228" v="9" actId="207"/>
          <ac:spMkLst>
            <pc:docMk/>
            <pc:sldMasterMk cId="0" sldId="2147483648"/>
            <ac:spMk id="1027" creationId="{00000000-0000-0000-0000-000000000000}"/>
          </ac:spMkLst>
        </pc:spChg>
        <pc:sldLayoutChg chg="delSp">
          <pc:chgData name="Khang Nguyen" userId="d78365940f7d9640" providerId="LiveId" clId="{35C7E309-74D5-4C22-9983-7CE5420B7F7D}" dt="2024-06-21T01:53:09.793" v="122" actId="478"/>
          <pc:sldLayoutMkLst>
            <pc:docMk/>
            <pc:sldMasterMk cId="0" sldId="2147483648"/>
            <pc:sldLayoutMk cId="405831110" sldId="2147483739"/>
          </pc:sldLayoutMkLst>
          <pc:spChg chg="del">
            <ac:chgData name="Khang Nguyen" userId="d78365940f7d9640" providerId="LiveId" clId="{35C7E309-74D5-4C22-9983-7CE5420B7F7D}" dt="2024-06-21T01:53:09.793" v="122" actId="478"/>
            <ac:spMkLst>
              <pc:docMk/>
              <pc:sldMasterMk cId="0" sldId="2147483648"/>
              <pc:sldLayoutMk cId="405831110" sldId="2147483739"/>
              <ac:spMk id="4" creationId="{00000000-0000-0000-0000-000000000000}"/>
            </ac:spMkLst>
          </pc:spChg>
        </pc:sldLayoutChg>
      </pc:sldMasterChg>
    </pc:docChg>
  </pc:docChgLst>
  <pc:docChgLst>
    <pc:chgData name="Nguyễn Tấn Trần Minh Khang" userId="c3808258-e92d-4bf9-b981-ea938a204001" providerId="ADAL" clId="{55A3E27D-B594-41B9-9D10-C9CCA0249D5D}"/>
    <pc:docChg chg="custSel addSld delSld modSld">
      <pc:chgData name="Nguyễn Tấn Trần Minh Khang" userId="c3808258-e92d-4bf9-b981-ea938a204001" providerId="ADAL" clId="{55A3E27D-B594-41B9-9D10-C9CCA0249D5D}" dt="2023-05-12T09:36:01.627" v="55" actId="20577"/>
      <pc:docMkLst>
        <pc:docMk/>
      </pc:docMkLst>
      <pc:sldChg chg="modSp mod">
        <pc:chgData name="Nguyễn Tấn Trần Minh Khang" userId="c3808258-e92d-4bf9-b981-ea938a204001" providerId="ADAL" clId="{55A3E27D-B594-41B9-9D10-C9CCA0249D5D}" dt="2023-05-12T09:36:01.627" v="55" actId="20577"/>
        <pc:sldMkLst>
          <pc:docMk/>
          <pc:sldMk cId="1418652103" sldId="334"/>
        </pc:sldMkLst>
        <pc:spChg chg="mod">
          <ac:chgData name="Nguyễn Tấn Trần Minh Khang" userId="c3808258-e92d-4bf9-b981-ea938a204001" providerId="ADAL" clId="{55A3E27D-B594-41B9-9D10-C9CCA0249D5D}" dt="2023-05-12T09:32:38.195" v="4" actId="20577"/>
          <ac:spMkLst>
            <pc:docMk/>
            <pc:sldMk cId="1418652103" sldId="334"/>
            <ac:spMk id="4" creationId="{1AB13242-DD4D-89D2-74BC-F0E9AB7E6039}"/>
          </ac:spMkLst>
        </pc:spChg>
        <pc:spChg chg="mod">
          <ac:chgData name="Nguyễn Tấn Trần Minh Khang" userId="c3808258-e92d-4bf9-b981-ea938a204001" providerId="ADAL" clId="{55A3E27D-B594-41B9-9D10-C9CCA0249D5D}" dt="2023-05-12T09:36:01.627" v="55" actId="20577"/>
          <ac:spMkLst>
            <pc:docMk/>
            <pc:sldMk cId="1418652103" sldId="334"/>
            <ac:spMk id="5" creationId="{140734C9-E94F-D731-0888-8A757681A86A}"/>
          </ac:spMkLst>
        </pc:spChg>
      </pc:sldChg>
      <pc:sldChg chg="del">
        <pc:chgData name="Nguyễn Tấn Trần Minh Khang" userId="c3808258-e92d-4bf9-b981-ea938a204001" providerId="ADAL" clId="{55A3E27D-B594-41B9-9D10-C9CCA0249D5D}" dt="2023-05-12T09:32:30.746" v="0" actId="47"/>
        <pc:sldMkLst>
          <pc:docMk/>
          <pc:sldMk cId="497330402" sldId="335"/>
        </pc:sldMkLst>
      </pc:sldChg>
      <pc:sldChg chg="add del">
        <pc:chgData name="Nguyễn Tấn Trần Minh Khang" userId="c3808258-e92d-4bf9-b981-ea938a204001" providerId="ADAL" clId="{55A3E27D-B594-41B9-9D10-C9CCA0249D5D}" dt="2023-05-12T09:33:11.818" v="25" actId="47"/>
        <pc:sldMkLst>
          <pc:docMk/>
          <pc:sldMk cId="1312028551" sldId="335"/>
        </pc:sldMkLst>
      </pc:sldChg>
      <pc:sldChg chg="addSp delSp modSp new mod modClrScheme chgLayout">
        <pc:chgData name="Nguyễn Tấn Trần Minh Khang" userId="c3808258-e92d-4bf9-b981-ea938a204001" providerId="ADAL" clId="{55A3E27D-B594-41B9-9D10-C9CCA0249D5D}" dt="2023-05-12T09:34:36.160" v="29" actId="700"/>
        <pc:sldMkLst>
          <pc:docMk/>
          <pc:sldMk cId="1389685829" sldId="335"/>
        </pc:sldMkLst>
        <pc:spChg chg="del mod ord">
          <ac:chgData name="Nguyễn Tấn Trần Minh Khang" userId="c3808258-e92d-4bf9-b981-ea938a204001" providerId="ADAL" clId="{55A3E27D-B594-41B9-9D10-C9CCA0249D5D}" dt="2023-05-12T09:33:55.606" v="27" actId="700"/>
          <ac:spMkLst>
            <pc:docMk/>
            <pc:sldMk cId="1389685829" sldId="335"/>
            <ac:spMk id="2" creationId="{6E416D9B-E048-201A-2ED8-9A40A7E71C4D}"/>
          </ac:spMkLst>
        </pc:spChg>
        <pc:spChg chg="del mod ord">
          <ac:chgData name="Nguyễn Tấn Trần Minh Khang" userId="c3808258-e92d-4bf9-b981-ea938a204001" providerId="ADAL" clId="{55A3E27D-B594-41B9-9D10-C9CCA0249D5D}" dt="2023-05-12T09:33:55.606" v="27" actId="700"/>
          <ac:spMkLst>
            <pc:docMk/>
            <pc:sldMk cId="1389685829" sldId="335"/>
            <ac:spMk id="3" creationId="{2B221100-A4A1-AF90-D1FE-F64B84F1B96B}"/>
          </ac:spMkLst>
        </pc:spChg>
        <pc:spChg chg="add del mod ord">
          <ac:chgData name="Nguyễn Tấn Trần Minh Khang" userId="c3808258-e92d-4bf9-b981-ea938a204001" providerId="ADAL" clId="{55A3E27D-B594-41B9-9D10-C9CCA0249D5D}" dt="2023-05-12T09:34:10.812" v="28" actId="700"/>
          <ac:spMkLst>
            <pc:docMk/>
            <pc:sldMk cId="1389685829" sldId="335"/>
            <ac:spMk id="4" creationId="{51BF8A63-5221-BF1B-04DA-A2EB2C35011A}"/>
          </ac:spMkLst>
        </pc:spChg>
        <pc:spChg chg="add del mod ord">
          <ac:chgData name="Nguyễn Tấn Trần Minh Khang" userId="c3808258-e92d-4bf9-b981-ea938a204001" providerId="ADAL" clId="{55A3E27D-B594-41B9-9D10-C9CCA0249D5D}" dt="2023-05-12T09:34:10.812" v="28" actId="700"/>
          <ac:spMkLst>
            <pc:docMk/>
            <pc:sldMk cId="1389685829" sldId="335"/>
            <ac:spMk id="5" creationId="{B31D502F-C6E4-839D-9146-561B8ACD481E}"/>
          </ac:spMkLst>
        </pc:spChg>
        <pc:spChg chg="add del mod ord">
          <ac:chgData name="Nguyễn Tấn Trần Minh Khang" userId="c3808258-e92d-4bf9-b981-ea938a204001" providerId="ADAL" clId="{55A3E27D-B594-41B9-9D10-C9CCA0249D5D}" dt="2023-05-12T09:34:10.812" v="28" actId="700"/>
          <ac:spMkLst>
            <pc:docMk/>
            <pc:sldMk cId="1389685829" sldId="335"/>
            <ac:spMk id="6" creationId="{B8A8F07C-6E44-809F-180F-B8286B1D47A1}"/>
          </ac:spMkLst>
        </pc:spChg>
        <pc:spChg chg="add del mod ord">
          <ac:chgData name="Nguyễn Tấn Trần Minh Khang" userId="c3808258-e92d-4bf9-b981-ea938a204001" providerId="ADAL" clId="{55A3E27D-B594-41B9-9D10-C9CCA0249D5D}" dt="2023-05-12T09:34:36.160" v="29" actId="700"/>
          <ac:spMkLst>
            <pc:docMk/>
            <pc:sldMk cId="1389685829" sldId="335"/>
            <ac:spMk id="7" creationId="{ADE1EDA1-458C-2EE5-AC0B-A07F7D7C2222}"/>
          </ac:spMkLst>
        </pc:spChg>
        <pc:spChg chg="add del mod ord">
          <ac:chgData name="Nguyễn Tấn Trần Minh Khang" userId="c3808258-e92d-4bf9-b981-ea938a204001" providerId="ADAL" clId="{55A3E27D-B594-41B9-9D10-C9CCA0249D5D}" dt="2023-05-12T09:34:36.160" v="29" actId="700"/>
          <ac:spMkLst>
            <pc:docMk/>
            <pc:sldMk cId="1389685829" sldId="335"/>
            <ac:spMk id="8" creationId="{C7826691-18AE-2658-26E1-3CA8BBB48AED}"/>
          </ac:spMkLst>
        </pc:spChg>
        <pc:spChg chg="add del mod ord">
          <ac:chgData name="Nguyễn Tấn Trần Minh Khang" userId="c3808258-e92d-4bf9-b981-ea938a204001" providerId="ADAL" clId="{55A3E27D-B594-41B9-9D10-C9CCA0249D5D}" dt="2023-05-12T09:34:36.160" v="29" actId="700"/>
          <ac:spMkLst>
            <pc:docMk/>
            <pc:sldMk cId="1389685829" sldId="335"/>
            <ac:spMk id="9" creationId="{D3B0C90A-8FED-0C11-70AF-AF50F9C4AF50}"/>
          </ac:spMkLst>
        </pc:spChg>
        <pc:spChg chg="add del mod ord">
          <ac:chgData name="Nguyễn Tấn Trần Minh Khang" userId="c3808258-e92d-4bf9-b981-ea938a204001" providerId="ADAL" clId="{55A3E27D-B594-41B9-9D10-C9CCA0249D5D}" dt="2023-05-12T09:34:36.160" v="29" actId="700"/>
          <ac:spMkLst>
            <pc:docMk/>
            <pc:sldMk cId="1389685829" sldId="335"/>
            <ac:spMk id="10" creationId="{F588B214-5DF2-E219-7B4C-51E20FA801F5}"/>
          </ac:spMkLst>
        </pc:spChg>
        <pc:spChg chg="add mod ord">
          <ac:chgData name="Nguyễn Tấn Trần Minh Khang" userId="c3808258-e92d-4bf9-b981-ea938a204001" providerId="ADAL" clId="{55A3E27D-B594-41B9-9D10-C9CCA0249D5D}" dt="2023-05-12T09:34:36.160" v="29" actId="700"/>
          <ac:spMkLst>
            <pc:docMk/>
            <pc:sldMk cId="1389685829" sldId="335"/>
            <ac:spMk id="11" creationId="{FB907C43-46C3-B1FF-1816-F574A18E0E0F}"/>
          </ac:spMkLst>
        </pc:spChg>
        <pc:spChg chg="add mod ord">
          <ac:chgData name="Nguyễn Tấn Trần Minh Khang" userId="c3808258-e92d-4bf9-b981-ea938a204001" providerId="ADAL" clId="{55A3E27D-B594-41B9-9D10-C9CCA0249D5D}" dt="2023-05-12T09:34:36.160" v="29" actId="700"/>
          <ac:spMkLst>
            <pc:docMk/>
            <pc:sldMk cId="1389685829" sldId="335"/>
            <ac:spMk id="12" creationId="{199A7CCF-8679-FAAE-BDFC-C319E3DF6E7B}"/>
          </ac:spMkLst>
        </pc:spChg>
        <pc:spChg chg="add mod ord">
          <ac:chgData name="Nguyễn Tấn Trần Minh Khang" userId="c3808258-e92d-4bf9-b981-ea938a204001" providerId="ADAL" clId="{55A3E27D-B594-41B9-9D10-C9CCA0249D5D}" dt="2023-05-12T09:34:36.160" v="29" actId="700"/>
          <ac:spMkLst>
            <pc:docMk/>
            <pc:sldMk cId="1389685829" sldId="335"/>
            <ac:spMk id="13" creationId="{A6FEF869-55E0-1168-6805-0FBFC8F748B6}"/>
          </ac:spMkLst>
        </pc:spChg>
      </pc:sldChg>
      <pc:sldChg chg="del">
        <pc:chgData name="Nguyễn Tấn Trần Minh Khang" userId="c3808258-e92d-4bf9-b981-ea938a204001" providerId="ADAL" clId="{55A3E27D-B594-41B9-9D10-C9CCA0249D5D}" dt="2023-05-12T09:33:02.141" v="23" actId="47"/>
        <pc:sldMkLst>
          <pc:docMk/>
          <pc:sldMk cId="3069712246" sldId="336"/>
        </pc:sldMkLst>
      </pc:sldChg>
      <pc:sldChg chg="new">
        <pc:chgData name="Nguyễn Tấn Trần Minh Khang" userId="c3808258-e92d-4bf9-b981-ea938a204001" providerId="ADAL" clId="{55A3E27D-B594-41B9-9D10-C9CCA0249D5D}" dt="2023-05-12T09:34:48.665" v="30" actId="680"/>
        <pc:sldMkLst>
          <pc:docMk/>
          <pc:sldMk cId="3787785886" sldId="33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717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717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717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9E2CB30-4184-4C1B-912F-A6AED0718E53}" type="slidenum">
              <a:rPr lang="en-US"/>
              <a:pPr>
                <a:defRPr/>
              </a:pPr>
              <a:t>‹#›</a:t>
            </a:fld>
            <a:endParaRPr lang="en-US"/>
          </a:p>
        </p:txBody>
      </p:sp>
    </p:spTree>
    <p:extLst>
      <p:ext uri="{BB962C8B-B14F-4D97-AF65-F5344CB8AC3E}">
        <p14:creationId xmlns:p14="http://schemas.microsoft.com/office/powerpoint/2010/main" val="13484866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3174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5859DDC-9015-4B39-98F8-9F9A698DFEA6}" type="slidenum">
              <a:rPr lang="en-US"/>
              <a:pPr>
                <a:defRPr/>
              </a:pPr>
              <a:t>‹#›</a:t>
            </a:fld>
            <a:endParaRPr lang="en-US"/>
          </a:p>
        </p:txBody>
      </p:sp>
    </p:spTree>
    <p:extLst>
      <p:ext uri="{BB962C8B-B14F-4D97-AF65-F5344CB8AC3E}">
        <p14:creationId xmlns:p14="http://schemas.microsoft.com/office/powerpoint/2010/main" val="39908628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0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3" name="Subtitle 2"/>
          <p:cNvSpPr>
            <a:spLocks noGrp="1"/>
          </p:cNvSpPr>
          <p:nvPr>
            <p:ph type="subTitle" idx="1" hasCustomPrompt="1"/>
          </p:nvPr>
        </p:nvSpPr>
        <p:spPr>
          <a:xfrm>
            <a:off x="1828800" y="3886200"/>
            <a:ext cx="8534400" cy="1752600"/>
          </a:xfrm>
        </p:spPr>
        <p:txBody>
          <a:bodyPr/>
          <a:lstStyle>
            <a:lvl1pPr marL="514350" indent="-514350" algn="l">
              <a:buFont typeface="+mj-lt"/>
              <a:buAutoNum type="arabicPeriod"/>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lvl="0"/>
            <a:r>
              <a:rPr lang="en-US"/>
              <a:t>Click to edit Master text styles</a:t>
            </a:r>
          </a:p>
        </p:txBody>
      </p:sp>
    </p:spTree>
    <p:extLst>
      <p:ext uri="{BB962C8B-B14F-4D97-AF65-F5344CB8AC3E}">
        <p14:creationId xmlns:p14="http://schemas.microsoft.com/office/powerpoint/2010/main" val="203037026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8" name="Content Placeholder 2">
            <a:extLst>
              <a:ext uri="{FF2B5EF4-FFF2-40B4-BE49-F238E27FC236}">
                <a16:creationId xmlns:a16="http://schemas.microsoft.com/office/drawing/2014/main" id="{F597A347-30EE-4B72-93DA-C4CBE7049AF0}"/>
              </a:ext>
            </a:extLst>
          </p:cNvPr>
          <p:cNvSpPr>
            <a:spLocks noGrp="1"/>
          </p:cNvSpPr>
          <p:nvPr>
            <p:ph idx="13"/>
          </p:nvPr>
        </p:nvSpPr>
        <p:spPr>
          <a:xfrm>
            <a:off x="304800" y="3886200"/>
            <a:ext cx="5715000" cy="1752600"/>
          </a:xfrm>
        </p:spPr>
        <p:txBody>
          <a:bodyPr/>
          <a:lstStyle>
            <a:lvl1pPr>
              <a:spcBef>
                <a:spcPts val="30"/>
              </a:spcBef>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p:txBody>
      </p:sp>
      <p:sp>
        <p:nvSpPr>
          <p:cNvPr id="9" name="Content Placeholder 2">
            <a:extLst>
              <a:ext uri="{FF2B5EF4-FFF2-40B4-BE49-F238E27FC236}">
                <a16:creationId xmlns:a16="http://schemas.microsoft.com/office/drawing/2014/main" id="{CCF626F4-8319-BB9A-3962-FB52D8DEB450}"/>
              </a:ext>
            </a:extLst>
          </p:cNvPr>
          <p:cNvSpPr>
            <a:spLocks noGrp="1"/>
          </p:cNvSpPr>
          <p:nvPr>
            <p:ph idx="14"/>
          </p:nvPr>
        </p:nvSpPr>
        <p:spPr>
          <a:xfrm>
            <a:off x="6172200" y="3886200"/>
            <a:ext cx="5715002" cy="1752600"/>
          </a:xfrm>
        </p:spPr>
        <p:txBody>
          <a:bodyPr/>
          <a:lstStyle>
            <a:lvl1pPr>
              <a:spcBef>
                <a:spcPts val="30"/>
              </a:spcBef>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p:txBody>
      </p:sp>
    </p:spTree>
    <p:extLst>
      <p:ext uri="{BB962C8B-B14F-4D97-AF65-F5344CB8AC3E}">
        <p14:creationId xmlns:p14="http://schemas.microsoft.com/office/powerpoint/2010/main" val="200981924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7" name="Content Placeholder 2">
            <a:extLst>
              <a:ext uri="{FF2B5EF4-FFF2-40B4-BE49-F238E27FC236}">
                <a16:creationId xmlns:a16="http://schemas.microsoft.com/office/drawing/2014/main" id="{9C027E77-6012-42D7-99B0-1D322EEAFE5D}"/>
              </a:ext>
            </a:extLst>
          </p:cNvPr>
          <p:cNvSpPr>
            <a:spLocks noGrp="1"/>
          </p:cNvSpPr>
          <p:nvPr>
            <p:ph idx="12"/>
          </p:nvPr>
        </p:nvSpPr>
        <p:spPr>
          <a:xfrm>
            <a:off x="4086803" y="3886200"/>
            <a:ext cx="3999344" cy="1752600"/>
          </a:xfrm>
        </p:spPr>
        <p:txBody>
          <a:bodyPr/>
          <a:lstStyle>
            <a:lvl1pPr>
              <a:spcBef>
                <a:spcPts val="30"/>
              </a:spcBef>
              <a:defRPr sz="1400">
                <a:solidFill>
                  <a:srgbClr val="0066FF"/>
                </a:solidFill>
              </a:defRPr>
            </a:lvl1pPr>
            <a:lvl2pPr>
              <a:defRPr sz="1400">
                <a:solidFill>
                  <a:srgbClr val="0066FF"/>
                </a:solidFill>
              </a:defRPr>
            </a:lvl2pPr>
            <a:lvl3pPr>
              <a:defRPr sz="14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a:p>
            <a:pPr lvl="2"/>
            <a:endParaRPr lang="en-US"/>
          </a:p>
        </p:txBody>
      </p:sp>
      <p:sp>
        <p:nvSpPr>
          <p:cNvPr id="8" name="Content Placeholder 2">
            <a:extLst>
              <a:ext uri="{FF2B5EF4-FFF2-40B4-BE49-F238E27FC236}">
                <a16:creationId xmlns:a16="http://schemas.microsoft.com/office/drawing/2014/main" id="{F597A347-30EE-4B72-93DA-C4CBE7049AF0}"/>
              </a:ext>
            </a:extLst>
          </p:cNvPr>
          <p:cNvSpPr>
            <a:spLocks noGrp="1"/>
          </p:cNvSpPr>
          <p:nvPr>
            <p:ph idx="13"/>
          </p:nvPr>
        </p:nvSpPr>
        <p:spPr>
          <a:xfrm>
            <a:off x="0" y="3886200"/>
            <a:ext cx="3999344" cy="1752600"/>
          </a:xfrm>
        </p:spPr>
        <p:txBody>
          <a:bodyPr/>
          <a:lstStyle>
            <a:lvl1pPr>
              <a:spcBef>
                <a:spcPts val="30"/>
              </a:spcBef>
              <a:defRPr sz="1400">
                <a:solidFill>
                  <a:srgbClr val="0066FF"/>
                </a:solidFill>
              </a:defRPr>
            </a:lvl1pPr>
            <a:lvl2pPr>
              <a:defRPr sz="1400">
                <a:solidFill>
                  <a:srgbClr val="0066FF"/>
                </a:solidFill>
              </a:defRPr>
            </a:lvl2pPr>
            <a:lvl3pPr>
              <a:defRPr sz="14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a:p>
            <a:pPr lvl="2"/>
            <a:endParaRPr lang="en-US"/>
          </a:p>
        </p:txBody>
      </p:sp>
      <p:sp>
        <p:nvSpPr>
          <p:cNvPr id="9" name="Content Placeholder 2">
            <a:extLst>
              <a:ext uri="{FF2B5EF4-FFF2-40B4-BE49-F238E27FC236}">
                <a16:creationId xmlns:a16="http://schemas.microsoft.com/office/drawing/2014/main" id="{CCF626F4-8319-BB9A-3962-FB52D8DEB450}"/>
              </a:ext>
            </a:extLst>
          </p:cNvPr>
          <p:cNvSpPr>
            <a:spLocks noGrp="1"/>
          </p:cNvSpPr>
          <p:nvPr>
            <p:ph idx="14"/>
          </p:nvPr>
        </p:nvSpPr>
        <p:spPr>
          <a:xfrm>
            <a:off x="8192656" y="3886200"/>
            <a:ext cx="3999344" cy="1752600"/>
          </a:xfrm>
        </p:spPr>
        <p:txBody>
          <a:bodyPr/>
          <a:lstStyle>
            <a:lvl1pPr>
              <a:spcBef>
                <a:spcPts val="30"/>
              </a:spcBef>
              <a:defRPr sz="1400">
                <a:solidFill>
                  <a:srgbClr val="0066FF"/>
                </a:solidFill>
              </a:defRPr>
            </a:lvl1pPr>
            <a:lvl2pPr>
              <a:defRPr sz="1400">
                <a:solidFill>
                  <a:srgbClr val="0066FF"/>
                </a:solidFill>
              </a:defRPr>
            </a:lvl2pPr>
            <a:lvl3pPr>
              <a:defRPr sz="14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a:p>
            <a:pPr lvl="2"/>
            <a:endParaRPr lang="en-US"/>
          </a:p>
        </p:txBody>
      </p:sp>
    </p:spTree>
    <p:extLst>
      <p:ext uri="{BB962C8B-B14F-4D97-AF65-F5344CB8AC3E}">
        <p14:creationId xmlns:p14="http://schemas.microsoft.com/office/powerpoint/2010/main" val="99995483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vi-V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32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70127187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76553698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4286862"/>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60536144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Tree>
    <p:extLst>
      <p:ext uri="{BB962C8B-B14F-4D97-AF65-F5344CB8AC3E}">
        <p14:creationId xmlns:p14="http://schemas.microsoft.com/office/powerpoint/2010/main" val="180783120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10972800" cy="4286863"/>
          </a:xfrm>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
        <p:nvSpPr>
          <p:cNvPr id="4" name="Content Placeholder 2">
            <a:extLst>
              <a:ext uri="{FF2B5EF4-FFF2-40B4-BE49-F238E27FC236}">
                <a16:creationId xmlns:a16="http://schemas.microsoft.com/office/drawing/2014/main" id="{5204C06E-4BFD-7AE1-C5B0-925E1CA3A006}"/>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30410325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marL="514350" indent="-514350">
              <a:buFont typeface="+mj-lt"/>
              <a:buAutoNum type="arabicPeriod"/>
              <a:defRPr sz="2800">
                <a:solidFill>
                  <a:srgbClr val="0066FF"/>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Tree>
    <p:extLst>
      <p:ext uri="{BB962C8B-B14F-4D97-AF65-F5344CB8AC3E}">
        <p14:creationId xmlns:p14="http://schemas.microsoft.com/office/powerpoint/2010/main" val="27090919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10972800" cy="4286863"/>
          </a:xfrm>
        </p:spPr>
        <p:txBody>
          <a:bodyPr/>
          <a:lstStyle>
            <a:lvl1pPr marL="514350" indent="-514350">
              <a:buFont typeface="+mj-lt"/>
              <a:buAutoNum type="arabicPeriod"/>
              <a:defRPr sz="2800">
                <a:solidFill>
                  <a:srgbClr val="0066FF"/>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
        <p:nvSpPr>
          <p:cNvPr id="4" name="Content Placeholder 2">
            <a:extLst>
              <a:ext uri="{FF2B5EF4-FFF2-40B4-BE49-F238E27FC236}">
                <a16:creationId xmlns:a16="http://schemas.microsoft.com/office/drawing/2014/main" id="{EC143EFF-2D7C-66B4-AFBA-F0B1D61C26BE}"/>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85422774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0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E249C8-BF7A-4990-B3B9-274312BE8A3E}"/>
              </a:ext>
            </a:extLst>
          </p:cNvPr>
          <p:cNvSpPr>
            <a:spLocks noGrp="1"/>
          </p:cNvSpPr>
          <p:nvPr>
            <p:ph idx="1"/>
          </p:nvPr>
        </p:nvSpPr>
        <p:spPr>
          <a:xfrm>
            <a:off x="609600" y="304799"/>
            <a:ext cx="10972800" cy="5821365"/>
          </a:xfrm>
        </p:spPr>
        <p:txBody>
          <a:bodyPr/>
          <a:lstStyle>
            <a:lvl1pPr>
              <a:defRPr sz="2800"/>
            </a:lvl1pPr>
            <a:lvl2pPr>
              <a:defRPr sz="28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67491986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0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E249C8-BF7A-4990-B3B9-274312BE8A3E}"/>
              </a:ext>
            </a:extLst>
          </p:cNvPr>
          <p:cNvSpPr>
            <a:spLocks noGrp="1"/>
          </p:cNvSpPr>
          <p:nvPr>
            <p:ph idx="1"/>
          </p:nvPr>
        </p:nvSpPr>
        <p:spPr>
          <a:xfrm>
            <a:off x="609600" y="304799"/>
            <a:ext cx="10972800" cy="5582265"/>
          </a:xfrm>
        </p:spPr>
        <p:txBody>
          <a:bodyPr/>
          <a:lstStyle>
            <a:lvl1pPr>
              <a:defRPr sz="2800"/>
            </a:lvl1pPr>
            <a:lvl2pPr>
              <a:defRPr sz="28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endParaRPr lang="vi-VN"/>
          </a:p>
        </p:txBody>
      </p:sp>
      <p:sp>
        <p:nvSpPr>
          <p:cNvPr id="2" name="Content Placeholder 2">
            <a:extLst>
              <a:ext uri="{FF2B5EF4-FFF2-40B4-BE49-F238E27FC236}">
                <a16:creationId xmlns:a16="http://schemas.microsoft.com/office/drawing/2014/main" id="{6A22855E-2136-B0AC-54BE-3BB2AF005D9A}"/>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84609300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6197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56259912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6197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5" name="Content Placeholder 2">
            <a:extLst>
              <a:ext uri="{FF2B5EF4-FFF2-40B4-BE49-F238E27FC236}">
                <a16:creationId xmlns:a16="http://schemas.microsoft.com/office/drawing/2014/main" id="{B16425CE-E883-3624-A5E7-4BF4CB536FFC}"/>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235993890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68580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7543800" y="1600201"/>
            <a:ext cx="40386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341425375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68580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7543800" y="1600201"/>
            <a:ext cx="40386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5" name="Content Placeholder 2">
            <a:extLst>
              <a:ext uri="{FF2B5EF4-FFF2-40B4-BE49-F238E27FC236}">
                <a16:creationId xmlns:a16="http://schemas.microsoft.com/office/drawing/2014/main" id="{028212B4-9DFE-2A94-C8E6-5E7E3C27E079}"/>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989622958"/>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4041648"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4724400" y="1600200"/>
            <a:ext cx="68580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963645740"/>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ntent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4041648"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405831110"/>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4041648"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4724400" y="1600200"/>
            <a:ext cx="68580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5" name="Content Placeholder 2">
            <a:extLst>
              <a:ext uri="{FF2B5EF4-FFF2-40B4-BE49-F238E27FC236}">
                <a16:creationId xmlns:a16="http://schemas.microsoft.com/office/drawing/2014/main" id="{797E723B-E223-C420-ED51-5B5A20516705}"/>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373676361"/>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0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458200" cy="45259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endParaRPr lang="vi-VN"/>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525963"/>
          </a:xfrm>
        </p:spPr>
        <p:txBody>
          <a:bodyPr/>
          <a:lstStyle>
            <a:lvl1pPr>
              <a:defRPr sz="2800"/>
            </a:lvl1pPr>
            <a:lvl2pPr>
              <a:defRPr sz="2400"/>
            </a:lvl2pPr>
          </a:lstStyle>
          <a:p>
            <a:pPr lvl="0"/>
            <a:r>
              <a:rPr lang="en-US"/>
              <a:t>Click to edit Master text styles</a:t>
            </a:r>
          </a:p>
        </p:txBody>
      </p:sp>
    </p:spTree>
    <p:extLst>
      <p:ext uri="{BB962C8B-B14F-4D97-AF65-F5344CB8AC3E}">
        <p14:creationId xmlns:p14="http://schemas.microsoft.com/office/powerpoint/2010/main" val="3077042037"/>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0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458200" cy="42868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endParaRPr lang="vi-VN"/>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286863"/>
          </a:xfrm>
        </p:spPr>
        <p:txBody>
          <a:bodyPr/>
          <a:lstStyle>
            <a:lvl1pPr>
              <a:defRPr sz="2800"/>
            </a:lvl1pPr>
            <a:lvl2pPr>
              <a:defRPr sz="2400"/>
            </a:lvl2pPr>
          </a:lstStyle>
          <a:p>
            <a:pPr lvl="0"/>
            <a:r>
              <a:rPr lang="en-US"/>
              <a:t>Click to edit Master text styles</a:t>
            </a:r>
          </a:p>
        </p:txBody>
      </p:sp>
      <p:sp>
        <p:nvSpPr>
          <p:cNvPr id="4" name="Content Placeholder 2">
            <a:extLst>
              <a:ext uri="{FF2B5EF4-FFF2-40B4-BE49-F238E27FC236}">
                <a16:creationId xmlns:a16="http://schemas.microsoft.com/office/drawing/2014/main" id="{BCC583C3-4424-7F8E-3E7B-CA6ADF0427B0}"/>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516248891"/>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0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2359152" cy="4525963"/>
          </a:xfrm>
        </p:spPr>
        <p:txBody>
          <a:bodyPr/>
          <a:lstStyle>
            <a:lvl1pPr algn="just">
              <a:defRPr sz="2800"/>
            </a:lvl1pPr>
            <a:lvl2pPr>
              <a:defRPr sz="2800"/>
            </a:lvl2pPr>
            <a:lvl3pPr>
              <a:defRPr sz="2800"/>
            </a:lvl3pPr>
            <a:lvl4pPr>
              <a:defRPr sz="2800"/>
            </a:lvl4pPr>
            <a:lvl5pPr>
              <a:defRPr sz="2800"/>
            </a:lvl5pPr>
          </a:lstStyle>
          <a:p>
            <a:pPr lvl="0"/>
            <a:endParaRPr lang="vi-VN"/>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3124200" y="1600200"/>
            <a:ext cx="8458200" cy="4525963"/>
          </a:xfrm>
        </p:spPr>
        <p:txBody>
          <a:bodyPr/>
          <a:lstStyle>
            <a:lvl1pPr>
              <a:defRPr sz="2800"/>
            </a:lvl1pPr>
            <a:lvl2pPr>
              <a:defRPr sz="2800"/>
            </a:lvl2pPr>
            <a:lvl3pPr>
              <a:defRPr sz="2800"/>
            </a:lvl3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2620237141"/>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1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2"/>
            <a:ext cx="2359152" cy="4286864"/>
          </a:xfrm>
        </p:spPr>
        <p:txBody>
          <a:bodyPr/>
          <a:lstStyle>
            <a:lvl1pPr algn="just">
              <a:defRPr sz="2800"/>
            </a:lvl1pPr>
            <a:lvl2pPr>
              <a:defRPr sz="2800"/>
            </a:lvl2pPr>
            <a:lvl3pPr>
              <a:defRPr sz="2800"/>
            </a:lvl3pPr>
            <a:lvl4pPr>
              <a:defRPr sz="2800"/>
            </a:lvl4pPr>
            <a:lvl5pPr>
              <a:defRPr sz="2800"/>
            </a:lvl5pPr>
          </a:lstStyle>
          <a:p>
            <a:pPr lvl="0"/>
            <a:endParaRPr lang="vi-VN"/>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3124200" y="1600201"/>
            <a:ext cx="8458200" cy="4286864"/>
          </a:xfrm>
        </p:spPr>
        <p:txBody>
          <a:bodyPr/>
          <a:lstStyle>
            <a:lvl1pPr>
              <a:defRPr sz="2800"/>
            </a:lvl1pPr>
            <a:lvl2pPr>
              <a:defRPr sz="2800"/>
            </a:lvl2pPr>
            <a:lvl3pPr>
              <a:defRPr sz="2800"/>
            </a:lvl3pPr>
          </a:lstStyle>
          <a:p>
            <a:pPr lvl="0"/>
            <a:r>
              <a:rPr lang="en-US"/>
              <a:t>Click to edit Master text styles</a:t>
            </a:r>
          </a:p>
          <a:p>
            <a:pPr lvl="1"/>
            <a:r>
              <a:rPr lang="en-US"/>
              <a:t>Second level</a:t>
            </a:r>
          </a:p>
          <a:p>
            <a:pPr lvl="2"/>
            <a:r>
              <a:rPr lang="en-US"/>
              <a:t>Third level</a:t>
            </a:r>
            <a:endParaRPr lang="vi-VN"/>
          </a:p>
        </p:txBody>
      </p:sp>
      <p:sp>
        <p:nvSpPr>
          <p:cNvPr id="4" name="Content Placeholder 2">
            <a:extLst>
              <a:ext uri="{FF2B5EF4-FFF2-40B4-BE49-F238E27FC236}">
                <a16:creationId xmlns:a16="http://schemas.microsoft.com/office/drawing/2014/main" id="{55D3D54F-B6A2-F83D-2883-0F1C5B49BCD4}"/>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5163302"/>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Two Content 1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3901276885"/>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1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71218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71218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7" name="Content Placeholder 2">
            <a:extLst>
              <a:ext uri="{FF2B5EF4-FFF2-40B4-BE49-F238E27FC236}">
                <a16:creationId xmlns:a16="http://schemas.microsoft.com/office/drawing/2014/main" id="{895A939C-68D5-2DF8-CDA1-EB138EB7C0CD}"/>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77557769"/>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ntent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0972800" cy="522287"/>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6" name="Content Placeholder 5"/>
          <p:cNvSpPr>
            <a:spLocks noGrp="1"/>
          </p:cNvSpPr>
          <p:nvPr>
            <p:ph sz="quarter" idx="4"/>
          </p:nvPr>
        </p:nvSpPr>
        <p:spPr>
          <a:xfrm>
            <a:off x="6193368" y="2174875"/>
            <a:ext cx="5389033"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28587502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ntent 1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0972800" cy="522287"/>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71218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6" name="Content Placeholder 5"/>
          <p:cNvSpPr>
            <a:spLocks noGrp="1"/>
          </p:cNvSpPr>
          <p:nvPr>
            <p:ph sz="quarter" idx="4"/>
          </p:nvPr>
        </p:nvSpPr>
        <p:spPr>
          <a:xfrm>
            <a:off x="6193368" y="2174875"/>
            <a:ext cx="5389033" cy="371218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5" name="Content Placeholder 2">
            <a:extLst>
              <a:ext uri="{FF2B5EF4-FFF2-40B4-BE49-F238E27FC236}">
                <a16:creationId xmlns:a16="http://schemas.microsoft.com/office/drawing/2014/main" id="{E44EB4D9-43E9-2D6E-F53C-2767330A2DF4}"/>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496161169"/>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01">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800" b="1"/>
            </a:lvl1pPr>
          </a:lstStyle>
          <a:p>
            <a:r>
              <a:rPr lang="en-US"/>
              <a:t>Click to edit Master title style</a:t>
            </a:r>
            <a:endParaRPr lang="vi-VN"/>
          </a:p>
        </p:txBody>
      </p:sp>
      <p:sp>
        <p:nvSpPr>
          <p:cNvPr id="3" name="Content Placeholder 2"/>
          <p:cNvSpPr>
            <a:spLocks noGrp="1"/>
          </p:cNvSpPr>
          <p:nvPr>
            <p:ph idx="1"/>
          </p:nvPr>
        </p:nvSpPr>
        <p:spPr>
          <a:xfrm>
            <a:off x="4766733" y="990599"/>
            <a:ext cx="6815667" cy="5153025"/>
          </a:xfrm>
        </p:spPr>
        <p:txBody>
          <a:bodyPr/>
          <a:lstStyle>
            <a:lvl1pPr>
              <a:defRPr sz="2800"/>
            </a:lvl1pPr>
            <a:lvl2pPr>
              <a:defRPr sz="2800"/>
            </a:lvl2pPr>
            <a:lvl3pPr>
              <a:defRPr sz="2800"/>
            </a:lvl3pPr>
            <a:lvl4pPr>
              <a:defRPr sz="2800"/>
            </a:lvl4pPr>
            <a:lvl5pPr>
              <a:defRPr sz="2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endParaRPr lang="vi-V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16639908"/>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Caption 02">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800" b="1"/>
            </a:lvl1pPr>
          </a:lstStyle>
          <a:p>
            <a:r>
              <a:rPr lang="en-US"/>
              <a:t>Click to edit Master title style</a:t>
            </a:r>
            <a:endParaRPr lang="vi-VN"/>
          </a:p>
        </p:txBody>
      </p:sp>
      <p:sp>
        <p:nvSpPr>
          <p:cNvPr id="3" name="Content Placeholder 2"/>
          <p:cNvSpPr>
            <a:spLocks noGrp="1"/>
          </p:cNvSpPr>
          <p:nvPr>
            <p:ph idx="1"/>
          </p:nvPr>
        </p:nvSpPr>
        <p:spPr>
          <a:xfrm>
            <a:off x="4766733" y="990600"/>
            <a:ext cx="6815667" cy="4896464"/>
          </a:xfrm>
        </p:spPr>
        <p:txBody>
          <a:bodyPr/>
          <a:lstStyle>
            <a:lvl1pPr>
              <a:defRPr sz="2800"/>
            </a:lvl1pPr>
            <a:lvl2pPr>
              <a:defRPr sz="2800"/>
            </a:lvl2pPr>
            <a:lvl3pPr>
              <a:defRPr sz="2800"/>
            </a:lvl3pPr>
            <a:lvl4pPr>
              <a:defRPr sz="2800"/>
            </a:lvl4pPr>
            <a:lvl5pPr>
              <a:defRPr sz="2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endParaRPr lang="vi-VN"/>
          </a:p>
        </p:txBody>
      </p:sp>
      <p:sp>
        <p:nvSpPr>
          <p:cNvPr id="4" name="Text Placeholder 3"/>
          <p:cNvSpPr>
            <a:spLocks noGrp="1"/>
          </p:cNvSpPr>
          <p:nvPr>
            <p:ph type="body" sz="half" idx="2"/>
          </p:nvPr>
        </p:nvSpPr>
        <p:spPr>
          <a:xfrm>
            <a:off x="609601" y="1435101"/>
            <a:ext cx="4011084" cy="4451963"/>
          </a:xfrm>
        </p:spPr>
        <p:txBody>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2">
            <a:extLst>
              <a:ext uri="{FF2B5EF4-FFF2-40B4-BE49-F238E27FC236}">
                <a16:creationId xmlns:a16="http://schemas.microsoft.com/office/drawing/2014/main" id="{10B9B77A-A705-2B88-D26C-888E54B9A2A2}"/>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721317589"/>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Up Down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2194560"/>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3921189"/>
            <a:ext cx="10972800" cy="2194560"/>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08040965"/>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Up Down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2103120"/>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3781425"/>
            <a:ext cx="10972800" cy="2103120"/>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
        <p:nvSpPr>
          <p:cNvPr id="4" name="Content Placeholder 2">
            <a:extLst>
              <a:ext uri="{FF2B5EF4-FFF2-40B4-BE49-F238E27FC236}">
                <a16:creationId xmlns:a16="http://schemas.microsoft.com/office/drawing/2014/main" id="{57311796-72DC-4BB7-31C2-CB4F68F76B24}"/>
              </a:ext>
            </a:extLst>
          </p:cNvPr>
          <p:cNvSpPr>
            <a:spLocks noGrp="1"/>
          </p:cNvSpPr>
          <p:nvPr>
            <p:ph idx="17"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729188282"/>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Up Down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1336608"/>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3119376"/>
            <a:ext cx="10972800" cy="3014661"/>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8613066"/>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Up Down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1336608"/>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3119377"/>
            <a:ext cx="10972800" cy="2767688"/>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
        <p:nvSpPr>
          <p:cNvPr id="4" name="Content Placeholder 2">
            <a:extLst>
              <a:ext uri="{FF2B5EF4-FFF2-40B4-BE49-F238E27FC236}">
                <a16:creationId xmlns:a16="http://schemas.microsoft.com/office/drawing/2014/main" id="{DD504C8E-CD1E-7326-602A-6498C81631E4}"/>
              </a:ext>
            </a:extLst>
          </p:cNvPr>
          <p:cNvSpPr>
            <a:spLocks noGrp="1"/>
          </p:cNvSpPr>
          <p:nvPr>
            <p:ph idx="17"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795428293"/>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Up Down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3017520"/>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4726052"/>
            <a:ext cx="10972800" cy="1335024"/>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19919018"/>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Up Down 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2819397"/>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4552950"/>
            <a:ext cx="10972800" cy="1335024"/>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
        <p:nvSpPr>
          <p:cNvPr id="4" name="Content Placeholder 2">
            <a:extLst>
              <a:ext uri="{FF2B5EF4-FFF2-40B4-BE49-F238E27FC236}">
                <a16:creationId xmlns:a16="http://schemas.microsoft.com/office/drawing/2014/main" id="{D4A4C1F9-81CD-D56F-EC94-62A54EC01336}"/>
              </a:ext>
            </a:extLst>
          </p:cNvPr>
          <p:cNvSpPr>
            <a:spLocks noGrp="1"/>
          </p:cNvSpPr>
          <p:nvPr>
            <p:ph idx="17"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788554045"/>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ird Content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5720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5720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5720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3865494"/>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ird Content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06246569"/>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 Content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7" name="Content Placeholder 2">
            <a:extLst>
              <a:ext uri="{FF2B5EF4-FFF2-40B4-BE49-F238E27FC236}">
                <a16:creationId xmlns:a16="http://schemas.microsoft.com/office/drawing/2014/main" id="{D4EA549A-C581-4C37-B257-ACE55CAD4DF6}"/>
              </a:ext>
            </a:extLst>
          </p:cNvPr>
          <p:cNvSpPr>
            <a:spLocks noGrp="1"/>
          </p:cNvSpPr>
          <p:nvPr>
            <p:ph sz="half" idx="12"/>
          </p:nvPr>
        </p:nvSpPr>
        <p:spPr>
          <a:xfrm>
            <a:off x="0" y="3886200"/>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9" name="Content Placeholder 2">
            <a:extLst>
              <a:ext uri="{FF2B5EF4-FFF2-40B4-BE49-F238E27FC236}">
                <a16:creationId xmlns:a16="http://schemas.microsoft.com/office/drawing/2014/main" id="{00016720-4FC2-4205-9886-7838EB044331}"/>
              </a:ext>
            </a:extLst>
          </p:cNvPr>
          <p:cNvSpPr>
            <a:spLocks noGrp="1"/>
          </p:cNvSpPr>
          <p:nvPr>
            <p:ph sz="half" idx="13"/>
          </p:nvPr>
        </p:nvSpPr>
        <p:spPr>
          <a:xfrm>
            <a:off x="6197600" y="1608826"/>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10" name="Content Placeholder 2">
            <a:extLst>
              <a:ext uri="{FF2B5EF4-FFF2-40B4-BE49-F238E27FC236}">
                <a16:creationId xmlns:a16="http://schemas.microsoft.com/office/drawing/2014/main" id="{CE828636-495F-44E0-8340-BCE2B3F47166}"/>
              </a:ext>
            </a:extLst>
          </p:cNvPr>
          <p:cNvSpPr>
            <a:spLocks noGrp="1"/>
          </p:cNvSpPr>
          <p:nvPr>
            <p:ph sz="half" idx="14"/>
          </p:nvPr>
        </p:nvSpPr>
        <p:spPr>
          <a:xfrm>
            <a:off x="6197600" y="3894825"/>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3501676564"/>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our Content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7" name="Content Placeholder 2">
            <a:extLst>
              <a:ext uri="{FF2B5EF4-FFF2-40B4-BE49-F238E27FC236}">
                <a16:creationId xmlns:a16="http://schemas.microsoft.com/office/drawing/2014/main" id="{1E586163-080C-4D92-9FF5-83B9A124C31B}"/>
              </a:ext>
            </a:extLst>
          </p:cNvPr>
          <p:cNvSpPr>
            <a:spLocks noGrp="1"/>
          </p:cNvSpPr>
          <p:nvPr>
            <p:ph sz="half" idx="12"/>
          </p:nvPr>
        </p:nvSpPr>
        <p:spPr>
          <a:xfrm>
            <a:off x="30988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8" name="Content Placeholder 2">
            <a:extLst>
              <a:ext uri="{FF2B5EF4-FFF2-40B4-BE49-F238E27FC236}">
                <a16:creationId xmlns:a16="http://schemas.microsoft.com/office/drawing/2014/main" id="{60879BDB-29CC-404E-9DCA-E89C7B9070DD}"/>
              </a:ext>
            </a:extLst>
          </p:cNvPr>
          <p:cNvSpPr>
            <a:spLocks noGrp="1"/>
          </p:cNvSpPr>
          <p:nvPr>
            <p:ph sz="half" idx="13"/>
          </p:nvPr>
        </p:nvSpPr>
        <p:spPr>
          <a:xfrm>
            <a:off x="62103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2494B703-5983-4A4F-B197-D2C64EAA9F6A}"/>
              </a:ext>
            </a:extLst>
          </p:cNvPr>
          <p:cNvSpPr>
            <a:spLocks noGrp="1"/>
          </p:cNvSpPr>
          <p:nvPr>
            <p:ph sz="half" idx="14"/>
          </p:nvPr>
        </p:nvSpPr>
        <p:spPr>
          <a:xfrm>
            <a:off x="93472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06970055"/>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Content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0"/>
            <a:ext cx="2844800" cy="4288536"/>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7" name="Content Placeholder 2">
            <a:extLst>
              <a:ext uri="{FF2B5EF4-FFF2-40B4-BE49-F238E27FC236}">
                <a16:creationId xmlns:a16="http://schemas.microsoft.com/office/drawing/2014/main" id="{1E586163-080C-4D92-9FF5-83B9A124C31B}"/>
              </a:ext>
            </a:extLst>
          </p:cNvPr>
          <p:cNvSpPr>
            <a:spLocks noGrp="1"/>
          </p:cNvSpPr>
          <p:nvPr>
            <p:ph sz="half" idx="12"/>
          </p:nvPr>
        </p:nvSpPr>
        <p:spPr>
          <a:xfrm>
            <a:off x="3098800" y="1600200"/>
            <a:ext cx="2844800" cy="4288536"/>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8" name="Content Placeholder 2">
            <a:extLst>
              <a:ext uri="{FF2B5EF4-FFF2-40B4-BE49-F238E27FC236}">
                <a16:creationId xmlns:a16="http://schemas.microsoft.com/office/drawing/2014/main" id="{60879BDB-29CC-404E-9DCA-E89C7B9070DD}"/>
              </a:ext>
            </a:extLst>
          </p:cNvPr>
          <p:cNvSpPr>
            <a:spLocks noGrp="1"/>
          </p:cNvSpPr>
          <p:nvPr>
            <p:ph sz="half" idx="13"/>
          </p:nvPr>
        </p:nvSpPr>
        <p:spPr>
          <a:xfrm>
            <a:off x="6210300" y="1600200"/>
            <a:ext cx="2844800" cy="4288536"/>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2494B703-5983-4A4F-B197-D2C64EAA9F6A}"/>
              </a:ext>
            </a:extLst>
          </p:cNvPr>
          <p:cNvSpPr>
            <a:spLocks noGrp="1"/>
          </p:cNvSpPr>
          <p:nvPr>
            <p:ph sz="half" idx="14"/>
          </p:nvPr>
        </p:nvSpPr>
        <p:spPr>
          <a:xfrm>
            <a:off x="9347200" y="1600200"/>
            <a:ext cx="2844800" cy="4288536"/>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4" name="Content Placeholder 2">
            <a:extLst>
              <a:ext uri="{FF2B5EF4-FFF2-40B4-BE49-F238E27FC236}">
                <a16:creationId xmlns:a16="http://schemas.microsoft.com/office/drawing/2014/main" id="{166FD81B-D664-FF76-F971-91B15C5A35D7}"/>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613338590"/>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ontent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8077200" cy="990599"/>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4" name="Content Placeholder 3"/>
          <p:cNvSpPr>
            <a:spLocks noGrp="1"/>
          </p:cNvSpPr>
          <p:nvPr>
            <p:ph sz="half" idx="2"/>
          </p:nvPr>
        </p:nvSpPr>
        <p:spPr>
          <a:xfrm>
            <a:off x="8763000" y="1600201"/>
            <a:ext cx="2819400" cy="990599"/>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1" name="Content Placeholder 2">
            <a:extLst>
              <a:ext uri="{FF2B5EF4-FFF2-40B4-BE49-F238E27FC236}">
                <a16:creationId xmlns:a16="http://schemas.microsoft.com/office/drawing/2014/main" id="{E4A1A4A6-69C0-4EC3-B5CC-CC08837714D4}"/>
              </a:ext>
            </a:extLst>
          </p:cNvPr>
          <p:cNvSpPr>
            <a:spLocks noGrp="1"/>
          </p:cNvSpPr>
          <p:nvPr>
            <p:ph sz="half" idx="12"/>
          </p:nvPr>
        </p:nvSpPr>
        <p:spPr>
          <a:xfrm>
            <a:off x="609600" y="2680855"/>
            <a:ext cx="8077200" cy="900545"/>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2" name="Content Placeholder 3">
            <a:extLst>
              <a:ext uri="{FF2B5EF4-FFF2-40B4-BE49-F238E27FC236}">
                <a16:creationId xmlns:a16="http://schemas.microsoft.com/office/drawing/2014/main" id="{3E39D719-3B3B-4F96-BE3F-4E767D23D3DC}"/>
              </a:ext>
            </a:extLst>
          </p:cNvPr>
          <p:cNvSpPr>
            <a:spLocks noGrp="1"/>
          </p:cNvSpPr>
          <p:nvPr>
            <p:ph sz="half" idx="13"/>
          </p:nvPr>
        </p:nvSpPr>
        <p:spPr>
          <a:xfrm>
            <a:off x="8763000" y="2680855"/>
            <a:ext cx="2819400" cy="900545"/>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3" name="Content Placeholder 2">
            <a:extLst>
              <a:ext uri="{FF2B5EF4-FFF2-40B4-BE49-F238E27FC236}">
                <a16:creationId xmlns:a16="http://schemas.microsoft.com/office/drawing/2014/main" id="{D7791AFD-E53B-48D7-8A3C-24F9B9314932}"/>
              </a:ext>
            </a:extLst>
          </p:cNvPr>
          <p:cNvSpPr>
            <a:spLocks noGrp="1"/>
          </p:cNvSpPr>
          <p:nvPr>
            <p:ph sz="half" idx="14"/>
          </p:nvPr>
        </p:nvSpPr>
        <p:spPr>
          <a:xfrm>
            <a:off x="609600" y="3733801"/>
            <a:ext cx="8077200" cy="990599"/>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4" name="Content Placeholder 3">
            <a:extLst>
              <a:ext uri="{FF2B5EF4-FFF2-40B4-BE49-F238E27FC236}">
                <a16:creationId xmlns:a16="http://schemas.microsoft.com/office/drawing/2014/main" id="{7784060D-E07A-4765-948A-FC9071F8DDC5}"/>
              </a:ext>
            </a:extLst>
          </p:cNvPr>
          <p:cNvSpPr>
            <a:spLocks noGrp="1"/>
          </p:cNvSpPr>
          <p:nvPr>
            <p:ph sz="half" idx="15"/>
          </p:nvPr>
        </p:nvSpPr>
        <p:spPr>
          <a:xfrm>
            <a:off x="8763000" y="3733801"/>
            <a:ext cx="2819400" cy="990599"/>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5" name="Content Placeholder 2">
            <a:extLst>
              <a:ext uri="{FF2B5EF4-FFF2-40B4-BE49-F238E27FC236}">
                <a16:creationId xmlns:a16="http://schemas.microsoft.com/office/drawing/2014/main" id="{A67EFF06-2483-4600-B6B9-3D1CE50220DD}"/>
              </a:ext>
            </a:extLst>
          </p:cNvPr>
          <p:cNvSpPr>
            <a:spLocks noGrp="1"/>
          </p:cNvSpPr>
          <p:nvPr>
            <p:ph sz="half" idx="16"/>
          </p:nvPr>
        </p:nvSpPr>
        <p:spPr>
          <a:xfrm>
            <a:off x="609600" y="4814455"/>
            <a:ext cx="8077200" cy="900545"/>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6" name="Content Placeholder 3">
            <a:extLst>
              <a:ext uri="{FF2B5EF4-FFF2-40B4-BE49-F238E27FC236}">
                <a16:creationId xmlns:a16="http://schemas.microsoft.com/office/drawing/2014/main" id="{C22FA758-800C-4200-9C64-1F16B8C51CA7}"/>
              </a:ext>
            </a:extLst>
          </p:cNvPr>
          <p:cNvSpPr>
            <a:spLocks noGrp="1"/>
          </p:cNvSpPr>
          <p:nvPr>
            <p:ph sz="half" idx="17"/>
          </p:nvPr>
        </p:nvSpPr>
        <p:spPr>
          <a:xfrm>
            <a:off x="8763000" y="4814455"/>
            <a:ext cx="2819400" cy="900545"/>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endParaRPr lang="en-US"/>
          </a:p>
        </p:txBody>
      </p:sp>
    </p:spTree>
    <p:extLst>
      <p:ext uri="{BB962C8B-B14F-4D97-AF65-F5344CB8AC3E}">
        <p14:creationId xmlns:p14="http://schemas.microsoft.com/office/powerpoint/2010/main" val="1809676352"/>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Tree>
    <p:extLst>
      <p:ext uri="{BB962C8B-B14F-4D97-AF65-F5344CB8AC3E}">
        <p14:creationId xmlns:p14="http://schemas.microsoft.com/office/powerpoint/2010/main" val="4112719614"/>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reative 01">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1066801"/>
            <a:ext cx="5994400" cy="5059363"/>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97600" y="0"/>
            <a:ext cx="5994400" cy="914401"/>
          </a:xfrm>
          <a:solidFill>
            <a:srgbClr val="00B0F0"/>
          </a:solidFill>
        </p:spPr>
        <p:txBody>
          <a:bodyPr/>
          <a:lstStyle>
            <a:lvl1pPr marL="0" indent="0">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Tree>
    <p:extLst>
      <p:ext uri="{BB962C8B-B14F-4D97-AF65-F5344CB8AC3E}">
        <p14:creationId xmlns:p14="http://schemas.microsoft.com/office/powerpoint/2010/main" val="1875669295"/>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reative 02">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1066801"/>
            <a:ext cx="3022600" cy="5059363"/>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97600" y="0"/>
            <a:ext cx="5994400" cy="914401"/>
          </a:xfrm>
          <a:solidFill>
            <a:srgbClr val="00B0F0"/>
          </a:solidFill>
        </p:spPr>
        <p:txBody>
          <a:bodyPr/>
          <a:lstStyle>
            <a:lvl1pPr marL="0" indent="0">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
        <p:nvSpPr>
          <p:cNvPr id="7" name="Content Placeholder 3">
            <a:extLst>
              <a:ext uri="{FF2B5EF4-FFF2-40B4-BE49-F238E27FC236}">
                <a16:creationId xmlns:a16="http://schemas.microsoft.com/office/drawing/2014/main" id="{41B544BE-4259-4202-9EEF-29A5F771B6E3}"/>
              </a:ext>
            </a:extLst>
          </p:cNvPr>
          <p:cNvSpPr>
            <a:spLocks noGrp="1"/>
          </p:cNvSpPr>
          <p:nvPr>
            <p:ph sz="half" idx="13"/>
          </p:nvPr>
        </p:nvSpPr>
        <p:spPr>
          <a:xfrm>
            <a:off x="9239864" y="1066800"/>
            <a:ext cx="2952136" cy="5059363"/>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2150584009"/>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reative 03">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914400"/>
            <a:ext cx="5994400" cy="5257800"/>
          </a:xfrm>
          <a:solidFill>
            <a:schemeClr val="bg1"/>
          </a:solidFill>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469903849"/>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reative 04">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0"/>
            <a:ext cx="5994400" cy="6172200"/>
          </a:xfrm>
          <a:solidFill>
            <a:schemeClr val="bg1"/>
          </a:solidFill>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3303610944"/>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3719429"/>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8600" y="2130426"/>
            <a:ext cx="11811000" cy="3508374"/>
          </a:xfrm>
        </p:spPr>
        <p:txBody>
          <a:bodyPr/>
          <a:lstStyle>
            <a:lvl1pPr>
              <a:defRPr sz="2000"/>
            </a:lvl1pPr>
          </a:lstStyle>
          <a:p>
            <a:r>
              <a:rPr lang="en-US" sz="4800"/>
              <a:t>Cảm ơn quí vị đã lắng nghe</a:t>
            </a:r>
            <a:br>
              <a:rPr lang="en-US" sz="4800"/>
            </a:br>
            <a:br>
              <a:rPr lang="en-US" sz="4800"/>
            </a:br>
            <a:r>
              <a:rPr lang="en-US" sz="4800">
                <a:solidFill>
                  <a:srgbClr val="0066FF"/>
                </a:solidFill>
              </a:rPr>
              <a:t>ĐẠI HỌC QUỐC GIA TP.HCM</a:t>
            </a:r>
            <a:br>
              <a:rPr lang="en-US" sz="4800">
                <a:solidFill>
                  <a:srgbClr val="0066FF"/>
                </a:solidFill>
              </a:rPr>
            </a:br>
            <a:r>
              <a:rPr lang="en-US" sz="4400">
                <a:solidFill>
                  <a:srgbClr val="FF0000"/>
                </a:solidFill>
              </a:rPr>
              <a:t>TR</a:t>
            </a:r>
            <a:r>
              <a:rPr lang="vi-VN" sz="4400">
                <a:solidFill>
                  <a:srgbClr val="FF0000"/>
                </a:solidFill>
              </a:rPr>
              <a:t>Ư</a:t>
            </a:r>
            <a:r>
              <a:rPr lang="en-US" sz="4400">
                <a:solidFill>
                  <a:srgbClr val="FF0000"/>
                </a:solidFill>
              </a:rPr>
              <a:t>ỜNG ĐH CÔNG NGHỆ THÔNG TIN</a:t>
            </a:r>
            <a:br>
              <a:rPr lang="en-US" sz="4400">
                <a:solidFill>
                  <a:srgbClr val="FF0000"/>
                </a:solidFill>
              </a:rPr>
            </a:br>
            <a:r>
              <a:rPr lang="en-US" sz="4400">
                <a:solidFill>
                  <a:srgbClr val="0066FF"/>
                </a:solidFill>
              </a:rPr>
              <a:t>TOÀN DIỆN – SÁNG TẠO – PHỤNG SỰ</a:t>
            </a:r>
            <a:r>
              <a:rPr lang="en-US" sz="4400"/>
              <a:t> </a:t>
            </a:r>
            <a:endParaRPr lang="vi-VN"/>
          </a:p>
        </p:txBody>
      </p:sp>
    </p:spTree>
    <p:extLst>
      <p:ext uri="{BB962C8B-B14F-4D97-AF65-F5344CB8AC3E}">
        <p14:creationId xmlns:p14="http://schemas.microsoft.com/office/powerpoint/2010/main" val="2394464083"/>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2_Title Slide 05">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3508374"/>
          </a:xfrm>
        </p:spPr>
        <p:txBody>
          <a:bodyPr/>
          <a:lstStyle>
            <a:lvl1pPr>
              <a:defRPr>
                <a:solidFill>
                  <a:srgbClr val="FF0000"/>
                </a:solidFill>
              </a:defRPr>
            </a:lvl1pPr>
          </a:lstStyle>
          <a:p>
            <a:r>
              <a:rPr lang="en-US"/>
              <a:t>Click to edit Master title style</a:t>
            </a:r>
            <a:endParaRPr lang="vi-VN"/>
          </a:p>
        </p:txBody>
      </p:sp>
    </p:spTree>
    <p:extLst>
      <p:ext uri="{BB962C8B-B14F-4D97-AF65-F5344CB8AC3E}">
        <p14:creationId xmlns:p14="http://schemas.microsoft.com/office/powerpoint/2010/main" val="2601791323"/>
      </p:ext>
    </p:extLst>
  </p:cSld>
  <p:clrMapOvr>
    <a:masterClrMapping/>
  </p:clrMapOvr>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1">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9" name="TextBox 8"/>
          <p:cNvSpPr txBox="1"/>
          <p:nvPr userDrawn="1"/>
        </p:nvSpPr>
        <p:spPr>
          <a:xfrm>
            <a:off x="11379200" y="6324600"/>
            <a:ext cx="812800" cy="369332"/>
          </a:xfrm>
          <a:prstGeom prst="rect">
            <a:avLst/>
          </a:prstGeom>
          <a:noFill/>
        </p:spPr>
        <p:txBody>
          <a:bodyPr wrap="square" rtlCol="0">
            <a:spAutoFit/>
          </a:bodyPr>
          <a:lstStyle/>
          <a:p>
            <a:pPr algn="ctr"/>
            <a:fld id="{4A916C17-A3B0-4CE4-88CA-9129F443D2C0}" type="slidenum">
              <a:rPr lang="en-US" smtClean="0"/>
              <a:pPr algn="ctr"/>
              <a:t>‹#›</a:t>
            </a:fld>
            <a:endParaRPr lang="en-US"/>
          </a:p>
        </p:txBody>
      </p:sp>
    </p:spTree>
  </p:cSld>
  <p:clrMap bg1="lt1" tx1="dk1" bg2="lt2" tx2="dk2" accent1="accent1" accent2="accent2" accent3="accent3" accent4="accent4" accent5="accent5" accent6="accent6" hlink="hlink" folHlink="folHlink"/>
  <p:sldLayoutIdLst>
    <p:sldLayoutId id="2147483722" r:id="rId1"/>
    <p:sldLayoutId id="2147483721" r:id="rId2"/>
    <p:sldLayoutId id="2147483723" r:id="rId3"/>
    <p:sldLayoutId id="2147483652" r:id="rId4"/>
    <p:sldLayoutId id="2147483650" r:id="rId5"/>
    <p:sldLayoutId id="2147483677" r:id="rId6"/>
    <p:sldLayoutId id="2147483691" r:id="rId7"/>
    <p:sldLayoutId id="2147483724" r:id="rId8"/>
    <p:sldLayoutId id="2147483699" r:id="rId9"/>
    <p:sldLayoutId id="2147483725" r:id="rId10"/>
    <p:sldLayoutId id="2147483717" r:id="rId11"/>
    <p:sldLayoutId id="2147483726" r:id="rId12"/>
    <p:sldLayoutId id="2147483653" r:id="rId13"/>
    <p:sldLayoutId id="2147483727" r:id="rId14"/>
    <p:sldLayoutId id="2147483706" r:id="rId15"/>
    <p:sldLayoutId id="2147483728" r:id="rId16"/>
    <p:sldLayoutId id="2147483708" r:id="rId17"/>
    <p:sldLayoutId id="2147483739" r:id="rId18"/>
    <p:sldLayoutId id="2147483729" r:id="rId19"/>
    <p:sldLayoutId id="2147483700" r:id="rId20"/>
    <p:sldLayoutId id="2147483730" r:id="rId21"/>
    <p:sldLayoutId id="2147483707" r:id="rId22"/>
    <p:sldLayoutId id="2147483731" r:id="rId23"/>
    <p:sldLayoutId id="2147483712" r:id="rId24"/>
    <p:sldLayoutId id="2147483732" r:id="rId25"/>
    <p:sldLayoutId id="2147483713" r:id="rId26"/>
    <p:sldLayoutId id="2147483733" r:id="rId27"/>
    <p:sldLayoutId id="2147483715" r:id="rId28"/>
    <p:sldLayoutId id="2147483734" r:id="rId29"/>
    <p:sldLayoutId id="2147483701" r:id="rId30"/>
    <p:sldLayoutId id="2147483735" r:id="rId31"/>
    <p:sldLayoutId id="2147483710" r:id="rId32"/>
    <p:sldLayoutId id="2147483736" r:id="rId33"/>
    <p:sldLayoutId id="2147483737" r:id="rId34"/>
    <p:sldLayoutId id="2147483711" r:id="rId35"/>
    <p:sldLayoutId id="2147483686" r:id="rId36"/>
    <p:sldLayoutId id="2147483718" r:id="rId37"/>
    <p:sldLayoutId id="2147483694" r:id="rId38"/>
    <p:sldLayoutId id="2147483688" r:id="rId39"/>
    <p:sldLayoutId id="2147483719" r:id="rId40"/>
    <p:sldLayoutId id="2147483687" r:id="rId41"/>
    <p:sldLayoutId id="2147483655" r:id="rId42"/>
    <p:sldLayoutId id="2147483702" r:id="rId43"/>
    <p:sldLayoutId id="2147483703" r:id="rId44"/>
    <p:sldLayoutId id="2147483704" r:id="rId45"/>
    <p:sldLayoutId id="2147483705" r:id="rId46"/>
    <p:sldLayoutId id="2147483716" r:id="rId47"/>
    <p:sldLayoutId id="2147483720" r:id="rId48"/>
    <p:sldLayoutId id="2147483738" r:id="rId49"/>
  </p:sldLayoutIdLst>
  <p:transition/>
  <p:hf sldNum="0" hdr="0" ftr="0" dt="0"/>
  <p:txStyles>
    <p:titleStyle>
      <a:lvl1pPr algn="ctr" rtl="0" eaLnBrk="0" fontAlgn="base" hangingPunct="0">
        <a:spcBef>
          <a:spcPct val="0"/>
        </a:spcBef>
        <a:spcAft>
          <a:spcPct val="0"/>
        </a:spcAft>
        <a:defRPr sz="4400" b="1">
          <a:solidFill>
            <a:srgbClr val="FF0000"/>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just" rtl="0" eaLnBrk="0" fontAlgn="base" hangingPunct="0">
        <a:spcBef>
          <a:spcPct val="20000"/>
        </a:spcBef>
        <a:spcAft>
          <a:spcPct val="0"/>
        </a:spcAft>
        <a:buFont typeface="Arial" panose="020B0604020202020204" pitchFamily="34" charset="0"/>
        <a:buChar char="─"/>
        <a:defRPr sz="2800">
          <a:solidFill>
            <a:srgbClr val="0066FF"/>
          </a:solidFill>
          <a:latin typeface="+mn-lt"/>
          <a:ea typeface="+mn-ea"/>
          <a:cs typeface="+mn-cs"/>
        </a:defRPr>
      </a:lvl1pPr>
      <a:lvl2pPr marL="742950" indent="-285750" algn="just" rtl="0" eaLnBrk="0" fontAlgn="base" hangingPunct="0">
        <a:spcBef>
          <a:spcPct val="20000"/>
        </a:spcBef>
        <a:spcAft>
          <a:spcPct val="0"/>
        </a:spcAft>
        <a:buFont typeface="Arial" panose="020B0604020202020204" pitchFamily="34" charset="0"/>
        <a:buChar char="+"/>
        <a:defRPr sz="2800">
          <a:solidFill>
            <a:srgbClr val="FF0000"/>
          </a:solidFill>
          <a:latin typeface="+mn-lt"/>
        </a:defRPr>
      </a:lvl2pPr>
      <a:lvl3pPr marL="1143000" indent="-228600" algn="just" rtl="0" eaLnBrk="0" fontAlgn="base" hangingPunct="0">
        <a:spcBef>
          <a:spcPct val="20000"/>
        </a:spcBef>
        <a:spcAft>
          <a:spcPct val="0"/>
        </a:spcAft>
        <a:buChar char="•"/>
        <a:defRPr sz="2800">
          <a:solidFill>
            <a:srgbClr val="0066FF"/>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84C86-7609-D4A3-1353-AEB012BFE77C}"/>
              </a:ext>
            </a:extLst>
          </p:cNvPr>
          <p:cNvSpPr>
            <a:spLocks noGrp="1"/>
          </p:cNvSpPr>
          <p:nvPr>
            <p:ph type="ctrTitle"/>
          </p:nvPr>
        </p:nvSpPr>
        <p:spPr/>
        <p:txBody>
          <a:bodyPr/>
          <a:lstStyle/>
          <a:p>
            <a:r>
              <a:rPr lang="en-US">
                <a:solidFill>
                  <a:srgbClr val="0066FF"/>
                </a:solidFill>
              </a:rPr>
              <a:t>PHÂN TÍCH YÊU CẦU PHẦN MỀM</a:t>
            </a:r>
            <a:br>
              <a:rPr lang="en-US"/>
            </a:br>
            <a:r>
              <a:rPr lang="en-US"/>
              <a:t>SOFTWARE REQUIREMENTS ANALYSIS</a:t>
            </a:r>
          </a:p>
        </p:txBody>
      </p:sp>
      <p:sp>
        <p:nvSpPr>
          <p:cNvPr id="3" name="Subtitle 2">
            <a:extLst>
              <a:ext uri="{FF2B5EF4-FFF2-40B4-BE49-F238E27FC236}">
                <a16:creationId xmlns:a16="http://schemas.microsoft.com/office/drawing/2014/main" id="{57C4F488-B428-666E-969C-22FA8787B94D}"/>
              </a:ext>
            </a:extLst>
          </p:cNvPr>
          <p:cNvSpPr>
            <a:spLocks noGrp="1"/>
          </p:cNvSpPr>
          <p:nvPr>
            <p:ph type="subTitle" idx="1"/>
          </p:nvPr>
        </p:nvSpPr>
        <p:spPr/>
        <p:txBody>
          <a:bodyPr/>
          <a:lstStyle/>
          <a:p>
            <a:r>
              <a:rPr lang="en-US"/>
              <a:t>TS. Nguyễn Tấn Trần Minh Khang</a:t>
            </a:r>
          </a:p>
        </p:txBody>
      </p:sp>
    </p:spTree>
    <p:extLst>
      <p:ext uri="{BB962C8B-B14F-4D97-AF65-F5344CB8AC3E}">
        <p14:creationId xmlns:p14="http://schemas.microsoft.com/office/powerpoint/2010/main" val="44870226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0D6980E-F1CC-08EE-D6C3-24E137E1CE09}"/>
              </a:ext>
            </a:extLst>
          </p:cNvPr>
          <p:cNvSpPr>
            <a:spLocks noGrp="1"/>
          </p:cNvSpPr>
          <p:nvPr>
            <p:ph type="title"/>
          </p:nvPr>
        </p:nvSpPr>
        <p:spPr/>
        <p:txBody>
          <a:bodyPr/>
          <a:lstStyle/>
          <a:p>
            <a:r>
              <a:rPr lang="en-US"/>
              <a:t>Nội dung</a:t>
            </a:r>
          </a:p>
        </p:txBody>
      </p:sp>
      <p:sp>
        <p:nvSpPr>
          <p:cNvPr id="6" name="Content Placeholder 5">
            <a:extLst>
              <a:ext uri="{FF2B5EF4-FFF2-40B4-BE49-F238E27FC236}">
                <a16:creationId xmlns:a16="http://schemas.microsoft.com/office/drawing/2014/main" id="{5E3FA065-3E74-BDB4-DBB9-C7A63DDDAB3D}"/>
              </a:ext>
            </a:extLst>
          </p:cNvPr>
          <p:cNvSpPr>
            <a:spLocks noGrp="1"/>
          </p:cNvSpPr>
          <p:nvPr>
            <p:ph idx="1"/>
          </p:nvPr>
        </p:nvSpPr>
        <p:spPr/>
        <p:txBody>
          <a:bodyPr/>
          <a:lstStyle/>
          <a:p>
            <a:pPr marL="514350" indent="-514350">
              <a:buFont typeface="+mj-lt"/>
              <a:buAutoNum type="arabicPeriod"/>
            </a:pPr>
            <a:r>
              <a:rPr lang="en-US"/>
              <a:t>Mô hình hóa yêu cầu phần mềm</a:t>
            </a:r>
          </a:p>
          <a:p>
            <a:pPr marL="514350" indent="-514350">
              <a:buFont typeface="+mj-lt"/>
              <a:buAutoNum type="arabicPeriod"/>
            </a:pPr>
            <a:r>
              <a:rPr lang="vi-VN">
                <a:solidFill>
                  <a:srgbClr val="FF0000"/>
                </a:solidFill>
              </a:rPr>
              <a:t>Sơ đồ luồng dữ liệu</a:t>
            </a:r>
            <a:endParaRPr lang="en-US">
              <a:solidFill>
                <a:srgbClr val="FF0000"/>
              </a:solidFill>
            </a:endParaRPr>
          </a:p>
          <a:p>
            <a:pPr marL="514350" indent="-514350">
              <a:buFont typeface="+mj-lt"/>
              <a:buAutoNum type="arabicPeriod"/>
            </a:pPr>
            <a:r>
              <a:rPr lang="en-US"/>
              <a:t>Bài tập Phân tích yêu cầu phần mềm</a:t>
            </a:r>
          </a:p>
        </p:txBody>
      </p:sp>
    </p:spTree>
    <p:extLst>
      <p:ext uri="{BB962C8B-B14F-4D97-AF65-F5344CB8AC3E}">
        <p14:creationId xmlns:p14="http://schemas.microsoft.com/office/powerpoint/2010/main" val="205579081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0B9B0-5CF1-5857-E154-7245DF0C7D5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995F166-4411-EAFC-69F5-D760BD3DA1B5}"/>
              </a:ext>
            </a:extLst>
          </p:cNvPr>
          <p:cNvSpPr>
            <a:spLocks noGrp="1"/>
          </p:cNvSpPr>
          <p:nvPr>
            <p:ph type="title"/>
          </p:nvPr>
        </p:nvSpPr>
        <p:spPr/>
        <p:txBody>
          <a:bodyPr/>
          <a:lstStyle/>
          <a:p>
            <a:r>
              <a:rPr lang="en-US"/>
              <a:t>Nội dung</a:t>
            </a:r>
          </a:p>
        </p:txBody>
      </p:sp>
      <p:sp>
        <p:nvSpPr>
          <p:cNvPr id="6" name="Content Placeholder 5">
            <a:extLst>
              <a:ext uri="{FF2B5EF4-FFF2-40B4-BE49-F238E27FC236}">
                <a16:creationId xmlns:a16="http://schemas.microsoft.com/office/drawing/2014/main" id="{8E32BBFE-FB66-3EB2-FE98-7EB408CB48A9}"/>
              </a:ext>
            </a:extLst>
          </p:cNvPr>
          <p:cNvSpPr>
            <a:spLocks noGrp="1"/>
          </p:cNvSpPr>
          <p:nvPr>
            <p:ph idx="1"/>
          </p:nvPr>
        </p:nvSpPr>
        <p:spPr/>
        <p:txBody>
          <a:bodyPr/>
          <a:lstStyle/>
          <a:p>
            <a:pPr marL="514350" indent="-514350">
              <a:buFont typeface="+mj-lt"/>
              <a:buAutoNum type="arabicPeriod"/>
            </a:pPr>
            <a:r>
              <a:rPr lang="en-US">
                <a:solidFill>
                  <a:schemeClr val="tx1"/>
                </a:solidFill>
                <a:highlight>
                  <a:srgbClr val="FFFF00"/>
                </a:highlight>
              </a:rPr>
              <a:t>Mô hình hóa yêu cầu phần mềm</a:t>
            </a:r>
          </a:p>
          <a:p>
            <a:pPr marL="514350" indent="-514350">
              <a:buFont typeface="+mj-lt"/>
              <a:buAutoNum type="arabicPeriod"/>
            </a:pPr>
            <a:r>
              <a:rPr lang="vi-VN">
                <a:solidFill>
                  <a:srgbClr val="FF0000"/>
                </a:solidFill>
              </a:rPr>
              <a:t>Sơ đồ luồng dữ liệu</a:t>
            </a:r>
            <a:endParaRPr lang="en-US">
              <a:solidFill>
                <a:srgbClr val="FF0000"/>
              </a:solidFill>
            </a:endParaRPr>
          </a:p>
          <a:p>
            <a:pPr marL="514350" indent="-514350">
              <a:buFont typeface="+mj-lt"/>
              <a:buAutoNum type="arabicPeriod"/>
            </a:pPr>
            <a:r>
              <a:rPr lang="en-US"/>
              <a:t>Bài tập Phân tích yêu cầu phần mềm</a:t>
            </a:r>
          </a:p>
        </p:txBody>
      </p:sp>
    </p:spTree>
    <p:extLst>
      <p:ext uri="{BB962C8B-B14F-4D97-AF65-F5344CB8AC3E}">
        <p14:creationId xmlns:p14="http://schemas.microsoft.com/office/powerpoint/2010/main" val="280531801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AE855A6-8370-AF08-A2A9-033AD6D61775}"/>
              </a:ext>
            </a:extLst>
          </p:cNvPr>
          <p:cNvSpPr>
            <a:spLocks noGrp="1"/>
          </p:cNvSpPr>
          <p:nvPr>
            <p:ph type="title"/>
          </p:nvPr>
        </p:nvSpPr>
        <p:spPr/>
        <p:txBody>
          <a:bodyPr/>
          <a:lstStyle/>
          <a:p>
            <a:r>
              <a:rPr lang="en-US"/>
              <a:t>Mô hình hóa yêu cầu phần mềm</a:t>
            </a:r>
          </a:p>
        </p:txBody>
      </p:sp>
      <p:pic>
        <p:nvPicPr>
          <p:cNvPr id="1028" name="Picture 4" descr="Scrum Framework] Sprint là gì? - Scrum Viet">
            <a:extLst>
              <a:ext uri="{FF2B5EF4-FFF2-40B4-BE49-F238E27FC236}">
                <a16:creationId xmlns:a16="http://schemas.microsoft.com/office/drawing/2014/main" id="{253EBEA4-C634-75F6-25B6-3BACEB178FC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5400" y="2260451"/>
            <a:ext cx="9601200" cy="3205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205542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E0EB9-1EA3-C023-48F0-2BB329690EA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4D42DA9-11AC-E8FD-9673-5ABD984C9479}"/>
              </a:ext>
            </a:extLst>
          </p:cNvPr>
          <p:cNvSpPr>
            <a:spLocks noGrp="1"/>
          </p:cNvSpPr>
          <p:nvPr>
            <p:ph type="title"/>
          </p:nvPr>
        </p:nvSpPr>
        <p:spPr/>
        <p:txBody>
          <a:bodyPr/>
          <a:lstStyle/>
          <a:p>
            <a:r>
              <a:rPr lang="en-US"/>
              <a:t>Mô hình hóa yêu cầu phần mềm</a:t>
            </a:r>
          </a:p>
        </p:txBody>
      </p:sp>
      <p:pic>
        <p:nvPicPr>
          <p:cNvPr id="2050" name="Picture 2" descr="Implementing Scrum and the Agile Management Process | College of Business  and Economics | Western Washington University">
            <a:extLst>
              <a:ext uri="{FF2B5EF4-FFF2-40B4-BE49-F238E27FC236}">
                <a16:creationId xmlns:a16="http://schemas.microsoft.com/office/drawing/2014/main" id="{71ED7F07-EB81-AA3D-EBD7-BCBEC2322AF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64935" y="1600200"/>
            <a:ext cx="8662130"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419805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EDDE3-14F9-0346-B923-877B1398987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DEE347B-86C3-8EC0-0C0C-CF9D9B863C63}"/>
              </a:ext>
            </a:extLst>
          </p:cNvPr>
          <p:cNvSpPr>
            <a:spLocks noGrp="1"/>
          </p:cNvSpPr>
          <p:nvPr>
            <p:ph type="title"/>
          </p:nvPr>
        </p:nvSpPr>
        <p:spPr/>
        <p:txBody>
          <a:bodyPr/>
          <a:lstStyle/>
          <a:p>
            <a:r>
              <a:rPr lang="en-US"/>
              <a:t>Mô hình hóa yêu cầu phần mềm</a:t>
            </a:r>
          </a:p>
        </p:txBody>
      </p:sp>
      <p:pic>
        <p:nvPicPr>
          <p:cNvPr id="4" name="Content Placeholder 3">
            <a:extLst>
              <a:ext uri="{FF2B5EF4-FFF2-40B4-BE49-F238E27FC236}">
                <a16:creationId xmlns:a16="http://schemas.microsoft.com/office/drawing/2014/main" id="{958062CD-880A-C285-85B0-33186CF80E69}"/>
              </a:ext>
            </a:extLst>
          </p:cNvPr>
          <p:cNvPicPr>
            <a:picLocks noGrp="1" noChangeAspect="1"/>
          </p:cNvPicPr>
          <p:nvPr>
            <p:ph idx="1"/>
          </p:nvPr>
        </p:nvPicPr>
        <p:blipFill>
          <a:blip r:embed="rId2"/>
          <a:stretch>
            <a:fillRect/>
          </a:stretch>
        </p:blipFill>
        <p:spPr bwMode="auto">
          <a:xfrm>
            <a:off x="2933142" y="1600200"/>
            <a:ext cx="6325716"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980601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73814-802A-EEDA-A917-91BC94EC2F3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4D24060-EE42-8CF6-39BB-C94ADF070718}"/>
              </a:ext>
            </a:extLst>
          </p:cNvPr>
          <p:cNvSpPr>
            <a:spLocks noGrp="1"/>
          </p:cNvSpPr>
          <p:nvPr>
            <p:ph type="title"/>
          </p:nvPr>
        </p:nvSpPr>
        <p:spPr/>
        <p:txBody>
          <a:bodyPr/>
          <a:lstStyle/>
          <a:p>
            <a:r>
              <a:rPr lang="en-US"/>
              <a:t>Mô hình hóa yêu cầu phần mềm</a:t>
            </a:r>
          </a:p>
        </p:txBody>
      </p:sp>
      <p:sp>
        <p:nvSpPr>
          <p:cNvPr id="6" name="Content Placeholder 5">
            <a:extLst>
              <a:ext uri="{FF2B5EF4-FFF2-40B4-BE49-F238E27FC236}">
                <a16:creationId xmlns:a16="http://schemas.microsoft.com/office/drawing/2014/main" id="{3CDADB80-BB1A-DDA4-ADB1-E9B9DA30B5A6}"/>
              </a:ext>
            </a:extLst>
          </p:cNvPr>
          <p:cNvSpPr>
            <a:spLocks noGrp="1"/>
          </p:cNvSpPr>
          <p:nvPr>
            <p:ph idx="1"/>
          </p:nvPr>
        </p:nvSpPr>
        <p:spPr/>
        <p:txBody>
          <a:bodyPr/>
          <a:lstStyle/>
          <a:p>
            <a:r>
              <a:rPr lang="vi-VN"/>
              <a:t>Mô hình hóa yêu cầu phần mềm là quá trình sử dụng các mô hình trực quan, biểu đồ hoặc các công cụ khác để biểu thị các yêu cầu phần mềm một cách dễ hiểu và rõ ràng. </a:t>
            </a:r>
            <a:endParaRPr lang="en-US"/>
          </a:p>
          <a:p>
            <a:r>
              <a:rPr lang="vi-VN">
                <a:solidFill>
                  <a:srgbClr val="FF0000"/>
                </a:solidFill>
              </a:rPr>
              <a:t>Mục đích của mô hình hóa là giúp các bên liên quan (như khách hàng, nhà phát triển, kiểm thử viên) hiểu và thống nhất về các yêu cầu chức năng và phi chức năng của hệ thống phần mềm mà họ đang phát triển.</a:t>
            </a:r>
            <a:endParaRPr lang="en-US">
              <a:solidFill>
                <a:srgbClr val="FF0000"/>
              </a:solidFill>
            </a:endParaRPr>
          </a:p>
        </p:txBody>
      </p:sp>
    </p:spTree>
    <p:extLst>
      <p:ext uri="{BB962C8B-B14F-4D97-AF65-F5344CB8AC3E}">
        <p14:creationId xmlns:p14="http://schemas.microsoft.com/office/powerpoint/2010/main" val="196163514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58D0F-DE46-92F7-7804-AFB8B0DE32C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84D7615-EAB1-4AA0-6D5C-E8BA549F43E3}"/>
              </a:ext>
            </a:extLst>
          </p:cNvPr>
          <p:cNvSpPr>
            <a:spLocks noGrp="1"/>
          </p:cNvSpPr>
          <p:nvPr>
            <p:ph type="title"/>
          </p:nvPr>
        </p:nvSpPr>
        <p:spPr/>
        <p:txBody>
          <a:bodyPr/>
          <a:lstStyle/>
          <a:p>
            <a:r>
              <a:rPr lang="en-US"/>
              <a:t>Mô hình hóa yêu cầu phần mềm</a:t>
            </a:r>
          </a:p>
        </p:txBody>
      </p:sp>
      <p:sp>
        <p:nvSpPr>
          <p:cNvPr id="6" name="Content Placeholder 5">
            <a:extLst>
              <a:ext uri="{FF2B5EF4-FFF2-40B4-BE49-F238E27FC236}">
                <a16:creationId xmlns:a16="http://schemas.microsoft.com/office/drawing/2014/main" id="{81822036-F259-510F-D0EF-736643FE7755}"/>
              </a:ext>
            </a:extLst>
          </p:cNvPr>
          <p:cNvSpPr>
            <a:spLocks noGrp="1"/>
          </p:cNvSpPr>
          <p:nvPr>
            <p:ph idx="1"/>
          </p:nvPr>
        </p:nvSpPr>
        <p:spPr/>
        <p:txBody>
          <a:bodyPr/>
          <a:lstStyle/>
          <a:p>
            <a:r>
              <a:rPr lang="en-US"/>
              <a:t>C</a:t>
            </a:r>
            <a:r>
              <a:rPr lang="vi-VN"/>
              <a:t>ác kỹ thuật mô hình hóa phổ biến bao gồm:</a:t>
            </a:r>
            <a:endParaRPr lang="en-US"/>
          </a:p>
          <a:p>
            <a:pPr lvl="1"/>
            <a:r>
              <a:rPr lang="en-US">
                <a:solidFill>
                  <a:srgbClr val="FF0000"/>
                </a:solidFill>
              </a:rPr>
              <a:t>Sơ</a:t>
            </a:r>
            <a:r>
              <a:rPr lang="vi-VN">
                <a:solidFill>
                  <a:srgbClr val="FF0000"/>
                </a:solidFill>
              </a:rPr>
              <a:t> đồ Use Case: Mô tả các tình huống mà người dùng có thể tương tác với hệ thống, giúp xác định chức năng hệ thống cần có.</a:t>
            </a:r>
            <a:endParaRPr lang="en-US">
              <a:solidFill>
                <a:srgbClr val="FF0000"/>
              </a:solidFill>
            </a:endParaRPr>
          </a:p>
          <a:p>
            <a:pPr lvl="1"/>
            <a:r>
              <a:rPr lang="en-US"/>
              <a:t>Sơ</a:t>
            </a:r>
            <a:r>
              <a:rPr lang="vi-VN"/>
              <a:t> đồ lớp (Class Diagram): Mô tả cấu trúc của các đối tượng và các mối quan hệ giữa chúng trong hệ thống.</a:t>
            </a:r>
            <a:endParaRPr lang="en-US"/>
          </a:p>
          <a:p>
            <a:pPr lvl="1"/>
            <a:r>
              <a:rPr lang="en-US"/>
              <a:t>…</a:t>
            </a:r>
            <a:endParaRPr lang="en-US">
              <a:solidFill>
                <a:srgbClr val="FF0000"/>
              </a:solidFill>
            </a:endParaRPr>
          </a:p>
        </p:txBody>
      </p:sp>
    </p:spTree>
    <p:extLst>
      <p:ext uri="{BB962C8B-B14F-4D97-AF65-F5344CB8AC3E}">
        <p14:creationId xmlns:p14="http://schemas.microsoft.com/office/powerpoint/2010/main" val="328735762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DC9C3-3E4A-2DA5-35F7-70F393A7B44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E69B086-2D9A-847B-2E44-B8DDFDA6B03A}"/>
              </a:ext>
            </a:extLst>
          </p:cNvPr>
          <p:cNvSpPr>
            <a:spLocks noGrp="1"/>
          </p:cNvSpPr>
          <p:nvPr>
            <p:ph type="title"/>
          </p:nvPr>
        </p:nvSpPr>
        <p:spPr/>
        <p:txBody>
          <a:bodyPr/>
          <a:lstStyle/>
          <a:p>
            <a:r>
              <a:rPr lang="en-US"/>
              <a:t>Mô hình hóa yêu cầu phần mềm</a:t>
            </a:r>
          </a:p>
        </p:txBody>
      </p:sp>
      <p:sp>
        <p:nvSpPr>
          <p:cNvPr id="6" name="Content Placeholder 5">
            <a:extLst>
              <a:ext uri="{FF2B5EF4-FFF2-40B4-BE49-F238E27FC236}">
                <a16:creationId xmlns:a16="http://schemas.microsoft.com/office/drawing/2014/main" id="{BB846454-4754-3509-478C-4B16FB2D68F5}"/>
              </a:ext>
            </a:extLst>
          </p:cNvPr>
          <p:cNvSpPr>
            <a:spLocks noGrp="1"/>
          </p:cNvSpPr>
          <p:nvPr>
            <p:ph idx="1"/>
          </p:nvPr>
        </p:nvSpPr>
        <p:spPr/>
        <p:txBody>
          <a:bodyPr/>
          <a:lstStyle/>
          <a:p>
            <a:r>
              <a:rPr lang="en-US"/>
              <a:t>C</a:t>
            </a:r>
            <a:r>
              <a:rPr lang="vi-VN"/>
              <a:t>ác kỹ thuật mô hình hóa phổ biến bao gồm:</a:t>
            </a:r>
            <a:endParaRPr lang="en-US"/>
          </a:p>
          <a:p>
            <a:pPr lvl="1"/>
            <a:r>
              <a:rPr lang="en-US">
                <a:solidFill>
                  <a:srgbClr val="FF0000"/>
                </a:solidFill>
              </a:rPr>
              <a:t>….</a:t>
            </a:r>
          </a:p>
          <a:p>
            <a:pPr lvl="1"/>
            <a:r>
              <a:rPr lang="en-US">
                <a:solidFill>
                  <a:srgbClr val="FF0000"/>
                </a:solidFill>
              </a:rPr>
              <a:t>Sơ</a:t>
            </a:r>
            <a:r>
              <a:rPr lang="vi-VN">
                <a:solidFill>
                  <a:srgbClr val="FF0000"/>
                </a:solidFill>
              </a:rPr>
              <a:t> đồ trình tự (Sequence Diagram): Diễn tả dòng chảy của các tương tác giữa các đối tượng trong hệ thống, giúp hiểu cách các chức năng của hệ thống liên kết với nhau.</a:t>
            </a:r>
            <a:endParaRPr lang="en-US">
              <a:solidFill>
                <a:srgbClr val="FF0000"/>
              </a:solidFill>
            </a:endParaRPr>
          </a:p>
          <a:p>
            <a:pPr lvl="1"/>
            <a:r>
              <a:rPr lang="en-US"/>
              <a:t>Sơ</a:t>
            </a:r>
            <a:r>
              <a:rPr lang="vi-VN"/>
              <a:t> đồ luồng dữ liệu (DFD - Data Flow Diagram): Mô tả sự di chuyển của dữ liệu trong hệ thống, giúp xác định cách dữ liệu được xử lý và lưu trữ trong các thành phần của hệ thống.</a:t>
            </a:r>
            <a:endParaRPr lang="en-US">
              <a:solidFill>
                <a:srgbClr val="FF0000"/>
              </a:solidFill>
            </a:endParaRPr>
          </a:p>
        </p:txBody>
      </p:sp>
    </p:spTree>
    <p:extLst>
      <p:ext uri="{BB962C8B-B14F-4D97-AF65-F5344CB8AC3E}">
        <p14:creationId xmlns:p14="http://schemas.microsoft.com/office/powerpoint/2010/main" val="258993390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C1C5-179D-2F1C-06F7-789F78CBFB4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63C6A6D-0747-F97E-9A5D-EDF14D4F5FFE}"/>
              </a:ext>
            </a:extLst>
          </p:cNvPr>
          <p:cNvSpPr>
            <a:spLocks noGrp="1"/>
          </p:cNvSpPr>
          <p:nvPr>
            <p:ph type="title"/>
          </p:nvPr>
        </p:nvSpPr>
        <p:spPr/>
        <p:txBody>
          <a:bodyPr/>
          <a:lstStyle/>
          <a:p>
            <a:r>
              <a:rPr lang="en-US"/>
              <a:t>Mô hình hóa yêu cầu phần mềm</a:t>
            </a:r>
          </a:p>
        </p:txBody>
      </p:sp>
      <p:sp>
        <p:nvSpPr>
          <p:cNvPr id="6" name="Content Placeholder 5">
            <a:extLst>
              <a:ext uri="{FF2B5EF4-FFF2-40B4-BE49-F238E27FC236}">
                <a16:creationId xmlns:a16="http://schemas.microsoft.com/office/drawing/2014/main" id="{C3933C81-82AC-6267-5362-0A923EE5EFB3}"/>
              </a:ext>
            </a:extLst>
          </p:cNvPr>
          <p:cNvSpPr>
            <a:spLocks noGrp="1"/>
          </p:cNvSpPr>
          <p:nvPr>
            <p:ph idx="1"/>
          </p:nvPr>
        </p:nvSpPr>
        <p:spPr/>
        <p:txBody>
          <a:bodyPr/>
          <a:lstStyle/>
          <a:p>
            <a:r>
              <a:rPr lang="vi-VN"/>
              <a:t>Kết quả</a:t>
            </a:r>
            <a:r>
              <a:rPr lang="en-US"/>
              <a:t> của</a:t>
            </a:r>
            <a:r>
              <a:rPr lang="vi-VN"/>
              <a:t> </a:t>
            </a:r>
            <a:r>
              <a:rPr lang="en-US"/>
              <a:t>mô hình hóa yêu cầu phần mềm khi sử dụng công cụ sơ đồ luồng dữ liệu.</a:t>
            </a:r>
            <a:endParaRPr lang="vi-VN"/>
          </a:p>
          <a:p>
            <a:pPr lvl="1"/>
            <a:r>
              <a:rPr lang="vi-VN">
                <a:solidFill>
                  <a:srgbClr val="FF0000"/>
                </a:solidFill>
              </a:rPr>
              <a:t>Sơ đồ luồng dữ liệu của từng </a:t>
            </a:r>
            <a:r>
              <a:rPr lang="en-US">
                <a:solidFill>
                  <a:srgbClr val="FF0000"/>
                </a:solidFill>
              </a:rPr>
              <a:t>yêu cầu phần mềm.</a:t>
            </a:r>
            <a:endParaRPr lang="vi-VN">
              <a:solidFill>
                <a:srgbClr val="FF0000"/>
              </a:solidFill>
            </a:endParaRPr>
          </a:p>
          <a:p>
            <a:pPr lvl="1"/>
            <a:r>
              <a:rPr lang="vi-VN"/>
              <a:t>Sơ đồ </a:t>
            </a:r>
            <a:r>
              <a:rPr lang="en-US"/>
              <a:t>luồng dữ liệu </a:t>
            </a:r>
            <a:r>
              <a:rPr lang="vi-VN"/>
              <a:t>phối hợp giữa các </a:t>
            </a:r>
            <a:r>
              <a:rPr lang="en-US"/>
              <a:t>yêu cầu phần mềm.</a:t>
            </a:r>
          </a:p>
        </p:txBody>
      </p:sp>
    </p:spTree>
    <p:extLst>
      <p:ext uri="{BB962C8B-B14F-4D97-AF65-F5344CB8AC3E}">
        <p14:creationId xmlns:p14="http://schemas.microsoft.com/office/powerpoint/2010/main" val="175435629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82AF9-0EC6-7E6D-C7BE-6EFFC9863F3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C9C39D4-7EB8-9D36-FA77-12E70A1B2264}"/>
              </a:ext>
            </a:extLst>
          </p:cNvPr>
          <p:cNvSpPr>
            <a:spLocks noGrp="1"/>
          </p:cNvSpPr>
          <p:nvPr>
            <p:ph type="title"/>
          </p:nvPr>
        </p:nvSpPr>
        <p:spPr/>
        <p:txBody>
          <a:bodyPr/>
          <a:lstStyle/>
          <a:p>
            <a:r>
              <a:rPr lang="en-US"/>
              <a:t>Nội dung</a:t>
            </a:r>
          </a:p>
        </p:txBody>
      </p:sp>
      <p:sp>
        <p:nvSpPr>
          <p:cNvPr id="6" name="Content Placeholder 5">
            <a:extLst>
              <a:ext uri="{FF2B5EF4-FFF2-40B4-BE49-F238E27FC236}">
                <a16:creationId xmlns:a16="http://schemas.microsoft.com/office/drawing/2014/main" id="{F247B8AA-2FC8-B84E-6F6E-B59E503BA3D9}"/>
              </a:ext>
            </a:extLst>
          </p:cNvPr>
          <p:cNvSpPr>
            <a:spLocks noGrp="1"/>
          </p:cNvSpPr>
          <p:nvPr>
            <p:ph idx="1"/>
          </p:nvPr>
        </p:nvSpPr>
        <p:spPr/>
        <p:txBody>
          <a:bodyPr/>
          <a:lstStyle/>
          <a:p>
            <a:pPr marL="514350" indent="-514350">
              <a:buFont typeface="+mj-lt"/>
              <a:buAutoNum type="arabicPeriod"/>
            </a:pPr>
            <a:r>
              <a:rPr lang="en-US"/>
              <a:t>Mô hình hóa yêu cầu phần mềm</a:t>
            </a:r>
          </a:p>
          <a:p>
            <a:pPr marL="514350" indent="-514350">
              <a:buFont typeface="+mj-lt"/>
              <a:buAutoNum type="arabicPeriod"/>
            </a:pPr>
            <a:r>
              <a:rPr lang="vi-VN">
                <a:solidFill>
                  <a:schemeClr val="tx1"/>
                </a:solidFill>
                <a:highlight>
                  <a:srgbClr val="FFFF00"/>
                </a:highlight>
              </a:rPr>
              <a:t>Sơ đồ luồng dữ liệu</a:t>
            </a:r>
            <a:endParaRPr lang="en-US">
              <a:solidFill>
                <a:schemeClr val="tx1"/>
              </a:solidFill>
              <a:highlight>
                <a:srgbClr val="FFFF00"/>
              </a:highlight>
            </a:endParaRPr>
          </a:p>
          <a:p>
            <a:pPr marL="514350" indent="-514350">
              <a:buFont typeface="+mj-lt"/>
              <a:buAutoNum type="arabicPeriod"/>
            </a:pPr>
            <a:r>
              <a:rPr lang="en-US"/>
              <a:t>Bài tập Phân tích yêu cầu phần mềm</a:t>
            </a:r>
          </a:p>
        </p:txBody>
      </p:sp>
    </p:spTree>
    <p:extLst>
      <p:ext uri="{BB962C8B-B14F-4D97-AF65-F5344CB8AC3E}">
        <p14:creationId xmlns:p14="http://schemas.microsoft.com/office/powerpoint/2010/main" val="52147162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D6B07-D3CB-2A4B-F495-F3F4CE20D57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801523E-4AC3-DDF1-8A38-4821FD7C3C65}"/>
              </a:ext>
            </a:extLst>
          </p:cNvPr>
          <p:cNvSpPr>
            <a:spLocks noGrp="1"/>
          </p:cNvSpPr>
          <p:nvPr>
            <p:ph type="title"/>
          </p:nvPr>
        </p:nvSpPr>
        <p:spPr/>
        <p:txBody>
          <a:bodyPr/>
          <a:lstStyle/>
          <a:p>
            <a:r>
              <a:rPr lang="vi-VN"/>
              <a:t>Sơ đồ luồng dữ liệu</a:t>
            </a:r>
            <a:endParaRPr lang="en-US"/>
          </a:p>
        </p:txBody>
      </p:sp>
      <p:sp>
        <p:nvSpPr>
          <p:cNvPr id="6" name="Content Placeholder 5">
            <a:extLst>
              <a:ext uri="{FF2B5EF4-FFF2-40B4-BE49-F238E27FC236}">
                <a16:creationId xmlns:a16="http://schemas.microsoft.com/office/drawing/2014/main" id="{1F53414B-8B94-C528-876E-491054898C59}"/>
              </a:ext>
            </a:extLst>
          </p:cNvPr>
          <p:cNvSpPr>
            <a:spLocks noGrp="1"/>
          </p:cNvSpPr>
          <p:nvPr>
            <p:ph sz="half" idx="1"/>
          </p:nvPr>
        </p:nvSpPr>
        <p:spPr/>
        <p:txBody>
          <a:bodyPr/>
          <a:lstStyle/>
          <a:p>
            <a:r>
              <a:rPr lang="vi-VN"/>
              <a:t>Khái niệm: Sơ đồ luồng dữ liệu là sơ đồ biểu thị các thông tin liên quan đến việc thực hiện các nghiệp vụ trong thế giới thực bên trong máy tính.</a:t>
            </a:r>
            <a:endParaRPr lang="en-US"/>
          </a:p>
          <a:p>
            <a:endParaRPr lang="vi-VN"/>
          </a:p>
        </p:txBody>
      </p:sp>
      <p:pic>
        <p:nvPicPr>
          <p:cNvPr id="7" name="Content Placeholder 6">
            <a:extLst>
              <a:ext uri="{FF2B5EF4-FFF2-40B4-BE49-F238E27FC236}">
                <a16:creationId xmlns:a16="http://schemas.microsoft.com/office/drawing/2014/main" id="{3A0ECA9B-86D6-A4BE-C035-244419FE7A32}"/>
              </a:ext>
            </a:extLst>
          </p:cNvPr>
          <p:cNvPicPr>
            <a:picLocks noGrp="1" noChangeAspect="1"/>
          </p:cNvPicPr>
          <p:nvPr>
            <p:ph sz="half" idx="2"/>
          </p:nvPr>
        </p:nvPicPr>
        <p:blipFill>
          <a:blip r:embed="rId2"/>
          <a:stretch>
            <a:fillRect/>
          </a:stretch>
        </p:blipFill>
        <p:spPr bwMode="auto">
          <a:xfrm>
            <a:off x="6197600" y="2327311"/>
            <a:ext cx="5384800" cy="3071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20880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AF8635C-BA7A-2D4D-FC2C-D745596F67F8}"/>
              </a:ext>
            </a:extLst>
          </p:cNvPr>
          <p:cNvSpPr>
            <a:spLocks noGrp="1"/>
          </p:cNvSpPr>
          <p:nvPr>
            <p:ph type="title"/>
          </p:nvPr>
        </p:nvSpPr>
        <p:spPr/>
        <p:txBody>
          <a:bodyPr/>
          <a:lstStyle/>
          <a:p>
            <a:r>
              <a:rPr lang="vi-VN"/>
              <a:t>Sơ đồ luồng dữ liệu</a:t>
            </a:r>
            <a:endParaRPr lang="en-US"/>
          </a:p>
        </p:txBody>
      </p:sp>
      <p:graphicFrame>
        <p:nvGraphicFramePr>
          <p:cNvPr id="7" name="Content Placeholder 6">
            <a:extLst>
              <a:ext uri="{FF2B5EF4-FFF2-40B4-BE49-F238E27FC236}">
                <a16:creationId xmlns:a16="http://schemas.microsoft.com/office/drawing/2014/main" id="{A3D227BC-CB9E-0BD4-A3B6-CB59BEB105B3}"/>
              </a:ext>
            </a:extLst>
          </p:cNvPr>
          <p:cNvGraphicFramePr>
            <a:graphicFrameLocks noGrp="1"/>
          </p:cNvGraphicFramePr>
          <p:nvPr>
            <p:ph idx="1"/>
            <p:extLst>
              <p:ext uri="{D42A27DB-BD31-4B8C-83A1-F6EECF244321}">
                <p14:modId xmlns:p14="http://schemas.microsoft.com/office/powerpoint/2010/main" val="3743996425"/>
              </p:ext>
            </p:extLst>
          </p:nvPr>
        </p:nvGraphicFramePr>
        <p:xfrm>
          <a:off x="609600" y="1600200"/>
          <a:ext cx="10972800" cy="3938160"/>
        </p:xfrm>
        <a:graphic>
          <a:graphicData uri="http://schemas.openxmlformats.org/drawingml/2006/table">
            <a:tbl>
              <a:tblPr firstRow="1" bandRow="1">
                <a:tableStyleId>{21E4AEA4-8DFA-4A89-87EB-49C32662AFE0}</a:tableStyleId>
              </a:tblPr>
              <a:tblGrid>
                <a:gridCol w="914400">
                  <a:extLst>
                    <a:ext uri="{9D8B030D-6E8A-4147-A177-3AD203B41FA5}">
                      <a16:colId xmlns:a16="http://schemas.microsoft.com/office/drawing/2014/main" val="4179733627"/>
                    </a:ext>
                  </a:extLst>
                </a:gridCol>
                <a:gridCol w="4572000">
                  <a:extLst>
                    <a:ext uri="{9D8B030D-6E8A-4147-A177-3AD203B41FA5}">
                      <a16:colId xmlns:a16="http://schemas.microsoft.com/office/drawing/2014/main" val="1597234851"/>
                    </a:ext>
                  </a:extLst>
                </a:gridCol>
                <a:gridCol w="2438400">
                  <a:extLst>
                    <a:ext uri="{9D8B030D-6E8A-4147-A177-3AD203B41FA5}">
                      <a16:colId xmlns:a16="http://schemas.microsoft.com/office/drawing/2014/main" val="545356182"/>
                    </a:ext>
                  </a:extLst>
                </a:gridCol>
                <a:gridCol w="3048000">
                  <a:extLst>
                    <a:ext uri="{9D8B030D-6E8A-4147-A177-3AD203B41FA5}">
                      <a16:colId xmlns:a16="http://schemas.microsoft.com/office/drawing/2014/main" val="3518163376"/>
                    </a:ext>
                  </a:extLst>
                </a:gridCol>
              </a:tblGrid>
              <a:tr h="370840">
                <a:tc>
                  <a:txBody>
                    <a:bodyPr/>
                    <a:lstStyle/>
                    <a:p>
                      <a:pPr algn="ctr"/>
                      <a:r>
                        <a:rPr lang="en-US" sz="2800"/>
                        <a:t>STT</a:t>
                      </a:r>
                    </a:p>
                  </a:txBody>
                  <a:tcPr anchor="ctr"/>
                </a:tc>
                <a:tc>
                  <a:txBody>
                    <a:bodyPr/>
                    <a:lstStyle/>
                    <a:p>
                      <a:pPr algn="ctr"/>
                      <a:r>
                        <a:rPr lang="en-US" sz="2800"/>
                        <a:t>Ký hiệu</a:t>
                      </a:r>
                    </a:p>
                  </a:txBody>
                  <a:tcPr anchor="ctr"/>
                </a:tc>
                <a:tc>
                  <a:txBody>
                    <a:bodyPr/>
                    <a:lstStyle/>
                    <a:p>
                      <a:pPr algn="ctr"/>
                      <a:r>
                        <a:rPr lang="en-US" sz="2800"/>
                        <a:t>Ý nghĩa</a:t>
                      </a:r>
                    </a:p>
                  </a:txBody>
                  <a:tcPr anchor="ctr"/>
                </a:tc>
                <a:tc>
                  <a:txBody>
                    <a:bodyPr/>
                    <a:lstStyle/>
                    <a:p>
                      <a:pPr algn="ctr"/>
                      <a:r>
                        <a:rPr lang="en-US" sz="2800"/>
                        <a:t>Thế giới thực</a:t>
                      </a:r>
                    </a:p>
                  </a:txBody>
                  <a:tcPr anchor="ctr"/>
                </a:tc>
                <a:extLst>
                  <a:ext uri="{0D108BD9-81ED-4DB2-BD59-A6C34878D82A}">
                    <a16:rowId xmlns:a16="http://schemas.microsoft.com/office/drawing/2014/main" val="1007854670"/>
                  </a:ext>
                </a:extLst>
              </a:tr>
              <a:tr h="900000">
                <a:tc>
                  <a:txBody>
                    <a:bodyPr/>
                    <a:lstStyle/>
                    <a:p>
                      <a:pPr algn="ctr"/>
                      <a:r>
                        <a:rPr lang="en-US" sz="2800"/>
                        <a:t>01</a:t>
                      </a:r>
                    </a:p>
                  </a:txBody>
                  <a:tcPr anchor="ctr"/>
                </a:tc>
                <a:tc>
                  <a:txBody>
                    <a:bodyPr/>
                    <a:lstStyle/>
                    <a:p>
                      <a:endParaRPr lang="en-US" sz="2800"/>
                    </a:p>
                  </a:txBody>
                  <a:tcPr/>
                </a:tc>
                <a:tc>
                  <a:txBody>
                    <a:bodyPr/>
                    <a:lstStyle/>
                    <a:p>
                      <a:pPr algn="l"/>
                      <a:r>
                        <a:rPr lang="en-US" sz="2800"/>
                        <a:t>Người dùng</a:t>
                      </a:r>
                    </a:p>
                  </a:txBody>
                  <a:tcPr anchor="ctr"/>
                </a:tc>
                <a:tc>
                  <a:txBody>
                    <a:bodyPr/>
                    <a:lstStyle/>
                    <a:p>
                      <a:pPr algn="l"/>
                      <a:r>
                        <a:rPr lang="en-US" sz="2800"/>
                        <a:t>Nhà chuyên môn</a:t>
                      </a:r>
                    </a:p>
                  </a:txBody>
                  <a:tcPr anchor="ctr"/>
                </a:tc>
                <a:extLst>
                  <a:ext uri="{0D108BD9-81ED-4DB2-BD59-A6C34878D82A}">
                    <a16:rowId xmlns:a16="http://schemas.microsoft.com/office/drawing/2014/main" val="2043692513"/>
                  </a:ext>
                </a:extLst>
              </a:tr>
              <a:tr h="900000">
                <a:tc>
                  <a:txBody>
                    <a:bodyPr/>
                    <a:lstStyle/>
                    <a:p>
                      <a:pPr algn="ctr"/>
                      <a:r>
                        <a:rPr lang="en-US" sz="2800"/>
                        <a:t>02</a:t>
                      </a:r>
                    </a:p>
                  </a:txBody>
                  <a:tcPr anchor="ctr"/>
                </a:tc>
                <a:tc>
                  <a:txBody>
                    <a:bodyPr/>
                    <a:lstStyle/>
                    <a:p>
                      <a:endParaRPr lang="en-US" sz="2800"/>
                    </a:p>
                  </a:txBody>
                  <a:tcPr/>
                </a:tc>
                <a:tc>
                  <a:txBody>
                    <a:bodyPr/>
                    <a:lstStyle/>
                    <a:p>
                      <a:pPr algn="l"/>
                      <a:r>
                        <a:rPr lang="en-US" sz="2800"/>
                        <a:t>Khối xử lý</a:t>
                      </a:r>
                    </a:p>
                  </a:txBody>
                  <a:tcPr anchor="ctr"/>
                </a:tc>
                <a:tc>
                  <a:txBody>
                    <a:bodyPr/>
                    <a:lstStyle/>
                    <a:p>
                      <a:pPr algn="l"/>
                      <a:r>
                        <a:rPr lang="en-US" sz="2800"/>
                        <a:t>Công việc</a:t>
                      </a:r>
                    </a:p>
                  </a:txBody>
                  <a:tcPr anchor="ctr"/>
                </a:tc>
                <a:extLst>
                  <a:ext uri="{0D108BD9-81ED-4DB2-BD59-A6C34878D82A}">
                    <a16:rowId xmlns:a16="http://schemas.microsoft.com/office/drawing/2014/main" val="677155172"/>
                  </a:ext>
                </a:extLst>
              </a:tr>
              <a:tr h="900000">
                <a:tc>
                  <a:txBody>
                    <a:bodyPr/>
                    <a:lstStyle/>
                    <a:p>
                      <a:pPr algn="ctr"/>
                      <a:r>
                        <a:rPr lang="en-US" sz="2800"/>
                        <a:t>03</a:t>
                      </a:r>
                    </a:p>
                  </a:txBody>
                  <a:tcPr anchor="ctr"/>
                </a:tc>
                <a:tc>
                  <a:txBody>
                    <a:bodyPr/>
                    <a:lstStyle/>
                    <a:p>
                      <a:endParaRPr lang="en-US" sz="2800"/>
                    </a:p>
                  </a:txBody>
                  <a:tcPr/>
                </a:tc>
                <a:tc>
                  <a:txBody>
                    <a:bodyPr/>
                    <a:lstStyle/>
                    <a:p>
                      <a:pPr algn="l"/>
                      <a:r>
                        <a:rPr lang="en-US" sz="2800"/>
                        <a:t>Bộ nhớ phụ</a:t>
                      </a:r>
                    </a:p>
                  </a:txBody>
                  <a:tcPr anchor="ctr"/>
                </a:tc>
                <a:tc>
                  <a:txBody>
                    <a:bodyPr/>
                    <a:lstStyle/>
                    <a:p>
                      <a:pPr algn="l"/>
                      <a:r>
                        <a:rPr lang="en-US" sz="2800"/>
                        <a:t>Hồ sơ, sổ sách</a:t>
                      </a:r>
                    </a:p>
                  </a:txBody>
                  <a:tcPr anchor="ctr"/>
                </a:tc>
                <a:extLst>
                  <a:ext uri="{0D108BD9-81ED-4DB2-BD59-A6C34878D82A}">
                    <a16:rowId xmlns:a16="http://schemas.microsoft.com/office/drawing/2014/main" val="2344666704"/>
                  </a:ext>
                </a:extLst>
              </a:tr>
              <a:tr h="720000">
                <a:tc>
                  <a:txBody>
                    <a:bodyPr/>
                    <a:lstStyle/>
                    <a:p>
                      <a:pPr algn="ctr"/>
                      <a:r>
                        <a:rPr lang="en-US" sz="2800"/>
                        <a:t>04</a:t>
                      </a:r>
                    </a:p>
                  </a:txBody>
                  <a:tcPr anchor="ctr"/>
                </a:tc>
                <a:tc>
                  <a:txBody>
                    <a:bodyPr/>
                    <a:lstStyle/>
                    <a:p>
                      <a:endParaRPr lang="en-US" sz="2800"/>
                    </a:p>
                  </a:txBody>
                  <a:tcPr/>
                </a:tc>
                <a:tc>
                  <a:txBody>
                    <a:bodyPr/>
                    <a:lstStyle/>
                    <a:p>
                      <a:pPr algn="l"/>
                      <a:r>
                        <a:rPr lang="en-US" sz="2800"/>
                        <a:t>Luồng dữ liệu</a:t>
                      </a:r>
                    </a:p>
                  </a:txBody>
                  <a:tcPr anchor="ctr"/>
                </a:tc>
                <a:tc>
                  <a:txBody>
                    <a:bodyPr/>
                    <a:lstStyle/>
                    <a:p>
                      <a:pPr algn="l"/>
                      <a:r>
                        <a:rPr lang="en-US" sz="2800"/>
                        <a:t>Thông tin</a:t>
                      </a:r>
                    </a:p>
                  </a:txBody>
                  <a:tcPr anchor="ctr"/>
                </a:tc>
                <a:extLst>
                  <a:ext uri="{0D108BD9-81ED-4DB2-BD59-A6C34878D82A}">
                    <a16:rowId xmlns:a16="http://schemas.microsoft.com/office/drawing/2014/main" val="2581705583"/>
                  </a:ext>
                </a:extLst>
              </a:tr>
            </a:tbl>
          </a:graphicData>
        </a:graphic>
      </p:graphicFrame>
      <p:pic>
        <p:nvPicPr>
          <p:cNvPr id="13" name="Picture 12" descr="A white rectangular sign with black text&#10;&#10;AI-generated content may be incorrect.">
            <a:extLst>
              <a:ext uri="{FF2B5EF4-FFF2-40B4-BE49-F238E27FC236}">
                <a16:creationId xmlns:a16="http://schemas.microsoft.com/office/drawing/2014/main" id="{2EE7A226-3F21-7DD2-AFD8-BE9236FE56AC}"/>
              </a:ext>
            </a:extLst>
          </p:cNvPr>
          <p:cNvPicPr>
            <a:picLocks noChangeAspect="1"/>
          </p:cNvPicPr>
          <p:nvPr/>
        </p:nvPicPr>
        <p:blipFill>
          <a:blip r:embed="rId2"/>
          <a:stretch>
            <a:fillRect/>
          </a:stretch>
        </p:blipFill>
        <p:spPr>
          <a:xfrm>
            <a:off x="2743200" y="2045208"/>
            <a:ext cx="2057400" cy="1035894"/>
          </a:xfrm>
          <a:prstGeom prst="rect">
            <a:avLst/>
          </a:prstGeom>
        </p:spPr>
      </p:pic>
      <p:pic>
        <p:nvPicPr>
          <p:cNvPr id="15" name="Picture 14" descr="A white oval with black text&#10;&#10;AI-generated content may be incorrect.">
            <a:extLst>
              <a:ext uri="{FF2B5EF4-FFF2-40B4-BE49-F238E27FC236}">
                <a16:creationId xmlns:a16="http://schemas.microsoft.com/office/drawing/2014/main" id="{067A1987-4EB2-2E69-0EE4-8BC27FEFBEBD}"/>
              </a:ext>
            </a:extLst>
          </p:cNvPr>
          <p:cNvPicPr>
            <a:picLocks noChangeAspect="1"/>
          </p:cNvPicPr>
          <p:nvPr/>
        </p:nvPicPr>
        <p:blipFill>
          <a:blip r:embed="rId3"/>
          <a:stretch>
            <a:fillRect/>
          </a:stretch>
        </p:blipFill>
        <p:spPr>
          <a:xfrm>
            <a:off x="2795016" y="2892719"/>
            <a:ext cx="1929384" cy="1138198"/>
          </a:xfrm>
          <a:prstGeom prst="rect">
            <a:avLst/>
          </a:prstGeom>
        </p:spPr>
      </p:pic>
      <p:pic>
        <p:nvPicPr>
          <p:cNvPr id="17" name="Picture 16" descr="A white rectangular sign with black text&#10;&#10;AI-generated content may be incorrect.">
            <a:extLst>
              <a:ext uri="{FF2B5EF4-FFF2-40B4-BE49-F238E27FC236}">
                <a16:creationId xmlns:a16="http://schemas.microsoft.com/office/drawing/2014/main" id="{FF4E8B0B-52E5-9BE2-41A2-21074AA49F8B}"/>
              </a:ext>
            </a:extLst>
          </p:cNvPr>
          <p:cNvPicPr>
            <a:picLocks noChangeAspect="1"/>
          </p:cNvPicPr>
          <p:nvPr/>
        </p:nvPicPr>
        <p:blipFill>
          <a:blip r:embed="rId4"/>
          <a:stretch>
            <a:fillRect/>
          </a:stretch>
        </p:blipFill>
        <p:spPr>
          <a:xfrm>
            <a:off x="2743200" y="3851085"/>
            <a:ext cx="2057400" cy="1065704"/>
          </a:xfrm>
          <a:prstGeom prst="rect">
            <a:avLst/>
          </a:prstGeom>
        </p:spPr>
      </p:pic>
      <p:pic>
        <p:nvPicPr>
          <p:cNvPr id="21" name="Picture 20" descr="A black and white sign with letters&#10;&#10;AI-generated content may be incorrect.">
            <a:extLst>
              <a:ext uri="{FF2B5EF4-FFF2-40B4-BE49-F238E27FC236}">
                <a16:creationId xmlns:a16="http://schemas.microsoft.com/office/drawing/2014/main" id="{A341BB9D-18EA-F8C7-E3D8-9900CBD717D1}"/>
              </a:ext>
            </a:extLst>
          </p:cNvPr>
          <p:cNvPicPr>
            <a:picLocks noChangeAspect="1"/>
          </p:cNvPicPr>
          <p:nvPr/>
        </p:nvPicPr>
        <p:blipFill>
          <a:blip r:embed="rId5"/>
          <a:stretch>
            <a:fillRect/>
          </a:stretch>
        </p:blipFill>
        <p:spPr>
          <a:xfrm>
            <a:off x="2565407" y="4847781"/>
            <a:ext cx="2463793" cy="662675"/>
          </a:xfrm>
          <a:prstGeom prst="rect">
            <a:avLst/>
          </a:prstGeom>
        </p:spPr>
      </p:pic>
    </p:spTree>
    <p:extLst>
      <p:ext uri="{BB962C8B-B14F-4D97-AF65-F5344CB8AC3E}">
        <p14:creationId xmlns:p14="http://schemas.microsoft.com/office/powerpoint/2010/main" val="63767854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47A9A-8DF3-3E1F-8C64-0F1F1E84183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BBEF6BF-4176-34F9-5E9B-408A677C2164}"/>
              </a:ext>
            </a:extLst>
          </p:cNvPr>
          <p:cNvSpPr>
            <a:spLocks noGrp="1"/>
          </p:cNvSpPr>
          <p:nvPr>
            <p:ph type="title"/>
          </p:nvPr>
        </p:nvSpPr>
        <p:spPr/>
        <p:txBody>
          <a:bodyPr/>
          <a:lstStyle/>
          <a:p>
            <a:r>
              <a:rPr lang="en-US"/>
              <a:t>Nội dung</a:t>
            </a:r>
          </a:p>
        </p:txBody>
      </p:sp>
      <p:sp>
        <p:nvSpPr>
          <p:cNvPr id="6" name="Content Placeholder 5">
            <a:extLst>
              <a:ext uri="{FF2B5EF4-FFF2-40B4-BE49-F238E27FC236}">
                <a16:creationId xmlns:a16="http://schemas.microsoft.com/office/drawing/2014/main" id="{F49B1F7C-9B11-C6B6-1FCF-5363303F466B}"/>
              </a:ext>
            </a:extLst>
          </p:cNvPr>
          <p:cNvSpPr>
            <a:spLocks noGrp="1"/>
          </p:cNvSpPr>
          <p:nvPr>
            <p:ph idx="1"/>
          </p:nvPr>
        </p:nvSpPr>
        <p:spPr/>
        <p:txBody>
          <a:bodyPr/>
          <a:lstStyle/>
          <a:p>
            <a:pPr marL="514350" indent="-514350">
              <a:buFont typeface="+mj-lt"/>
              <a:buAutoNum type="arabicPeriod"/>
            </a:pPr>
            <a:r>
              <a:rPr lang="en-US"/>
              <a:t>Mô hình hóa yêu cầu phần mềm</a:t>
            </a:r>
          </a:p>
          <a:p>
            <a:pPr marL="514350" indent="-514350">
              <a:buFont typeface="+mj-lt"/>
              <a:buAutoNum type="arabicPeriod"/>
            </a:pPr>
            <a:r>
              <a:rPr lang="vi-VN">
                <a:solidFill>
                  <a:srgbClr val="FF0000"/>
                </a:solidFill>
              </a:rPr>
              <a:t>Sơ đồ luồng dữ liệu</a:t>
            </a:r>
            <a:endParaRPr lang="en-US">
              <a:solidFill>
                <a:srgbClr val="FF0000"/>
              </a:solidFill>
            </a:endParaRPr>
          </a:p>
          <a:p>
            <a:pPr marL="514350" indent="-514350">
              <a:buFont typeface="+mj-lt"/>
              <a:buAutoNum type="arabicPeriod"/>
            </a:pPr>
            <a:r>
              <a:rPr lang="en-US">
                <a:solidFill>
                  <a:schemeClr val="tx1"/>
                </a:solidFill>
                <a:highlight>
                  <a:srgbClr val="FFFF00"/>
                </a:highlight>
              </a:rPr>
              <a:t>Bài tập Phân tích yêu cầu phần mềm</a:t>
            </a:r>
          </a:p>
        </p:txBody>
      </p:sp>
    </p:spTree>
    <p:extLst>
      <p:ext uri="{BB962C8B-B14F-4D97-AF65-F5344CB8AC3E}">
        <p14:creationId xmlns:p14="http://schemas.microsoft.com/office/powerpoint/2010/main" val="256814969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F1F5563-E4CA-459E-77C8-B5931041273D}"/>
              </a:ext>
            </a:extLst>
          </p:cNvPr>
          <p:cNvSpPr>
            <a:spLocks noGrp="1"/>
          </p:cNvSpPr>
          <p:nvPr>
            <p:ph type="title"/>
          </p:nvPr>
        </p:nvSpPr>
        <p:spPr/>
        <p:txBody>
          <a:bodyPr/>
          <a:lstStyle/>
          <a:p>
            <a:r>
              <a:rPr lang="en-US"/>
              <a:t>Bài tập Phân tích yêu cầu phần mềm</a:t>
            </a:r>
          </a:p>
        </p:txBody>
      </p:sp>
      <p:sp>
        <p:nvSpPr>
          <p:cNvPr id="8" name="Content Placeholder 7">
            <a:extLst>
              <a:ext uri="{FF2B5EF4-FFF2-40B4-BE49-F238E27FC236}">
                <a16:creationId xmlns:a16="http://schemas.microsoft.com/office/drawing/2014/main" id="{41639D8D-54F1-36F7-77F0-357481006D2F}"/>
              </a:ext>
            </a:extLst>
          </p:cNvPr>
          <p:cNvSpPr>
            <a:spLocks noGrp="1"/>
          </p:cNvSpPr>
          <p:nvPr>
            <p:ph idx="1"/>
          </p:nvPr>
        </p:nvSpPr>
        <p:spPr/>
        <p:txBody>
          <a:bodyPr/>
          <a:lstStyle/>
          <a:p>
            <a:r>
              <a:rPr lang="en-US"/>
              <a:t>Hãy phân tích yêu cầu phần mềm “Tiếp nhận hồ sơ đại lý”. Biết rằng yêu cầu phần mềm này liên quan đến Biểu mẫu 1 (BM1) và Qui định 1 (QĐ1).</a:t>
            </a:r>
          </a:p>
        </p:txBody>
      </p:sp>
      <p:pic>
        <p:nvPicPr>
          <p:cNvPr id="14" name="Content Placeholder 13">
            <a:extLst>
              <a:ext uri="{FF2B5EF4-FFF2-40B4-BE49-F238E27FC236}">
                <a16:creationId xmlns:a16="http://schemas.microsoft.com/office/drawing/2014/main" id="{60CCA362-CCB9-48F2-AE15-F9D97AE49FF9}"/>
              </a:ext>
            </a:extLst>
          </p:cNvPr>
          <p:cNvPicPr>
            <a:picLocks noGrp="1" noChangeAspect="1"/>
          </p:cNvPicPr>
          <p:nvPr>
            <p:ph idx="16"/>
          </p:nvPr>
        </p:nvPicPr>
        <p:blipFill>
          <a:blip r:embed="rId2"/>
          <a:stretch>
            <a:fillRect/>
          </a:stretch>
        </p:blipFill>
        <p:spPr bwMode="auto">
          <a:xfrm>
            <a:off x="2438400" y="3095424"/>
            <a:ext cx="7315200" cy="3062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479937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79DCF-909C-3D94-824B-EC17C337BD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19359-D049-92A5-7176-588D85B582E8}"/>
              </a:ext>
            </a:extLst>
          </p:cNvPr>
          <p:cNvSpPr>
            <a:spLocks noGrp="1"/>
          </p:cNvSpPr>
          <p:nvPr>
            <p:ph type="title"/>
          </p:nvPr>
        </p:nvSpPr>
        <p:spPr/>
        <p:txBody>
          <a:bodyPr/>
          <a:lstStyle/>
          <a:p>
            <a:r>
              <a:rPr lang="en-US"/>
              <a:t>Bài tập Phân tích yêu cầu phần mềm</a:t>
            </a:r>
          </a:p>
        </p:txBody>
      </p:sp>
      <p:pic>
        <p:nvPicPr>
          <p:cNvPr id="5" name="Content Placeholder 13">
            <a:extLst>
              <a:ext uri="{FF2B5EF4-FFF2-40B4-BE49-F238E27FC236}">
                <a16:creationId xmlns:a16="http://schemas.microsoft.com/office/drawing/2014/main" id="{A33179B5-A8BA-FF48-9D59-D0C92C62FF0F}"/>
              </a:ext>
            </a:extLst>
          </p:cNvPr>
          <p:cNvPicPr>
            <a:picLocks noGrp="1" noChangeAspect="1"/>
          </p:cNvPicPr>
          <p:nvPr>
            <p:ph idx="1"/>
          </p:nvPr>
        </p:nvPicPr>
        <p:blipFill>
          <a:blip r:embed="rId2"/>
          <a:stretch>
            <a:fillRect/>
          </a:stretch>
        </p:blipFill>
        <p:spPr bwMode="auto">
          <a:xfrm>
            <a:off x="2933258" y="1784959"/>
            <a:ext cx="6325483" cy="264832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58E8555-5547-063C-1FF5-3EBBE844627D}"/>
              </a:ext>
            </a:extLst>
          </p:cNvPr>
          <p:cNvSpPr>
            <a:spLocks noGrp="1"/>
          </p:cNvSpPr>
          <p:nvPr>
            <p:ph idx="16"/>
          </p:nvPr>
        </p:nvSpPr>
        <p:spPr/>
        <p:txBody>
          <a:bodyPr/>
          <a:lstStyle/>
          <a:p>
            <a:r>
              <a:rPr lang="en-US"/>
              <a:t>Khi người dùng thực hiện nghiệp vụ “Tiếp nhận hồ sơ đại lý” cần có các thông tin nào?</a:t>
            </a:r>
          </a:p>
          <a:p>
            <a:endParaRPr lang="vi-VN">
              <a:solidFill>
                <a:srgbClr val="FF0000"/>
              </a:solidFill>
            </a:endParaRPr>
          </a:p>
        </p:txBody>
      </p:sp>
    </p:spTree>
    <p:extLst>
      <p:ext uri="{BB962C8B-B14F-4D97-AF65-F5344CB8AC3E}">
        <p14:creationId xmlns:p14="http://schemas.microsoft.com/office/powerpoint/2010/main" val="171291068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CBB74-ACE5-E1D4-D66F-ADC4EA4FA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BFB6E7-F664-DF76-AFA5-3B5B07CB3DF6}"/>
              </a:ext>
            </a:extLst>
          </p:cNvPr>
          <p:cNvSpPr>
            <a:spLocks noGrp="1"/>
          </p:cNvSpPr>
          <p:nvPr>
            <p:ph type="title"/>
          </p:nvPr>
        </p:nvSpPr>
        <p:spPr/>
        <p:txBody>
          <a:bodyPr/>
          <a:lstStyle/>
          <a:p>
            <a:r>
              <a:rPr lang="en-US"/>
              <a:t>Bài tập Phân tích yêu cầu phần mềm</a:t>
            </a:r>
          </a:p>
        </p:txBody>
      </p:sp>
      <p:pic>
        <p:nvPicPr>
          <p:cNvPr id="5" name="Content Placeholder 13">
            <a:extLst>
              <a:ext uri="{FF2B5EF4-FFF2-40B4-BE49-F238E27FC236}">
                <a16:creationId xmlns:a16="http://schemas.microsoft.com/office/drawing/2014/main" id="{4C0E4007-AFA5-C37E-7448-476625E285DB}"/>
              </a:ext>
            </a:extLst>
          </p:cNvPr>
          <p:cNvPicPr>
            <a:picLocks noGrp="1" noChangeAspect="1"/>
          </p:cNvPicPr>
          <p:nvPr>
            <p:ph idx="1"/>
          </p:nvPr>
        </p:nvPicPr>
        <p:blipFill>
          <a:blip r:embed="rId2"/>
          <a:stretch>
            <a:fillRect/>
          </a:stretch>
        </p:blipFill>
        <p:spPr bwMode="auto">
          <a:xfrm>
            <a:off x="2933258" y="1784959"/>
            <a:ext cx="6325483" cy="264832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7A857FC-657A-469F-505F-9CC2BBD94E74}"/>
              </a:ext>
            </a:extLst>
          </p:cNvPr>
          <p:cNvSpPr>
            <a:spLocks noGrp="1"/>
          </p:cNvSpPr>
          <p:nvPr>
            <p:ph idx="16"/>
          </p:nvPr>
        </p:nvSpPr>
        <p:spPr/>
        <p:txBody>
          <a:bodyPr/>
          <a:lstStyle/>
          <a:p>
            <a:r>
              <a:rPr lang="en-US"/>
              <a:t>Các thông tin cần tiếp nhận: Tên, Loại đại lý, Điện thoại, Địa chỉ, Quận, Ngày tiếp nhận, Email.</a:t>
            </a:r>
          </a:p>
          <a:p>
            <a:endParaRPr lang="vi-VN">
              <a:solidFill>
                <a:srgbClr val="FF0000"/>
              </a:solidFill>
            </a:endParaRPr>
          </a:p>
        </p:txBody>
      </p:sp>
    </p:spTree>
    <p:extLst>
      <p:ext uri="{BB962C8B-B14F-4D97-AF65-F5344CB8AC3E}">
        <p14:creationId xmlns:p14="http://schemas.microsoft.com/office/powerpoint/2010/main" val="4887805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FC475-61F3-7F5A-475F-0C1DCD2705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D985E9-D2CE-5ACF-E4FE-397E80F0D67C}"/>
              </a:ext>
            </a:extLst>
          </p:cNvPr>
          <p:cNvSpPr>
            <a:spLocks noGrp="1"/>
          </p:cNvSpPr>
          <p:nvPr>
            <p:ph type="title"/>
          </p:nvPr>
        </p:nvSpPr>
        <p:spPr/>
        <p:txBody>
          <a:bodyPr/>
          <a:lstStyle/>
          <a:p>
            <a:r>
              <a:rPr lang="en-US"/>
              <a:t>Bài tập Phân tích yêu cầu phần mềm</a:t>
            </a:r>
          </a:p>
        </p:txBody>
      </p:sp>
      <p:pic>
        <p:nvPicPr>
          <p:cNvPr id="5" name="Content Placeholder 13">
            <a:extLst>
              <a:ext uri="{FF2B5EF4-FFF2-40B4-BE49-F238E27FC236}">
                <a16:creationId xmlns:a16="http://schemas.microsoft.com/office/drawing/2014/main" id="{2AEE3130-45F2-A28F-E849-823F93DE1495}"/>
              </a:ext>
            </a:extLst>
          </p:cNvPr>
          <p:cNvPicPr>
            <a:picLocks noGrp="1" noChangeAspect="1"/>
          </p:cNvPicPr>
          <p:nvPr>
            <p:ph idx="1"/>
          </p:nvPr>
        </p:nvPicPr>
        <p:blipFill>
          <a:blip r:embed="rId2"/>
          <a:stretch>
            <a:fillRect/>
          </a:stretch>
        </p:blipFill>
        <p:spPr bwMode="auto">
          <a:xfrm>
            <a:off x="2933258" y="1784959"/>
            <a:ext cx="6325483" cy="264832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017C9871-F5D8-CE0C-4C80-45B0BB7AB187}"/>
              </a:ext>
            </a:extLst>
          </p:cNvPr>
          <p:cNvSpPr>
            <a:spLocks noGrp="1"/>
          </p:cNvSpPr>
          <p:nvPr>
            <p:ph idx="16"/>
          </p:nvPr>
        </p:nvSpPr>
        <p:spPr/>
        <p:txBody>
          <a:bodyPr/>
          <a:lstStyle/>
          <a:p>
            <a:r>
              <a:rPr lang="en-US"/>
              <a:t>Khi người dùng thực hiện nghiệp vụ “Tiếp nhận hồ sơ đại lý” có cần kiểm tra ràng buộc gì hay không? Có hay Không?</a:t>
            </a:r>
          </a:p>
          <a:p>
            <a:endParaRPr lang="vi-VN">
              <a:solidFill>
                <a:srgbClr val="FF0000"/>
              </a:solidFill>
            </a:endParaRPr>
          </a:p>
        </p:txBody>
      </p:sp>
    </p:spTree>
    <p:extLst>
      <p:ext uri="{BB962C8B-B14F-4D97-AF65-F5344CB8AC3E}">
        <p14:creationId xmlns:p14="http://schemas.microsoft.com/office/powerpoint/2010/main" val="199977343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A40BA-965D-42BD-D862-7E68AD912A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85A3C-8FA1-EABE-C082-AD74A1F28DB5}"/>
              </a:ext>
            </a:extLst>
          </p:cNvPr>
          <p:cNvSpPr>
            <a:spLocks noGrp="1"/>
          </p:cNvSpPr>
          <p:nvPr>
            <p:ph type="title"/>
          </p:nvPr>
        </p:nvSpPr>
        <p:spPr/>
        <p:txBody>
          <a:bodyPr/>
          <a:lstStyle/>
          <a:p>
            <a:r>
              <a:rPr lang="en-US"/>
              <a:t>Bài tập Phân tích yêu cầu phần mềm</a:t>
            </a:r>
          </a:p>
        </p:txBody>
      </p:sp>
      <p:pic>
        <p:nvPicPr>
          <p:cNvPr id="5" name="Content Placeholder 13">
            <a:extLst>
              <a:ext uri="{FF2B5EF4-FFF2-40B4-BE49-F238E27FC236}">
                <a16:creationId xmlns:a16="http://schemas.microsoft.com/office/drawing/2014/main" id="{AECC1DD5-FED0-B04D-DB1A-8DF3CF1E4542}"/>
              </a:ext>
            </a:extLst>
          </p:cNvPr>
          <p:cNvPicPr>
            <a:picLocks noGrp="1" noChangeAspect="1"/>
          </p:cNvPicPr>
          <p:nvPr>
            <p:ph idx="1"/>
          </p:nvPr>
        </p:nvPicPr>
        <p:blipFill>
          <a:blip r:embed="rId2"/>
          <a:stretch>
            <a:fillRect/>
          </a:stretch>
        </p:blipFill>
        <p:spPr bwMode="auto">
          <a:xfrm>
            <a:off x="2933258" y="1784959"/>
            <a:ext cx="6325483" cy="264832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CDBD1EC9-B3A5-FBDC-20CF-902229561373}"/>
              </a:ext>
            </a:extLst>
          </p:cNvPr>
          <p:cNvSpPr>
            <a:spLocks noGrp="1"/>
          </p:cNvSpPr>
          <p:nvPr>
            <p:ph idx="16"/>
          </p:nvPr>
        </p:nvSpPr>
        <p:spPr/>
        <p:txBody>
          <a:bodyPr/>
          <a:lstStyle/>
          <a:p>
            <a:r>
              <a:rPr lang="en-US"/>
              <a:t>Có kiểm tra ràng buộc theo qui định 1.</a:t>
            </a:r>
            <a:endParaRPr lang="vi-VN">
              <a:solidFill>
                <a:srgbClr val="FF0000"/>
              </a:solidFill>
            </a:endParaRPr>
          </a:p>
        </p:txBody>
      </p:sp>
    </p:spTree>
    <p:extLst>
      <p:ext uri="{BB962C8B-B14F-4D97-AF65-F5344CB8AC3E}">
        <p14:creationId xmlns:p14="http://schemas.microsoft.com/office/powerpoint/2010/main" val="308083601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E54D4-3052-4E49-5D35-9B8C883F47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CA5619-219D-B52C-9522-DE91AA952DD2}"/>
              </a:ext>
            </a:extLst>
          </p:cNvPr>
          <p:cNvSpPr>
            <a:spLocks noGrp="1"/>
          </p:cNvSpPr>
          <p:nvPr>
            <p:ph type="title"/>
          </p:nvPr>
        </p:nvSpPr>
        <p:spPr/>
        <p:txBody>
          <a:bodyPr/>
          <a:lstStyle/>
          <a:p>
            <a:r>
              <a:rPr lang="en-US"/>
              <a:t>Bài tập Phân tích yêu cầu phần mềm</a:t>
            </a:r>
          </a:p>
        </p:txBody>
      </p:sp>
      <p:pic>
        <p:nvPicPr>
          <p:cNvPr id="5" name="Content Placeholder 13">
            <a:extLst>
              <a:ext uri="{FF2B5EF4-FFF2-40B4-BE49-F238E27FC236}">
                <a16:creationId xmlns:a16="http://schemas.microsoft.com/office/drawing/2014/main" id="{17050B53-7D02-3E7A-2400-680C8B2C7A16}"/>
              </a:ext>
            </a:extLst>
          </p:cNvPr>
          <p:cNvPicPr>
            <a:picLocks noGrp="1" noChangeAspect="1"/>
          </p:cNvPicPr>
          <p:nvPr>
            <p:ph idx="1"/>
          </p:nvPr>
        </p:nvPicPr>
        <p:blipFill>
          <a:blip r:embed="rId2"/>
          <a:stretch>
            <a:fillRect/>
          </a:stretch>
        </p:blipFill>
        <p:spPr bwMode="auto">
          <a:xfrm>
            <a:off x="2933258" y="1784959"/>
            <a:ext cx="6325483" cy="264832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2B57933-24CC-6E2F-6B71-ED8A59BBD90B}"/>
              </a:ext>
            </a:extLst>
          </p:cNvPr>
          <p:cNvSpPr>
            <a:spLocks noGrp="1"/>
          </p:cNvSpPr>
          <p:nvPr>
            <p:ph idx="16"/>
          </p:nvPr>
        </p:nvSpPr>
        <p:spPr/>
        <p:txBody>
          <a:bodyPr/>
          <a:lstStyle/>
          <a:p>
            <a:r>
              <a:rPr lang="en-US"/>
              <a:t>Ràng buộc cần kiểm tra đầu tiên là gì? Các thông tin cần thiết phải có để kiểm tra ràng buộc đầu tiên là gì?</a:t>
            </a:r>
          </a:p>
          <a:p>
            <a:endParaRPr lang="vi-VN">
              <a:solidFill>
                <a:srgbClr val="FF0000"/>
              </a:solidFill>
            </a:endParaRPr>
          </a:p>
        </p:txBody>
      </p:sp>
    </p:spTree>
    <p:extLst>
      <p:ext uri="{BB962C8B-B14F-4D97-AF65-F5344CB8AC3E}">
        <p14:creationId xmlns:p14="http://schemas.microsoft.com/office/powerpoint/2010/main" val="187951565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7A29C-4871-9FA3-3243-D4C4F31E5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1AE56B-EF74-A9F1-8BB8-57A5101D94C3}"/>
              </a:ext>
            </a:extLst>
          </p:cNvPr>
          <p:cNvSpPr>
            <a:spLocks noGrp="1"/>
          </p:cNvSpPr>
          <p:nvPr>
            <p:ph type="title"/>
          </p:nvPr>
        </p:nvSpPr>
        <p:spPr/>
        <p:txBody>
          <a:bodyPr/>
          <a:lstStyle/>
          <a:p>
            <a:r>
              <a:rPr lang="en-US"/>
              <a:t>Bài tập Phân tích yêu cầu phần mềm</a:t>
            </a:r>
          </a:p>
        </p:txBody>
      </p:sp>
      <p:pic>
        <p:nvPicPr>
          <p:cNvPr id="5" name="Content Placeholder 13">
            <a:extLst>
              <a:ext uri="{FF2B5EF4-FFF2-40B4-BE49-F238E27FC236}">
                <a16:creationId xmlns:a16="http://schemas.microsoft.com/office/drawing/2014/main" id="{12E33202-204F-7448-9F4B-7DF0FAC15BCD}"/>
              </a:ext>
            </a:extLst>
          </p:cNvPr>
          <p:cNvPicPr>
            <a:picLocks noGrp="1" noChangeAspect="1"/>
          </p:cNvPicPr>
          <p:nvPr>
            <p:ph idx="1"/>
          </p:nvPr>
        </p:nvPicPr>
        <p:blipFill>
          <a:blip r:embed="rId2"/>
          <a:stretch>
            <a:fillRect/>
          </a:stretch>
        </p:blipFill>
        <p:spPr bwMode="auto">
          <a:xfrm>
            <a:off x="3475917" y="1600200"/>
            <a:ext cx="5240165" cy="219392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E2E2A68-B36A-68C2-F09B-ECC91699C1F2}"/>
              </a:ext>
            </a:extLst>
          </p:cNvPr>
          <p:cNvSpPr>
            <a:spLocks noGrp="1"/>
          </p:cNvSpPr>
          <p:nvPr>
            <p:ph idx="16"/>
          </p:nvPr>
        </p:nvSpPr>
        <p:spPr/>
        <p:txBody>
          <a:bodyPr/>
          <a:lstStyle/>
          <a:p>
            <a:r>
              <a:rPr lang="vi-VN"/>
              <a:t>Có hai loại đại lý</a:t>
            </a:r>
            <a:r>
              <a:rPr lang="en-US"/>
              <a:t> </a:t>
            </a:r>
            <a:r>
              <a:rPr lang="vi-VN"/>
              <a:t>(Loại 1 và Loại 2) được xác định </a:t>
            </a:r>
            <a:r>
              <a:rPr lang="en-US"/>
              <a:t>QĐ1</a:t>
            </a:r>
            <a:r>
              <a:rPr lang="vi-VN"/>
              <a:t>. Khi tiếp nhận hồ sơ, loại đại lý phải được chọn từ danh sách </a:t>
            </a:r>
            <a:r>
              <a:rPr lang="en-US"/>
              <a:t>loại đại lý</a:t>
            </a:r>
            <a:r>
              <a:rPr lang="vi-VN"/>
              <a:t>. </a:t>
            </a:r>
            <a:r>
              <a:rPr lang="vi-VN">
                <a:solidFill>
                  <a:srgbClr val="FF0000"/>
                </a:solidFill>
              </a:rPr>
              <a:t>Điều này có nghĩa là người nhập liệu phải đảm bảo rằng loại đại lý ghi trong hồ sơ phải là một trong hai loại đã được chỉ định (Loại 1 hoặc Loại 2).</a:t>
            </a:r>
          </a:p>
        </p:txBody>
      </p:sp>
    </p:spTree>
    <p:extLst>
      <p:ext uri="{BB962C8B-B14F-4D97-AF65-F5344CB8AC3E}">
        <p14:creationId xmlns:p14="http://schemas.microsoft.com/office/powerpoint/2010/main" val="428859591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6C81C-EFE9-0943-F8E6-0DFC8EE5A7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46D63-CFB2-27F5-CDD3-E07ED362CE25}"/>
              </a:ext>
            </a:extLst>
          </p:cNvPr>
          <p:cNvSpPr>
            <a:spLocks noGrp="1"/>
          </p:cNvSpPr>
          <p:nvPr>
            <p:ph type="title"/>
          </p:nvPr>
        </p:nvSpPr>
        <p:spPr/>
        <p:txBody>
          <a:bodyPr/>
          <a:lstStyle/>
          <a:p>
            <a:r>
              <a:rPr lang="en-US"/>
              <a:t>Bài tập Phân tích yêu cầu phần mềm</a:t>
            </a:r>
          </a:p>
        </p:txBody>
      </p:sp>
      <p:pic>
        <p:nvPicPr>
          <p:cNvPr id="5" name="Content Placeholder 13">
            <a:extLst>
              <a:ext uri="{FF2B5EF4-FFF2-40B4-BE49-F238E27FC236}">
                <a16:creationId xmlns:a16="http://schemas.microsoft.com/office/drawing/2014/main" id="{3BBA44C1-7241-F674-3116-AA46032A870C}"/>
              </a:ext>
            </a:extLst>
          </p:cNvPr>
          <p:cNvPicPr>
            <a:picLocks noGrp="1" noChangeAspect="1"/>
          </p:cNvPicPr>
          <p:nvPr>
            <p:ph idx="1"/>
          </p:nvPr>
        </p:nvPicPr>
        <p:blipFill>
          <a:blip r:embed="rId2"/>
          <a:stretch>
            <a:fillRect/>
          </a:stretch>
        </p:blipFill>
        <p:spPr bwMode="auto">
          <a:xfrm>
            <a:off x="2933258" y="1784959"/>
            <a:ext cx="6325483" cy="264832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45DEAC2C-ED01-98A7-7955-1AC68EC0C7A8}"/>
              </a:ext>
            </a:extLst>
          </p:cNvPr>
          <p:cNvSpPr>
            <a:spLocks noGrp="1"/>
          </p:cNvSpPr>
          <p:nvPr>
            <p:ph idx="16"/>
          </p:nvPr>
        </p:nvSpPr>
        <p:spPr/>
        <p:txBody>
          <a:bodyPr/>
          <a:lstStyle/>
          <a:p>
            <a:r>
              <a:rPr lang="en-US"/>
              <a:t>Ràng buộc cần kiểm tra thứ hai là gì? Các thông tin cần thiết phải có để kiểm tra ràng buộc thứ hai là gì?</a:t>
            </a:r>
          </a:p>
          <a:p>
            <a:endParaRPr lang="vi-VN">
              <a:solidFill>
                <a:srgbClr val="FF0000"/>
              </a:solidFill>
            </a:endParaRPr>
          </a:p>
        </p:txBody>
      </p:sp>
    </p:spTree>
    <p:extLst>
      <p:ext uri="{BB962C8B-B14F-4D97-AF65-F5344CB8AC3E}">
        <p14:creationId xmlns:p14="http://schemas.microsoft.com/office/powerpoint/2010/main" val="9349914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1C621-CE4A-C8D2-EC21-BB5A725DC0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4649BD-EA1F-5632-26F4-DE825F3383F5}"/>
              </a:ext>
            </a:extLst>
          </p:cNvPr>
          <p:cNvSpPr>
            <a:spLocks noGrp="1"/>
          </p:cNvSpPr>
          <p:nvPr>
            <p:ph type="title"/>
          </p:nvPr>
        </p:nvSpPr>
        <p:spPr/>
        <p:txBody>
          <a:bodyPr/>
          <a:lstStyle/>
          <a:p>
            <a:r>
              <a:rPr lang="en-US"/>
              <a:t>Bài tập Phân tích yêu cầu phần mềm</a:t>
            </a:r>
          </a:p>
        </p:txBody>
      </p:sp>
      <p:pic>
        <p:nvPicPr>
          <p:cNvPr id="5" name="Content Placeholder 13">
            <a:extLst>
              <a:ext uri="{FF2B5EF4-FFF2-40B4-BE49-F238E27FC236}">
                <a16:creationId xmlns:a16="http://schemas.microsoft.com/office/drawing/2014/main" id="{EB308CF6-5DE1-465F-701A-E3244C1CCE95}"/>
              </a:ext>
            </a:extLst>
          </p:cNvPr>
          <p:cNvPicPr>
            <a:picLocks noGrp="1" noChangeAspect="1"/>
          </p:cNvPicPr>
          <p:nvPr>
            <p:ph idx="1"/>
          </p:nvPr>
        </p:nvPicPr>
        <p:blipFill>
          <a:blip r:embed="rId2"/>
          <a:stretch>
            <a:fillRect/>
          </a:stretch>
        </p:blipFill>
        <p:spPr bwMode="auto">
          <a:xfrm>
            <a:off x="3475917" y="1600200"/>
            <a:ext cx="5240165" cy="219392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A0E99E45-125A-2819-6448-50334D1585A4}"/>
              </a:ext>
            </a:extLst>
          </p:cNvPr>
          <p:cNvSpPr>
            <a:spLocks noGrp="1"/>
          </p:cNvSpPr>
          <p:nvPr>
            <p:ph idx="16"/>
          </p:nvPr>
        </p:nvSpPr>
        <p:spPr/>
        <p:txBody>
          <a:bodyPr/>
          <a:lstStyle/>
          <a:p>
            <a:r>
              <a:rPr lang="vi-VN"/>
              <a:t>Có </a:t>
            </a:r>
            <a:r>
              <a:rPr lang="en-US"/>
              <a:t>20 quận </a:t>
            </a:r>
            <a:r>
              <a:rPr lang="vi-VN"/>
              <a:t>được xác định </a:t>
            </a:r>
            <a:r>
              <a:rPr lang="en-US"/>
              <a:t>QĐ1</a:t>
            </a:r>
            <a:r>
              <a:rPr lang="vi-VN"/>
              <a:t>. Khi tiếp nhận hồ sơ, </a:t>
            </a:r>
            <a:r>
              <a:rPr lang="en-US"/>
              <a:t>Quận</a:t>
            </a:r>
            <a:r>
              <a:rPr lang="vi-VN"/>
              <a:t> phải được chọn từ danh sách </a:t>
            </a:r>
            <a:r>
              <a:rPr lang="en-US"/>
              <a:t>quận</a:t>
            </a:r>
            <a:r>
              <a:rPr lang="vi-VN"/>
              <a:t>. </a:t>
            </a:r>
            <a:r>
              <a:rPr lang="vi-VN">
                <a:solidFill>
                  <a:srgbClr val="FF0000"/>
                </a:solidFill>
              </a:rPr>
              <a:t>Điều này có nghĩa là người nhập liệu phải đảm bảo rằng </a:t>
            </a:r>
            <a:r>
              <a:rPr lang="en-US">
                <a:solidFill>
                  <a:srgbClr val="FF0000"/>
                </a:solidFill>
              </a:rPr>
              <a:t>quận</a:t>
            </a:r>
            <a:r>
              <a:rPr lang="vi-VN">
                <a:solidFill>
                  <a:srgbClr val="FF0000"/>
                </a:solidFill>
              </a:rPr>
              <a:t> ghi trong hồ sơ phải là một trong </a:t>
            </a:r>
            <a:r>
              <a:rPr lang="en-US">
                <a:solidFill>
                  <a:srgbClr val="FF0000"/>
                </a:solidFill>
              </a:rPr>
              <a:t>20 quận</a:t>
            </a:r>
            <a:r>
              <a:rPr lang="vi-VN">
                <a:solidFill>
                  <a:srgbClr val="FF0000"/>
                </a:solidFill>
              </a:rPr>
              <a:t> đã được chỉ định.</a:t>
            </a:r>
          </a:p>
        </p:txBody>
      </p:sp>
    </p:spTree>
    <p:extLst>
      <p:ext uri="{BB962C8B-B14F-4D97-AF65-F5344CB8AC3E}">
        <p14:creationId xmlns:p14="http://schemas.microsoft.com/office/powerpoint/2010/main" val="399144765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94EC9-BB12-E324-11F5-551AB541D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107493-5490-5B5D-0C62-B39FCBE29F37}"/>
              </a:ext>
            </a:extLst>
          </p:cNvPr>
          <p:cNvSpPr>
            <a:spLocks noGrp="1"/>
          </p:cNvSpPr>
          <p:nvPr>
            <p:ph type="title"/>
          </p:nvPr>
        </p:nvSpPr>
        <p:spPr/>
        <p:txBody>
          <a:bodyPr/>
          <a:lstStyle/>
          <a:p>
            <a:r>
              <a:rPr lang="en-US"/>
              <a:t>Bài tập Phân tích yêu cầu phần mềm</a:t>
            </a:r>
          </a:p>
        </p:txBody>
      </p:sp>
      <p:pic>
        <p:nvPicPr>
          <p:cNvPr id="5" name="Content Placeholder 13">
            <a:extLst>
              <a:ext uri="{FF2B5EF4-FFF2-40B4-BE49-F238E27FC236}">
                <a16:creationId xmlns:a16="http://schemas.microsoft.com/office/drawing/2014/main" id="{3ACF3968-CF39-69FD-6433-EC772AD8BC1E}"/>
              </a:ext>
            </a:extLst>
          </p:cNvPr>
          <p:cNvPicPr>
            <a:picLocks noGrp="1" noChangeAspect="1"/>
          </p:cNvPicPr>
          <p:nvPr>
            <p:ph idx="1"/>
          </p:nvPr>
        </p:nvPicPr>
        <p:blipFill>
          <a:blip r:embed="rId2"/>
          <a:stretch>
            <a:fillRect/>
          </a:stretch>
        </p:blipFill>
        <p:spPr bwMode="auto">
          <a:xfrm>
            <a:off x="2933258" y="1784959"/>
            <a:ext cx="6325483" cy="264832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867D8E22-E9DF-DB39-386D-5E98E986430D}"/>
              </a:ext>
            </a:extLst>
          </p:cNvPr>
          <p:cNvSpPr>
            <a:spLocks noGrp="1"/>
          </p:cNvSpPr>
          <p:nvPr>
            <p:ph idx="16"/>
          </p:nvPr>
        </p:nvSpPr>
        <p:spPr/>
        <p:txBody>
          <a:bodyPr/>
          <a:lstStyle/>
          <a:p>
            <a:r>
              <a:rPr lang="en-US"/>
              <a:t>Ràng buộc cần kiểm tra thứ ba là gì? Các thông tin cần thiết phải có để kiểm tra ràng buộc thứ ba là gì?</a:t>
            </a:r>
          </a:p>
          <a:p>
            <a:endParaRPr lang="vi-VN">
              <a:solidFill>
                <a:srgbClr val="FF0000"/>
              </a:solidFill>
            </a:endParaRPr>
          </a:p>
        </p:txBody>
      </p:sp>
    </p:spTree>
    <p:extLst>
      <p:ext uri="{BB962C8B-B14F-4D97-AF65-F5344CB8AC3E}">
        <p14:creationId xmlns:p14="http://schemas.microsoft.com/office/powerpoint/2010/main" val="64062130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611BE-6A2B-88E4-A31B-3FE425FE7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C473E-8A45-0B69-222F-7B1AEF3F6FFC}"/>
              </a:ext>
            </a:extLst>
          </p:cNvPr>
          <p:cNvSpPr>
            <a:spLocks noGrp="1"/>
          </p:cNvSpPr>
          <p:nvPr>
            <p:ph type="title"/>
          </p:nvPr>
        </p:nvSpPr>
        <p:spPr/>
        <p:txBody>
          <a:bodyPr/>
          <a:lstStyle/>
          <a:p>
            <a:r>
              <a:rPr lang="en-US"/>
              <a:t>Bài tập Phân tích yêu cầu phần mềm</a:t>
            </a:r>
          </a:p>
        </p:txBody>
      </p:sp>
      <p:pic>
        <p:nvPicPr>
          <p:cNvPr id="5" name="Content Placeholder 13">
            <a:extLst>
              <a:ext uri="{FF2B5EF4-FFF2-40B4-BE49-F238E27FC236}">
                <a16:creationId xmlns:a16="http://schemas.microsoft.com/office/drawing/2014/main" id="{925605B5-9E70-47FB-6A36-BA8E7BD36943}"/>
              </a:ext>
            </a:extLst>
          </p:cNvPr>
          <p:cNvPicPr>
            <a:picLocks noGrp="1" noChangeAspect="1"/>
          </p:cNvPicPr>
          <p:nvPr>
            <p:ph idx="1"/>
          </p:nvPr>
        </p:nvPicPr>
        <p:blipFill>
          <a:blip r:embed="rId2"/>
          <a:stretch>
            <a:fillRect/>
          </a:stretch>
        </p:blipFill>
        <p:spPr bwMode="auto">
          <a:xfrm>
            <a:off x="3475917" y="1600200"/>
            <a:ext cx="5240165" cy="219392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DF7954A-9A30-6C9A-F362-9FB56139F785}"/>
              </a:ext>
            </a:extLst>
          </p:cNvPr>
          <p:cNvSpPr>
            <a:spLocks noGrp="1"/>
          </p:cNvSpPr>
          <p:nvPr>
            <p:ph idx="16"/>
          </p:nvPr>
        </p:nvSpPr>
        <p:spPr/>
        <p:txBody>
          <a:bodyPr/>
          <a:lstStyle/>
          <a:p>
            <a:r>
              <a:rPr lang="vi-VN"/>
              <a:t>Trong mỗi quận, không được có quá 4 đại lý. </a:t>
            </a:r>
            <a:r>
              <a:rPr lang="vi-VN">
                <a:solidFill>
                  <a:srgbClr val="FF0000"/>
                </a:solidFill>
              </a:rPr>
              <a:t>Đây là một ràng buộc quan trọng để đảm bảo không vượt quá số lượng đại lý tối đa cho phép trong </a:t>
            </a:r>
            <a:r>
              <a:rPr lang="en-US">
                <a:solidFill>
                  <a:srgbClr val="FF0000"/>
                </a:solidFill>
              </a:rPr>
              <a:t>bất ký quận nào</a:t>
            </a:r>
            <a:r>
              <a:rPr lang="vi-VN">
                <a:solidFill>
                  <a:srgbClr val="FF0000"/>
                </a:solidFill>
              </a:rPr>
              <a:t>.</a:t>
            </a:r>
            <a:r>
              <a:rPr lang="vi-VN"/>
              <a:t> Người tiếp nhận hồ sơ cần kiểm tra để đảm bảo số đại lý trong quận đang tiếp nhận không vượt quá hạn mức này.</a:t>
            </a:r>
            <a:endParaRPr lang="vi-VN">
              <a:solidFill>
                <a:srgbClr val="FF0000"/>
              </a:solidFill>
            </a:endParaRPr>
          </a:p>
        </p:txBody>
      </p:sp>
    </p:spTree>
    <p:extLst>
      <p:ext uri="{BB962C8B-B14F-4D97-AF65-F5344CB8AC3E}">
        <p14:creationId xmlns:p14="http://schemas.microsoft.com/office/powerpoint/2010/main" val="352821912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5757D-BEA1-1B6F-9915-A019CB1DCC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6ACE11-306C-FB7E-6AD8-486D51BFD142}"/>
              </a:ext>
            </a:extLst>
          </p:cNvPr>
          <p:cNvSpPr>
            <a:spLocks noGrp="1"/>
          </p:cNvSpPr>
          <p:nvPr>
            <p:ph type="title"/>
          </p:nvPr>
        </p:nvSpPr>
        <p:spPr/>
        <p:txBody>
          <a:bodyPr/>
          <a:lstStyle/>
          <a:p>
            <a:r>
              <a:rPr lang="en-US"/>
              <a:t>Bài tập Phân tích yêu cầu</a:t>
            </a:r>
          </a:p>
        </p:txBody>
      </p:sp>
      <p:pic>
        <p:nvPicPr>
          <p:cNvPr id="5" name="Content Placeholder 13">
            <a:extLst>
              <a:ext uri="{FF2B5EF4-FFF2-40B4-BE49-F238E27FC236}">
                <a16:creationId xmlns:a16="http://schemas.microsoft.com/office/drawing/2014/main" id="{DFC57EFB-1EBF-3963-3CC2-1D83F8760D5C}"/>
              </a:ext>
            </a:extLst>
          </p:cNvPr>
          <p:cNvPicPr>
            <a:picLocks noGrp="1" noChangeAspect="1"/>
          </p:cNvPicPr>
          <p:nvPr>
            <p:ph sz="half" idx="1"/>
          </p:nvPr>
        </p:nvPicPr>
        <p:blipFill>
          <a:blip r:embed="rId2"/>
          <a:stretch>
            <a:fillRect/>
          </a:stretch>
        </p:blipFill>
        <p:spPr bwMode="auto">
          <a:xfrm>
            <a:off x="609600" y="3017087"/>
            <a:ext cx="4041775" cy="169218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39D0F99D-7893-92D9-8D65-723B7C0A3337}"/>
              </a:ext>
            </a:extLst>
          </p:cNvPr>
          <p:cNvSpPr>
            <a:spLocks noGrp="1"/>
          </p:cNvSpPr>
          <p:nvPr>
            <p:ph sz="half" idx="2"/>
          </p:nvPr>
        </p:nvSpPr>
        <p:spPr/>
        <p:txBody>
          <a:bodyPr/>
          <a:lstStyle/>
          <a:p>
            <a:r>
              <a:rPr lang="vi-VN" sz="1600"/>
              <a:t>Phân tích yêu cầu</a:t>
            </a:r>
            <a:r>
              <a:rPr lang="en-US" sz="1600"/>
              <a:t> phần mềm</a:t>
            </a:r>
            <a:r>
              <a:rPr lang="vi-VN" sz="1600"/>
              <a:t>:</a:t>
            </a:r>
            <a:r>
              <a:rPr lang="en-US" sz="1600"/>
              <a:t> Tiếp nhận hồ sơ đại lý.</a:t>
            </a:r>
          </a:p>
          <a:p>
            <a:pPr marL="971550" lvl="1" indent="-514350">
              <a:buFont typeface="+mj-lt"/>
              <a:buAutoNum type="arabicPeriod"/>
            </a:pPr>
            <a:r>
              <a:rPr lang="vi-VN" sz="1600">
                <a:solidFill>
                  <a:schemeClr val="tx1"/>
                </a:solidFill>
                <a:highlight>
                  <a:srgbClr val="00FFFF"/>
                </a:highlight>
              </a:rPr>
              <a:t>Thông tin đầu vào:</a:t>
            </a:r>
            <a:endParaRPr lang="en-US" sz="1600">
              <a:solidFill>
                <a:schemeClr val="tx1"/>
              </a:solidFill>
              <a:highlight>
                <a:srgbClr val="00FFFF"/>
              </a:highlight>
            </a:endParaRPr>
          </a:p>
          <a:p>
            <a:pPr lvl="2"/>
            <a:r>
              <a:rPr lang="vi-VN" sz="1600"/>
              <a:t>Người dùng nhập thông tin bao gồm:</a:t>
            </a:r>
            <a:endParaRPr lang="en-US" sz="1600"/>
          </a:p>
          <a:p>
            <a:pPr lvl="3"/>
            <a:r>
              <a:rPr lang="vi-VN" sz="1600">
                <a:solidFill>
                  <a:srgbClr val="FF0000"/>
                </a:solidFill>
              </a:rPr>
              <a:t>Tên, Điện thoại, Địa chỉ, Email.</a:t>
            </a:r>
            <a:endParaRPr lang="en-US" sz="1600">
              <a:solidFill>
                <a:srgbClr val="FF0000"/>
              </a:solidFill>
            </a:endParaRPr>
          </a:p>
          <a:p>
            <a:pPr lvl="3"/>
            <a:r>
              <a:rPr lang="vi-VN" sz="1600">
                <a:solidFill>
                  <a:schemeClr val="tx1"/>
                </a:solidFill>
                <a:highlight>
                  <a:srgbClr val="00FF00"/>
                </a:highlight>
              </a:rPr>
              <a:t>Loại đại lý</a:t>
            </a:r>
            <a:r>
              <a:rPr lang="vi-VN" sz="1600"/>
              <a:t> (</a:t>
            </a:r>
            <a:r>
              <a:rPr lang="en-US" sz="1600"/>
              <a:t>Danh sách loại đại lý – hiện c</a:t>
            </a:r>
            <a:r>
              <a:rPr lang="vi-VN" sz="1600"/>
              <a:t>ó 2 loại: 1</a:t>
            </a:r>
            <a:r>
              <a:rPr lang="en-US" sz="1600"/>
              <a:t>, </a:t>
            </a:r>
            <a:r>
              <a:rPr lang="vi-VN" sz="1600"/>
              <a:t>2).</a:t>
            </a:r>
            <a:endParaRPr lang="en-US" sz="1600"/>
          </a:p>
          <a:p>
            <a:pPr lvl="3"/>
            <a:r>
              <a:rPr lang="vi-VN" sz="1600">
                <a:solidFill>
                  <a:schemeClr val="tx1"/>
                </a:solidFill>
                <a:highlight>
                  <a:srgbClr val="00FFFF"/>
                </a:highlight>
              </a:rPr>
              <a:t>Quận</a:t>
            </a:r>
            <a:r>
              <a:rPr lang="vi-VN" sz="1600"/>
              <a:t> </a:t>
            </a:r>
            <a:r>
              <a:rPr lang="vi-VN" sz="1600">
                <a:solidFill>
                  <a:srgbClr val="FF0000"/>
                </a:solidFill>
              </a:rPr>
              <a:t>(</a:t>
            </a:r>
            <a:r>
              <a:rPr lang="en-US" sz="1600">
                <a:solidFill>
                  <a:srgbClr val="FF0000"/>
                </a:solidFill>
              </a:rPr>
              <a:t>Danh sách Quận – hiện c</a:t>
            </a:r>
            <a:r>
              <a:rPr lang="vi-VN" sz="1600">
                <a:solidFill>
                  <a:srgbClr val="FF0000"/>
                </a:solidFill>
              </a:rPr>
              <a:t>ó 20 quận, </a:t>
            </a:r>
            <a:r>
              <a:rPr lang="en-US" sz="1600">
                <a:solidFill>
                  <a:srgbClr val="FF0000"/>
                </a:solidFill>
              </a:rPr>
              <a:t>qui định số lượng đại lý </a:t>
            </a:r>
            <a:r>
              <a:rPr lang="vi-VN" sz="1600">
                <a:solidFill>
                  <a:srgbClr val="FF0000"/>
                </a:solidFill>
              </a:rPr>
              <a:t>tối đa </a:t>
            </a:r>
            <a:r>
              <a:rPr lang="en-US" sz="1600">
                <a:solidFill>
                  <a:srgbClr val="FF0000"/>
                </a:solidFill>
              </a:rPr>
              <a:t>trong quận – hiện tại là </a:t>
            </a:r>
            <a:r>
              <a:rPr lang="vi-VN" sz="1600">
                <a:solidFill>
                  <a:srgbClr val="FF0000"/>
                </a:solidFill>
              </a:rPr>
              <a:t>4</a:t>
            </a:r>
            <a:r>
              <a:rPr lang="en-US" sz="1600">
                <a:solidFill>
                  <a:srgbClr val="FF0000"/>
                </a:solidFill>
              </a:rPr>
              <a:t>)</a:t>
            </a:r>
            <a:r>
              <a:rPr lang="vi-VN" sz="1600">
                <a:solidFill>
                  <a:srgbClr val="FF0000"/>
                </a:solidFill>
              </a:rPr>
              <a:t>.</a:t>
            </a:r>
            <a:endParaRPr lang="en-US" sz="1600">
              <a:solidFill>
                <a:srgbClr val="FF0000"/>
              </a:solidFill>
            </a:endParaRPr>
          </a:p>
          <a:p>
            <a:pPr lvl="3"/>
            <a:r>
              <a:rPr lang="vi-VN" sz="1600"/>
              <a:t>Ngày tiếp nhận.</a:t>
            </a:r>
            <a:endParaRPr lang="en-US" sz="1600"/>
          </a:p>
          <a:p>
            <a:pPr lvl="3"/>
            <a:endParaRPr lang="en-US" sz="1600"/>
          </a:p>
          <a:p>
            <a:pPr marL="971550" lvl="1" indent="-514350">
              <a:buFont typeface="+mj-lt"/>
              <a:buAutoNum type="arabicPeriod" startAt="2"/>
            </a:pPr>
            <a:r>
              <a:rPr lang="vi-VN" sz="1600">
                <a:solidFill>
                  <a:schemeClr val="tx1"/>
                </a:solidFill>
                <a:highlight>
                  <a:srgbClr val="00FFFF"/>
                </a:highlight>
              </a:rPr>
              <a:t>Điều kiện kiểm tra:</a:t>
            </a:r>
            <a:endParaRPr lang="en-US" sz="1600">
              <a:solidFill>
                <a:schemeClr val="tx1"/>
              </a:solidFill>
              <a:highlight>
                <a:srgbClr val="00FFFF"/>
              </a:highlight>
            </a:endParaRPr>
          </a:p>
          <a:p>
            <a:pPr marL="1371600" lvl="2" indent="-514350"/>
            <a:r>
              <a:rPr lang="vi-VN" sz="1600"/>
              <a:t>Kiểm tra </a:t>
            </a:r>
            <a:r>
              <a:rPr lang="vi-VN" sz="1600">
                <a:solidFill>
                  <a:schemeClr val="tx1"/>
                </a:solidFill>
                <a:highlight>
                  <a:srgbClr val="00FF00"/>
                </a:highlight>
              </a:rPr>
              <a:t>Loại đại lý</a:t>
            </a:r>
            <a:r>
              <a:rPr lang="vi-VN" sz="1600"/>
              <a:t>: Phải thuộc </a:t>
            </a:r>
            <a:r>
              <a:rPr lang="en-US" sz="1600"/>
              <a:t>Danh sách loại đại lý.</a:t>
            </a:r>
          </a:p>
          <a:p>
            <a:pPr marL="1371600" lvl="2" indent="-514350"/>
            <a:r>
              <a:rPr lang="vi-VN" sz="1600">
                <a:solidFill>
                  <a:srgbClr val="FF0000"/>
                </a:solidFill>
              </a:rPr>
              <a:t>Kiểm tra </a:t>
            </a:r>
            <a:r>
              <a:rPr lang="en-US" sz="1600">
                <a:solidFill>
                  <a:schemeClr val="tx1"/>
                </a:solidFill>
                <a:highlight>
                  <a:srgbClr val="00FFFF"/>
                </a:highlight>
              </a:rPr>
              <a:t>Quận</a:t>
            </a:r>
            <a:r>
              <a:rPr lang="vi-VN" sz="1600"/>
              <a:t>: </a:t>
            </a:r>
            <a:r>
              <a:rPr lang="vi-VN" sz="1600">
                <a:solidFill>
                  <a:srgbClr val="FF0000"/>
                </a:solidFill>
              </a:rPr>
              <a:t>Phải thuộc </a:t>
            </a:r>
            <a:r>
              <a:rPr lang="en-US" sz="1600">
                <a:solidFill>
                  <a:srgbClr val="FF0000"/>
                </a:solidFill>
              </a:rPr>
              <a:t>Danh sách quận.</a:t>
            </a:r>
          </a:p>
          <a:p>
            <a:pPr marL="1371600" lvl="2" indent="-514350"/>
            <a:r>
              <a:rPr lang="vi-VN" sz="1600"/>
              <a:t>Kiểm tra số lượng đại lý trong </a:t>
            </a:r>
            <a:r>
              <a:rPr lang="vi-VN" sz="1600">
                <a:solidFill>
                  <a:schemeClr val="tx1"/>
                </a:solidFill>
                <a:highlight>
                  <a:srgbClr val="00FFFF"/>
                </a:highlight>
              </a:rPr>
              <a:t>Quận</a:t>
            </a:r>
            <a:r>
              <a:rPr lang="vi-VN" sz="1600"/>
              <a:t>: </a:t>
            </a:r>
            <a:r>
              <a:rPr lang="en-US" sz="1600"/>
              <a:t>thỏa qui định số lượng đại lý </a:t>
            </a:r>
            <a:r>
              <a:rPr lang="vi-VN" sz="1600"/>
              <a:t>tối đa </a:t>
            </a:r>
            <a:r>
              <a:rPr lang="en-US" sz="1600"/>
              <a:t>trong quận</a:t>
            </a:r>
            <a:r>
              <a:rPr lang="vi-VN" sz="1600"/>
              <a:t>.</a:t>
            </a:r>
            <a:endParaRPr lang="vi-VN" sz="1600">
              <a:solidFill>
                <a:srgbClr val="FF0000"/>
              </a:solidFill>
            </a:endParaRPr>
          </a:p>
        </p:txBody>
      </p:sp>
    </p:spTree>
    <p:extLst>
      <p:ext uri="{BB962C8B-B14F-4D97-AF65-F5344CB8AC3E}">
        <p14:creationId xmlns:p14="http://schemas.microsoft.com/office/powerpoint/2010/main" val="10077504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4FB4A-8CDB-37CB-E29C-9558407F94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D02D7-CDEF-DB7F-A695-3A0DD142CECA}"/>
              </a:ext>
            </a:extLst>
          </p:cNvPr>
          <p:cNvSpPr>
            <a:spLocks noGrp="1"/>
          </p:cNvSpPr>
          <p:nvPr>
            <p:ph type="title"/>
          </p:nvPr>
        </p:nvSpPr>
        <p:spPr/>
        <p:txBody>
          <a:bodyPr/>
          <a:lstStyle/>
          <a:p>
            <a:r>
              <a:rPr lang="en-US"/>
              <a:t>Bài tập Phân tích yêu cầu</a:t>
            </a:r>
          </a:p>
        </p:txBody>
      </p:sp>
      <p:pic>
        <p:nvPicPr>
          <p:cNvPr id="5" name="Content Placeholder 13">
            <a:extLst>
              <a:ext uri="{FF2B5EF4-FFF2-40B4-BE49-F238E27FC236}">
                <a16:creationId xmlns:a16="http://schemas.microsoft.com/office/drawing/2014/main" id="{66D35C9E-0377-42C8-7ACA-B865DEC8001F}"/>
              </a:ext>
            </a:extLst>
          </p:cNvPr>
          <p:cNvPicPr>
            <a:picLocks noGrp="1" noChangeAspect="1"/>
          </p:cNvPicPr>
          <p:nvPr>
            <p:ph idx="1"/>
          </p:nvPr>
        </p:nvPicPr>
        <p:blipFill>
          <a:blip r:embed="rId2"/>
          <a:stretch>
            <a:fillRect/>
          </a:stretch>
        </p:blipFill>
        <p:spPr bwMode="auto">
          <a:xfrm>
            <a:off x="2933258" y="1784959"/>
            <a:ext cx="6325483" cy="264832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4F06EB8-6D0D-4A16-C66E-BF0BA1971235}"/>
              </a:ext>
            </a:extLst>
          </p:cNvPr>
          <p:cNvSpPr>
            <a:spLocks noGrp="1"/>
          </p:cNvSpPr>
          <p:nvPr>
            <p:ph idx="16"/>
          </p:nvPr>
        </p:nvSpPr>
        <p:spPr/>
        <p:txBody>
          <a:bodyPr/>
          <a:lstStyle/>
          <a:p>
            <a:r>
              <a:rPr lang="en-US"/>
              <a:t>Các hồ sơ, dữ liệu cần phải có khi người dùng thực hiện nghiệp vụ “Tiếp nhận hồ sơ đại lý”. </a:t>
            </a:r>
            <a:endParaRPr lang="vi-VN">
              <a:solidFill>
                <a:srgbClr val="FF0000"/>
              </a:solidFill>
            </a:endParaRPr>
          </a:p>
        </p:txBody>
      </p:sp>
    </p:spTree>
    <p:extLst>
      <p:ext uri="{BB962C8B-B14F-4D97-AF65-F5344CB8AC3E}">
        <p14:creationId xmlns:p14="http://schemas.microsoft.com/office/powerpoint/2010/main" val="331560412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7726E-5791-A51F-04FA-7DB406C35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55BD68-6035-909C-0ECA-9A86B7B6FF89}"/>
              </a:ext>
            </a:extLst>
          </p:cNvPr>
          <p:cNvSpPr>
            <a:spLocks noGrp="1"/>
          </p:cNvSpPr>
          <p:nvPr>
            <p:ph type="title"/>
          </p:nvPr>
        </p:nvSpPr>
        <p:spPr/>
        <p:txBody>
          <a:bodyPr/>
          <a:lstStyle/>
          <a:p>
            <a:r>
              <a:rPr lang="en-US"/>
              <a:t>Bài tập Phân tích yêu cầu</a:t>
            </a:r>
          </a:p>
        </p:txBody>
      </p:sp>
      <p:pic>
        <p:nvPicPr>
          <p:cNvPr id="5" name="Content Placeholder 13">
            <a:extLst>
              <a:ext uri="{FF2B5EF4-FFF2-40B4-BE49-F238E27FC236}">
                <a16:creationId xmlns:a16="http://schemas.microsoft.com/office/drawing/2014/main" id="{AD243993-1114-5A36-2B53-A4A0AE2CEF1C}"/>
              </a:ext>
            </a:extLst>
          </p:cNvPr>
          <p:cNvPicPr>
            <a:picLocks noGrp="1" noChangeAspect="1"/>
          </p:cNvPicPr>
          <p:nvPr>
            <p:ph idx="1"/>
          </p:nvPr>
        </p:nvPicPr>
        <p:blipFill>
          <a:blip r:embed="rId2"/>
          <a:stretch>
            <a:fillRect/>
          </a:stretch>
        </p:blipFill>
        <p:spPr bwMode="auto">
          <a:xfrm>
            <a:off x="3475917" y="1600200"/>
            <a:ext cx="5240165" cy="219392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BC6AAE4A-72B6-5493-C997-04641B91A522}"/>
              </a:ext>
            </a:extLst>
          </p:cNvPr>
          <p:cNvSpPr>
            <a:spLocks noGrp="1"/>
          </p:cNvSpPr>
          <p:nvPr>
            <p:ph idx="16"/>
          </p:nvPr>
        </p:nvSpPr>
        <p:spPr/>
        <p:txBody>
          <a:bodyPr/>
          <a:lstStyle/>
          <a:p>
            <a:pPr marL="571500" indent="-514350"/>
            <a:r>
              <a:rPr lang="en-US">
                <a:solidFill>
                  <a:srgbClr val="FF0000"/>
                </a:solidFill>
              </a:rPr>
              <a:t>Danh sách loại đại lý hiện tại.</a:t>
            </a:r>
          </a:p>
          <a:p>
            <a:pPr marL="571500" indent="-514350"/>
            <a:r>
              <a:rPr lang="en-US"/>
              <a:t>Danh sách quận hiện tại.</a:t>
            </a:r>
          </a:p>
          <a:p>
            <a:pPr marL="571500" indent="-514350"/>
            <a:r>
              <a:rPr lang="vi-VN">
                <a:solidFill>
                  <a:srgbClr val="FF0000"/>
                </a:solidFill>
              </a:rPr>
              <a:t>Danh sách </a:t>
            </a:r>
            <a:r>
              <a:rPr lang="en-US">
                <a:solidFill>
                  <a:srgbClr val="FF0000"/>
                </a:solidFill>
              </a:rPr>
              <a:t>đại lý hiện tại.</a:t>
            </a:r>
          </a:p>
          <a:p>
            <a:pPr marL="571500" indent="-514350"/>
            <a:r>
              <a:rPr lang="en-US"/>
              <a:t>Số lượng đại lý </a:t>
            </a:r>
            <a:r>
              <a:rPr lang="vi-VN"/>
              <a:t>tối đa </a:t>
            </a:r>
            <a:r>
              <a:rPr lang="en-US"/>
              <a:t>trong quận hiện tại.</a:t>
            </a:r>
          </a:p>
        </p:txBody>
      </p:sp>
    </p:spTree>
    <p:extLst>
      <p:ext uri="{BB962C8B-B14F-4D97-AF65-F5344CB8AC3E}">
        <p14:creationId xmlns:p14="http://schemas.microsoft.com/office/powerpoint/2010/main" val="2094472914"/>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6B578-DBA2-089E-6FEA-351DE045F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5546E7-F9A1-A0CD-3FDE-90AD837A8424}"/>
              </a:ext>
            </a:extLst>
          </p:cNvPr>
          <p:cNvSpPr>
            <a:spLocks noGrp="1"/>
          </p:cNvSpPr>
          <p:nvPr>
            <p:ph type="title"/>
          </p:nvPr>
        </p:nvSpPr>
        <p:spPr/>
        <p:txBody>
          <a:bodyPr/>
          <a:lstStyle/>
          <a:p>
            <a:r>
              <a:rPr lang="en-US"/>
              <a:t>Bài tập Phân tích yêu cầu</a:t>
            </a:r>
          </a:p>
        </p:txBody>
      </p:sp>
      <p:sp>
        <p:nvSpPr>
          <p:cNvPr id="3" name="Content Placeholder 2">
            <a:extLst>
              <a:ext uri="{FF2B5EF4-FFF2-40B4-BE49-F238E27FC236}">
                <a16:creationId xmlns:a16="http://schemas.microsoft.com/office/drawing/2014/main" id="{18F2084A-1223-EE8E-0F65-EC818628E6DF}"/>
              </a:ext>
            </a:extLst>
          </p:cNvPr>
          <p:cNvSpPr>
            <a:spLocks noGrp="1"/>
          </p:cNvSpPr>
          <p:nvPr>
            <p:ph sz="half" idx="2"/>
          </p:nvPr>
        </p:nvSpPr>
        <p:spPr/>
        <p:txBody>
          <a:bodyPr/>
          <a:lstStyle/>
          <a:p>
            <a:r>
              <a:rPr lang="vi-VN" sz="1600"/>
              <a:t>Phân tích yêu cầu</a:t>
            </a:r>
            <a:r>
              <a:rPr lang="en-US" sz="1600"/>
              <a:t> phần mềm</a:t>
            </a:r>
            <a:r>
              <a:rPr lang="vi-VN" sz="1600"/>
              <a:t>:</a:t>
            </a:r>
            <a:r>
              <a:rPr lang="en-US" sz="1600"/>
              <a:t> Tiếp nhận hồ sơ đại lý (tiếp).</a:t>
            </a:r>
          </a:p>
          <a:p>
            <a:pPr marL="971550" lvl="1" indent="-514350">
              <a:buFont typeface="+mj-lt"/>
              <a:buAutoNum type="arabicPeriod" startAt="3"/>
            </a:pPr>
            <a:r>
              <a:rPr lang="en-US" sz="1600">
                <a:solidFill>
                  <a:schemeClr val="tx1"/>
                </a:solidFill>
                <a:highlight>
                  <a:srgbClr val="00FFFF"/>
                </a:highlight>
              </a:rPr>
              <a:t>Cơ sở </a:t>
            </a:r>
            <a:r>
              <a:rPr lang="vi-VN" sz="1600">
                <a:solidFill>
                  <a:schemeClr val="tx1"/>
                </a:solidFill>
                <a:highlight>
                  <a:srgbClr val="00FFFF"/>
                </a:highlight>
              </a:rPr>
              <a:t>dữ liệu:</a:t>
            </a:r>
            <a:endParaRPr lang="en-US" sz="1600">
              <a:solidFill>
                <a:schemeClr val="tx1"/>
              </a:solidFill>
              <a:highlight>
                <a:srgbClr val="00FFFF"/>
              </a:highlight>
            </a:endParaRPr>
          </a:p>
          <a:p>
            <a:pPr marL="1371600" lvl="2" indent="-514350"/>
            <a:r>
              <a:rPr lang="vi-VN" sz="1600"/>
              <a:t>Các thông tin </a:t>
            </a:r>
            <a:r>
              <a:rPr lang="en-US" sz="1600"/>
              <a:t>đầu </a:t>
            </a:r>
            <a:r>
              <a:rPr lang="vi-VN" sz="1600"/>
              <a:t>vào </a:t>
            </a:r>
            <a:r>
              <a:rPr lang="en-US" sz="1600"/>
              <a:t>(D1) </a:t>
            </a:r>
            <a:r>
              <a:rPr lang="vi-VN" sz="1600"/>
              <a:t>sẽ được lưu trữ vào cơ sở dữ liệu đại lý.</a:t>
            </a:r>
            <a:endParaRPr lang="en-US" sz="1600"/>
          </a:p>
          <a:p>
            <a:pPr marL="1371600" lvl="2" indent="-514350"/>
            <a:r>
              <a:rPr lang="en-US" sz="1600">
                <a:solidFill>
                  <a:srgbClr val="FF0000"/>
                </a:solidFill>
              </a:rPr>
              <a:t>Danh sách loại đại lý (D2) hiện lưu trữ trong cơ sở dữ liệu loại đại lý.</a:t>
            </a:r>
          </a:p>
          <a:p>
            <a:pPr marL="1371600" lvl="2" indent="-514350"/>
            <a:r>
              <a:rPr lang="en-US" sz="1600"/>
              <a:t>Danh sách quận (D3) hiện lưu trữ trong cơ sở dữ liệu quận.</a:t>
            </a:r>
          </a:p>
          <a:p>
            <a:pPr marL="1371600" lvl="2" indent="-514350"/>
            <a:r>
              <a:rPr lang="vi-VN" sz="1600">
                <a:solidFill>
                  <a:srgbClr val="FF0000"/>
                </a:solidFill>
              </a:rPr>
              <a:t>Danh sách </a:t>
            </a:r>
            <a:r>
              <a:rPr lang="en-US" sz="1600">
                <a:solidFill>
                  <a:srgbClr val="FF0000"/>
                </a:solidFill>
              </a:rPr>
              <a:t>đại lý trong quận (D4) </a:t>
            </a:r>
            <a:r>
              <a:rPr lang="vi-VN" sz="1600">
                <a:solidFill>
                  <a:srgbClr val="FF0000"/>
                </a:solidFill>
              </a:rPr>
              <a:t>từ </a:t>
            </a:r>
            <a:r>
              <a:rPr lang="en-US" sz="1600">
                <a:solidFill>
                  <a:srgbClr val="FF0000"/>
                </a:solidFill>
              </a:rPr>
              <a:t>CSDL đại lý. Lưu ý quận thuộc D1.</a:t>
            </a:r>
          </a:p>
          <a:p>
            <a:pPr marL="1371600" lvl="2" indent="-514350"/>
            <a:r>
              <a:rPr lang="en-US" sz="1600"/>
              <a:t>Số lượng đại lý </a:t>
            </a:r>
            <a:r>
              <a:rPr lang="vi-VN" sz="1600"/>
              <a:t>tối đa </a:t>
            </a:r>
            <a:r>
              <a:rPr lang="en-US" sz="1600"/>
              <a:t>trong quận (D5) hiện lưu trữ trong cơ sở dữ liệu tham số.</a:t>
            </a:r>
          </a:p>
          <a:p>
            <a:pPr marL="1371600" lvl="2" indent="-514350"/>
            <a:endParaRPr lang="en-US" sz="1600"/>
          </a:p>
          <a:p>
            <a:pPr marL="1371600" lvl="2" indent="-514350"/>
            <a:endParaRPr lang="en-US" sz="1600"/>
          </a:p>
          <a:p>
            <a:pPr marL="1371600" lvl="2" indent="-514350"/>
            <a:endParaRPr lang="en-US" sz="1600"/>
          </a:p>
          <a:p>
            <a:pPr lvl="1"/>
            <a:endParaRPr lang="en-US" sz="1600"/>
          </a:p>
          <a:p>
            <a:endParaRPr lang="vi-VN" sz="1600">
              <a:solidFill>
                <a:srgbClr val="FF0000"/>
              </a:solidFill>
            </a:endParaRPr>
          </a:p>
        </p:txBody>
      </p:sp>
      <p:pic>
        <p:nvPicPr>
          <p:cNvPr id="5" name="Content Placeholder 13">
            <a:extLst>
              <a:ext uri="{FF2B5EF4-FFF2-40B4-BE49-F238E27FC236}">
                <a16:creationId xmlns:a16="http://schemas.microsoft.com/office/drawing/2014/main" id="{3032B5FB-0119-7063-FC54-161F73C48C74}"/>
              </a:ext>
            </a:extLst>
          </p:cNvPr>
          <p:cNvPicPr>
            <a:picLocks noGrp="1" noChangeAspect="1"/>
          </p:cNvPicPr>
          <p:nvPr>
            <p:ph sz="half" idx="1"/>
          </p:nvPr>
        </p:nvPicPr>
        <p:blipFill>
          <a:blip r:embed="rId2"/>
          <a:stretch>
            <a:fillRect/>
          </a:stretch>
        </p:blipFill>
        <p:spPr bwMode="auto">
          <a:xfrm>
            <a:off x="609600" y="3017087"/>
            <a:ext cx="4041775" cy="16921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219648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CFF9C-5B29-3837-683C-E35F2684B8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AD639A-6BC4-E6B8-0660-BC3D943F704A}"/>
              </a:ext>
            </a:extLst>
          </p:cNvPr>
          <p:cNvSpPr>
            <a:spLocks noGrp="1"/>
          </p:cNvSpPr>
          <p:nvPr>
            <p:ph type="title"/>
          </p:nvPr>
        </p:nvSpPr>
        <p:spPr/>
        <p:txBody>
          <a:bodyPr/>
          <a:lstStyle/>
          <a:p>
            <a:r>
              <a:rPr lang="en-US"/>
              <a:t>Bài tập Phân tích yêu cầu</a:t>
            </a:r>
          </a:p>
        </p:txBody>
      </p:sp>
      <p:pic>
        <p:nvPicPr>
          <p:cNvPr id="5" name="Content Placeholder 13">
            <a:extLst>
              <a:ext uri="{FF2B5EF4-FFF2-40B4-BE49-F238E27FC236}">
                <a16:creationId xmlns:a16="http://schemas.microsoft.com/office/drawing/2014/main" id="{88935991-AC54-4DBB-5501-ED24A514A7FC}"/>
              </a:ext>
            </a:extLst>
          </p:cNvPr>
          <p:cNvPicPr>
            <a:picLocks noGrp="1" noChangeAspect="1"/>
          </p:cNvPicPr>
          <p:nvPr>
            <p:ph sz="half" idx="1"/>
          </p:nvPr>
        </p:nvPicPr>
        <p:blipFill>
          <a:blip r:embed="rId2"/>
          <a:stretch>
            <a:fillRect/>
          </a:stretch>
        </p:blipFill>
        <p:spPr bwMode="auto">
          <a:xfrm>
            <a:off x="609600" y="3017087"/>
            <a:ext cx="4041775" cy="169218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6AF7A71-0E6A-F806-6D82-ED963686CD58}"/>
              </a:ext>
            </a:extLst>
          </p:cNvPr>
          <p:cNvSpPr>
            <a:spLocks noGrp="1"/>
          </p:cNvSpPr>
          <p:nvPr>
            <p:ph sz="half" idx="2"/>
          </p:nvPr>
        </p:nvSpPr>
        <p:spPr/>
        <p:txBody>
          <a:bodyPr/>
          <a:lstStyle/>
          <a:p>
            <a:r>
              <a:rPr lang="vi-VN" sz="1600"/>
              <a:t>Phân tích yêu cầu</a:t>
            </a:r>
            <a:r>
              <a:rPr lang="en-US" sz="1600"/>
              <a:t> phần mềm</a:t>
            </a:r>
            <a:r>
              <a:rPr lang="vi-VN" sz="1600"/>
              <a:t>:</a:t>
            </a:r>
            <a:r>
              <a:rPr lang="en-US" sz="1600"/>
              <a:t> Tiếp nhận hồ sơ đại lý.</a:t>
            </a:r>
          </a:p>
          <a:p>
            <a:pPr marL="971550" lvl="1" indent="-514350">
              <a:buFont typeface="+mj-lt"/>
              <a:buAutoNum type="arabicPeriod"/>
            </a:pPr>
            <a:r>
              <a:rPr lang="vi-VN" sz="1600">
                <a:solidFill>
                  <a:schemeClr val="tx1"/>
                </a:solidFill>
                <a:highlight>
                  <a:srgbClr val="00FFFF"/>
                </a:highlight>
              </a:rPr>
              <a:t>Thông tin đầu vào:</a:t>
            </a:r>
            <a:endParaRPr lang="en-US" sz="1600">
              <a:solidFill>
                <a:schemeClr val="tx1"/>
              </a:solidFill>
              <a:highlight>
                <a:srgbClr val="00FFFF"/>
              </a:highlight>
            </a:endParaRPr>
          </a:p>
          <a:p>
            <a:pPr lvl="2"/>
            <a:r>
              <a:rPr lang="vi-VN" sz="1600"/>
              <a:t>Người dùng nhập thông tin bao gồm:</a:t>
            </a:r>
            <a:endParaRPr lang="en-US" sz="1600"/>
          </a:p>
          <a:p>
            <a:pPr lvl="3"/>
            <a:r>
              <a:rPr lang="vi-VN" sz="1600">
                <a:solidFill>
                  <a:srgbClr val="FF0000"/>
                </a:solidFill>
              </a:rPr>
              <a:t>Tên, Điện thoại, Địa chỉ, Email.</a:t>
            </a:r>
            <a:endParaRPr lang="en-US" sz="1600">
              <a:solidFill>
                <a:srgbClr val="FF0000"/>
              </a:solidFill>
            </a:endParaRPr>
          </a:p>
          <a:p>
            <a:pPr lvl="3"/>
            <a:r>
              <a:rPr lang="vi-VN" sz="1600">
                <a:solidFill>
                  <a:schemeClr val="tx1"/>
                </a:solidFill>
                <a:highlight>
                  <a:srgbClr val="00FF00"/>
                </a:highlight>
              </a:rPr>
              <a:t>Loại đại lý</a:t>
            </a:r>
            <a:r>
              <a:rPr lang="vi-VN" sz="1600"/>
              <a:t> (</a:t>
            </a:r>
            <a:r>
              <a:rPr lang="en-US" sz="1600"/>
              <a:t>Danh sách loại đại lý – hiện c</a:t>
            </a:r>
            <a:r>
              <a:rPr lang="vi-VN" sz="1600"/>
              <a:t>ó 2 loại: 1</a:t>
            </a:r>
            <a:r>
              <a:rPr lang="en-US" sz="1600"/>
              <a:t>, </a:t>
            </a:r>
            <a:r>
              <a:rPr lang="vi-VN" sz="1600"/>
              <a:t>2).</a:t>
            </a:r>
            <a:endParaRPr lang="en-US" sz="1600"/>
          </a:p>
          <a:p>
            <a:pPr lvl="3"/>
            <a:r>
              <a:rPr lang="vi-VN" sz="1600">
                <a:solidFill>
                  <a:schemeClr val="tx1"/>
                </a:solidFill>
                <a:highlight>
                  <a:srgbClr val="00FFFF"/>
                </a:highlight>
              </a:rPr>
              <a:t>Quận</a:t>
            </a:r>
            <a:r>
              <a:rPr lang="vi-VN" sz="1600"/>
              <a:t> </a:t>
            </a:r>
            <a:r>
              <a:rPr lang="vi-VN" sz="1600">
                <a:solidFill>
                  <a:srgbClr val="FF0000"/>
                </a:solidFill>
              </a:rPr>
              <a:t>(</a:t>
            </a:r>
            <a:r>
              <a:rPr lang="en-US" sz="1600">
                <a:solidFill>
                  <a:srgbClr val="FF0000"/>
                </a:solidFill>
              </a:rPr>
              <a:t>Danh sách Quận – hiện c</a:t>
            </a:r>
            <a:r>
              <a:rPr lang="vi-VN" sz="1600">
                <a:solidFill>
                  <a:srgbClr val="FF0000"/>
                </a:solidFill>
              </a:rPr>
              <a:t>ó 20 quận, </a:t>
            </a:r>
            <a:r>
              <a:rPr lang="en-US" sz="1600">
                <a:solidFill>
                  <a:srgbClr val="FF0000"/>
                </a:solidFill>
              </a:rPr>
              <a:t>qui định số lượng đại lý </a:t>
            </a:r>
            <a:r>
              <a:rPr lang="vi-VN" sz="1600">
                <a:solidFill>
                  <a:srgbClr val="FF0000"/>
                </a:solidFill>
              </a:rPr>
              <a:t>tối đa </a:t>
            </a:r>
            <a:r>
              <a:rPr lang="en-US" sz="1600">
                <a:solidFill>
                  <a:srgbClr val="FF0000"/>
                </a:solidFill>
              </a:rPr>
              <a:t>trong quận – hiện tại là </a:t>
            </a:r>
            <a:r>
              <a:rPr lang="vi-VN" sz="1600">
                <a:solidFill>
                  <a:srgbClr val="FF0000"/>
                </a:solidFill>
              </a:rPr>
              <a:t>4</a:t>
            </a:r>
            <a:r>
              <a:rPr lang="en-US" sz="1600">
                <a:solidFill>
                  <a:srgbClr val="FF0000"/>
                </a:solidFill>
              </a:rPr>
              <a:t>)</a:t>
            </a:r>
            <a:r>
              <a:rPr lang="vi-VN" sz="1600">
                <a:solidFill>
                  <a:srgbClr val="FF0000"/>
                </a:solidFill>
              </a:rPr>
              <a:t>.</a:t>
            </a:r>
            <a:endParaRPr lang="en-US" sz="1600">
              <a:solidFill>
                <a:srgbClr val="FF0000"/>
              </a:solidFill>
            </a:endParaRPr>
          </a:p>
          <a:p>
            <a:pPr lvl="3"/>
            <a:r>
              <a:rPr lang="vi-VN" sz="1600"/>
              <a:t>Ngày tiếp nhận.</a:t>
            </a:r>
            <a:endParaRPr lang="en-US" sz="1600"/>
          </a:p>
          <a:p>
            <a:pPr lvl="3"/>
            <a:endParaRPr lang="en-US" sz="1600"/>
          </a:p>
          <a:p>
            <a:pPr marL="971550" lvl="1" indent="-514350">
              <a:buFont typeface="+mj-lt"/>
              <a:buAutoNum type="arabicPeriod" startAt="2"/>
            </a:pPr>
            <a:r>
              <a:rPr lang="vi-VN" sz="1600">
                <a:solidFill>
                  <a:schemeClr val="tx1"/>
                </a:solidFill>
                <a:highlight>
                  <a:srgbClr val="00FFFF"/>
                </a:highlight>
              </a:rPr>
              <a:t>Điều kiện kiểm tra:</a:t>
            </a:r>
            <a:endParaRPr lang="en-US" sz="1600">
              <a:solidFill>
                <a:schemeClr val="tx1"/>
              </a:solidFill>
              <a:highlight>
                <a:srgbClr val="00FFFF"/>
              </a:highlight>
            </a:endParaRPr>
          </a:p>
          <a:p>
            <a:pPr marL="1371600" lvl="2" indent="-514350"/>
            <a:r>
              <a:rPr lang="vi-VN" sz="1600"/>
              <a:t>Kiểm tra </a:t>
            </a:r>
            <a:r>
              <a:rPr lang="vi-VN" sz="1600">
                <a:solidFill>
                  <a:schemeClr val="tx1"/>
                </a:solidFill>
                <a:highlight>
                  <a:srgbClr val="00FF00"/>
                </a:highlight>
              </a:rPr>
              <a:t>Loại đại lý</a:t>
            </a:r>
            <a:r>
              <a:rPr lang="vi-VN" sz="1600"/>
              <a:t>: Phải thuộc </a:t>
            </a:r>
            <a:r>
              <a:rPr lang="en-US" sz="1600"/>
              <a:t>Danh sách loại đại lý.</a:t>
            </a:r>
          </a:p>
          <a:p>
            <a:pPr marL="1371600" lvl="2" indent="-514350"/>
            <a:r>
              <a:rPr lang="vi-VN" sz="1600">
                <a:solidFill>
                  <a:srgbClr val="FF0000"/>
                </a:solidFill>
              </a:rPr>
              <a:t>Kiểm tra </a:t>
            </a:r>
            <a:r>
              <a:rPr lang="en-US" sz="1600">
                <a:solidFill>
                  <a:schemeClr val="tx1"/>
                </a:solidFill>
                <a:highlight>
                  <a:srgbClr val="00FFFF"/>
                </a:highlight>
              </a:rPr>
              <a:t>Quận</a:t>
            </a:r>
            <a:r>
              <a:rPr lang="vi-VN" sz="1600"/>
              <a:t>: </a:t>
            </a:r>
            <a:r>
              <a:rPr lang="vi-VN" sz="1600">
                <a:solidFill>
                  <a:srgbClr val="FF0000"/>
                </a:solidFill>
              </a:rPr>
              <a:t>Phải thuộc </a:t>
            </a:r>
            <a:r>
              <a:rPr lang="en-US" sz="1600">
                <a:solidFill>
                  <a:srgbClr val="FF0000"/>
                </a:solidFill>
              </a:rPr>
              <a:t>Danh sách quận.</a:t>
            </a:r>
          </a:p>
          <a:p>
            <a:pPr marL="1371600" lvl="2" indent="-514350"/>
            <a:r>
              <a:rPr lang="vi-VN" sz="1600"/>
              <a:t>Kiểm tra số lượng đại lý trong </a:t>
            </a:r>
            <a:r>
              <a:rPr lang="vi-VN" sz="1600">
                <a:solidFill>
                  <a:schemeClr val="tx1"/>
                </a:solidFill>
                <a:highlight>
                  <a:srgbClr val="00FFFF"/>
                </a:highlight>
              </a:rPr>
              <a:t>Quận</a:t>
            </a:r>
            <a:r>
              <a:rPr lang="vi-VN" sz="1600"/>
              <a:t>: </a:t>
            </a:r>
            <a:r>
              <a:rPr lang="en-US" sz="1600"/>
              <a:t>thỏa qui định số lượng đại lý </a:t>
            </a:r>
            <a:r>
              <a:rPr lang="vi-VN" sz="1600"/>
              <a:t>tối đa </a:t>
            </a:r>
            <a:r>
              <a:rPr lang="en-US" sz="1600"/>
              <a:t>trong quận</a:t>
            </a:r>
            <a:r>
              <a:rPr lang="vi-VN" sz="1600"/>
              <a:t>.</a:t>
            </a:r>
            <a:endParaRPr lang="vi-VN" sz="1600">
              <a:solidFill>
                <a:srgbClr val="FF0000"/>
              </a:solidFill>
            </a:endParaRPr>
          </a:p>
        </p:txBody>
      </p:sp>
    </p:spTree>
    <p:extLst>
      <p:ext uri="{BB962C8B-B14F-4D97-AF65-F5344CB8AC3E}">
        <p14:creationId xmlns:p14="http://schemas.microsoft.com/office/powerpoint/2010/main" val="348220198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5291C-7CCA-9929-9709-EA7F3EC264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42DE14-327E-CF8E-D785-82C665AF1AE9}"/>
              </a:ext>
            </a:extLst>
          </p:cNvPr>
          <p:cNvSpPr>
            <a:spLocks noGrp="1"/>
          </p:cNvSpPr>
          <p:nvPr>
            <p:ph type="title"/>
          </p:nvPr>
        </p:nvSpPr>
        <p:spPr/>
        <p:txBody>
          <a:bodyPr/>
          <a:lstStyle/>
          <a:p>
            <a:r>
              <a:rPr lang="en-US"/>
              <a:t>Bài tập Phân tích yêu cầu</a:t>
            </a:r>
          </a:p>
        </p:txBody>
      </p:sp>
      <p:sp>
        <p:nvSpPr>
          <p:cNvPr id="3" name="Content Placeholder 2">
            <a:extLst>
              <a:ext uri="{FF2B5EF4-FFF2-40B4-BE49-F238E27FC236}">
                <a16:creationId xmlns:a16="http://schemas.microsoft.com/office/drawing/2014/main" id="{91F6AAF1-428D-EEF2-45BD-A8DBCD61C5A8}"/>
              </a:ext>
            </a:extLst>
          </p:cNvPr>
          <p:cNvSpPr>
            <a:spLocks noGrp="1"/>
          </p:cNvSpPr>
          <p:nvPr>
            <p:ph sz="half" idx="2"/>
          </p:nvPr>
        </p:nvSpPr>
        <p:spPr/>
        <p:txBody>
          <a:bodyPr/>
          <a:lstStyle/>
          <a:p>
            <a:r>
              <a:rPr lang="vi-VN" sz="1600"/>
              <a:t>Phân tích yêu cầu</a:t>
            </a:r>
            <a:r>
              <a:rPr lang="en-US" sz="1600"/>
              <a:t> phần mềm</a:t>
            </a:r>
            <a:r>
              <a:rPr lang="vi-VN" sz="1600"/>
              <a:t>:</a:t>
            </a:r>
            <a:r>
              <a:rPr lang="en-US" sz="1600"/>
              <a:t> Tiếp nhận hồ sơ đại lý (tiếp).</a:t>
            </a:r>
          </a:p>
          <a:p>
            <a:pPr marL="971550" lvl="1" indent="-514350">
              <a:buFont typeface="+mj-lt"/>
              <a:buAutoNum type="arabicPeriod" startAt="3"/>
            </a:pPr>
            <a:r>
              <a:rPr lang="en-US" sz="1600">
                <a:solidFill>
                  <a:schemeClr val="tx1"/>
                </a:solidFill>
                <a:highlight>
                  <a:srgbClr val="00FFFF"/>
                </a:highlight>
              </a:rPr>
              <a:t>Cơ sở </a:t>
            </a:r>
            <a:r>
              <a:rPr lang="vi-VN" sz="1600">
                <a:solidFill>
                  <a:schemeClr val="tx1"/>
                </a:solidFill>
                <a:highlight>
                  <a:srgbClr val="00FFFF"/>
                </a:highlight>
              </a:rPr>
              <a:t>dữ liệu:</a:t>
            </a:r>
            <a:endParaRPr lang="en-US" sz="1600">
              <a:solidFill>
                <a:schemeClr val="tx1"/>
              </a:solidFill>
              <a:highlight>
                <a:srgbClr val="00FFFF"/>
              </a:highlight>
            </a:endParaRPr>
          </a:p>
          <a:p>
            <a:pPr marL="1371600" lvl="2" indent="-514350"/>
            <a:r>
              <a:rPr lang="vi-VN" sz="1600"/>
              <a:t>Các thông tin </a:t>
            </a:r>
            <a:r>
              <a:rPr lang="en-US" sz="1600"/>
              <a:t>đầu </a:t>
            </a:r>
            <a:r>
              <a:rPr lang="vi-VN" sz="1600"/>
              <a:t>vào </a:t>
            </a:r>
            <a:r>
              <a:rPr lang="en-US" sz="1600"/>
              <a:t>(D1) </a:t>
            </a:r>
            <a:r>
              <a:rPr lang="vi-VN" sz="1600"/>
              <a:t>sẽ được lưu trữ vào cơ sở dữ liệu đại lý.</a:t>
            </a:r>
            <a:endParaRPr lang="en-US" sz="1600"/>
          </a:p>
          <a:p>
            <a:pPr marL="1371600" lvl="2" indent="-514350"/>
            <a:r>
              <a:rPr lang="en-US" sz="1600">
                <a:solidFill>
                  <a:srgbClr val="FF0000"/>
                </a:solidFill>
              </a:rPr>
              <a:t>Danh sách loại đại lý (D2) hiện lưu trữ trong cơ sở dữ liệu loại đại lý.</a:t>
            </a:r>
          </a:p>
          <a:p>
            <a:pPr marL="1371600" lvl="2" indent="-514350"/>
            <a:r>
              <a:rPr lang="en-US" sz="1600"/>
              <a:t>Danh sách quận (D3) hiện lưu trữ trong cơ sở dữ liệu quận.</a:t>
            </a:r>
          </a:p>
          <a:p>
            <a:pPr marL="1371600" lvl="2" indent="-514350"/>
            <a:r>
              <a:rPr lang="vi-VN" sz="1600">
                <a:solidFill>
                  <a:srgbClr val="FF0000"/>
                </a:solidFill>
              </a:rPr>
              <a:t>Danh sách </a:t>
            </a:r>
            <a:r>
              <a:rPr lang="en-US" sz="1600">
                <a:solidFill>
                  <a:srgbClr val="FF0000"/>
                </a:solidFill>
              </a:rPr>
              <a:t>đại lý trong quận (D4) </a:t>
            </a:r>
            <a:r>
              <a:rPr lang="vi-VN" sz="1600">
                <a:solidFill>
                  <a:srgbClr val="FF0000"/>
                </a:solidFill>
              </a:rPr>
              <a:t>từ </a:t>
            </a:r>
            <a:r>
              <a:rPr lang="en-US" sz="1600">
                <a:solidFill>
                  <a:srgbClr val="FF0000"/>
                </a:solidFill>
              </a:rPr>
              <a:t>CSDL đại lý. Lưu ý quận thuộc D1.</a:t>
            </a:r>
          </a:p>
          <a:p>
            <a:pPr marL="1371600" lvl="2" indent="-514350"/>
            <a:r>
              <a:rPr lang="en-US" sz="1600"/>
              <a:t>Số lượng đại lý </a:t>
            </a:r>
            <a:r>
              <a:rPr lang="vi-VN" sz="1600"/>
              <a:t>tối đa </a:t>
            </a:r>
            <a:r>
              <a:rPr lang="en-US" sz="1600"/>
              <a:t>trong quận (D5) hiện lưu trữ trong cơ sở dữ liệu tham số.</a:t>
            </a:r>
          </a:p>
          <a:p>
            <a:pPr marL="1371600" lvl="2" indent="-514350"/>
            <a:endParaRPr lang="en-US" sz="1600"/>
          </a:p>
          <a:p>
            <a:pPr marL="1371600" lvl="2" indent="-514350"/>
            <a:endParaRPr lang="en-US" sz="1600"/>
          </a:p>
          <a:p>
            <a:pPr marL="1371600" lvl="2" indent="-514350"/>
            <a:endParaRPr lang="en-US" sz="1600"/>
          </a:p>
          <a:p>
            <a:pPr lvl="1"/>
            <a:endParaRPr lang="en-US" sz="1600"/>
          </a:p>
          <a:p>
            <a:endParaRPr lang="vi-VN" sz="1600">
              <a:solidFill>
                <a:srgbClr val="FF0000"/>
              </a:solidFill>
            </a:endParaRPr>
          </a:p>
        </p:txBody>
      </p:sp>
      <p:pic>
        <p:nvPicPr>
          <p:cNvPr id="5" name="Content Placeholder 13">
            <a:extLst>
              <a:ext uri="{FF2B5EF4-FFF2-40B4-BE49-F238E27FC236}">
                <a16:creationId xmlns:a16="http://schemas.microsoft.com/office/drawing/2014/main" id="{0F6F25AC-DE19-F231-EB91-7F1BDF937195}"/>
              </a:ext>
            </a:extLst>
          </p:cNvPr>
          <p:cNvPicPr>
            <a:picLocks noGrp="1" noChangeAspect="1"/>
          </p:cNvPicPr>
          <p:nvPr>
            <p:ph sz="half" idx="1"/>
          </p:nvPr>
        </p:nvPicPr>
        <p:blipFill>
          <a:blip r:embed="rId2"/>
          <a:stretch>
            <a:fillRect/>
          </a:stretch>
        </p:blipFill>
        <p:spPr bwMode="auto">
          <a:xfrm>
            <a:off x="609600" y="3017087"/>
            <a:ext cx="4041775" cy="16921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208962"/>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298F8-9466-2633-057D-D0A2C7BC5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0D1FE-1D5F-E0EA-0B43-912223845AA1}"/>
              </a:ext>
            </a:extLst>
          </p:cNvPr>
          <p:cNvSpPr>
            <a:spLocks noGrp="1"/>
          </p:cNvSpPr>
          <p:nvPr>
            <p:ph type="title"/>
          </p:nvPr>
        </p:nvSpPr>
        <p:spPr/>
        <p:txBody>
          <a:bodyPr/>
          <a:lstStyle/>
          <a:p>
            <a:r>
              <a:rPr lang="en-US"/>
              <a:t>Bài tập Phân tích yêu cầu</a:t>
            </a:r>
          </a:p>
        </p:txBody>
      </p:sp>
      <p:sp>
        <p:nvSpPr>
          <p:cNvPr id="3" name="Content Placeholder 2">
            <a:extLst>
              <a:ext uri="{FF2B5EF4-FFF2-40B4-BE49-F238E27FC236}">
                <a16:creationId xmlns:a16="http://schemas.microsoft.com/office/drawing/2014/main" id="{B2FC1D8A-0FEB-5A88-8521-F09411D4D249}"/>
              </a:ext>
            </a:extLst>
          </p:cNvPr>
          <p:cNvSpPr>
            <a:spLocks noGrp="1"/>
          </p:cNvSpPr>
          <p:nvPr>
            <p:ph sz="half" idx="2"/>
          </p:nvPr>
        </p:nvSpPr>
        <p:spPr/>
        <p:txBody>
          <a:bodyPr/>
          <a:lstStyle/>
          <a:p>
            <a:r>
              <a:rPr lang="vi-VN" sz="1600"/>
              <a:t>Phân tích yêu cầu</a:t>
            </a:r>
            <a:r>
              <a:rPr lang="en-US" sz="1600"/>
              <a:t> phần mềm</a:t>
            </a:r>
            <a:r>
              <a:rPr lang="vi-VN" sz="1600"/>
              <a:t>:</a:t>
            </a:r>
            <a:r>
              <a:rPr lang="en-US" sz="1600"/>
              <a:t> Tiếp nhận hồ sơ đại lý (tiếp).</a:t>
            </a:r>
          </a:p>
          <a:p>
            <a:pPr>
              <a:buFont typeface="+mj-lt"/>
              <a:buAutoNum type="arabicPeriod" startAt="4"/>
            </a:pPr>
            <a:r>
              <a:rPr lang="vi-VN" sz="1600">
                <a:solidFill>
                  <a:schemeClr val="tx1"/>
                </a:solidFill>
                <a:highlight>
                  <a:srgbClr val="00FFFF"/>
                </a:highlight>
              </a:rPr>
              <a:t>Thuật toán</a:t>
            </a:r>
          </a:p>
          <a:p>
            <a:r>
              <a:rPr lang="vi-VN" sz="1600">
                <a:solidFill>
                  <a:srgbClr val="FF0000"/>
                </a:solidFill>
              </a:rPr>
              <a:t>Bước </a:t>
            </a:r>
            <a:r>
              <a:rPr lang="en-US" sz="1600">
                <a:solidFill>
                  <a:srgbClr val="FF0000"/>
                </a:solidFill>
              </a:rPr>
              <a:t>0</a:t>
            </a:r>
            <a:r>
              <a:rPr lang="vi-VN" sz="1600">
                <a:solidFill>
                  <a:srgbClr val="FF0000"/>
                </a:solidFill>
              </a:rPr>
              <a:t>1: Nhận </a:t>
            </a:r>
            <a:r>
              <a:rPr lang="en-US" sz="1600">
                <a:solidFill>
                  <a:srgbClr val="FF0000"/>
                </a:solidFill>
              </a:rPr>
              <a:t>D1 (</a:t>
            </a:r>
            <a:r>
              <a:rPr lang="vi-VN" sz="1600">
                <a:solidFill>
                  <a:srgbClr val="FF0000"/>
                </a:solidFill>
              </a:rPr>
              <a:t>Tên, Điện thoại, Địa chỉ, Email, Loại đại lý, Quận, Ngày tiếp nhận</a:t>
            </a:r>
            <a:r>
              <a:rPr lang="en-US" sz="1600">
                <a:solidFill>
                  <a:srgbClr val="FF0000"/>
                </a:solidFill>
              </a:rPr>
              <a:t>)</a:t>
            </a:r>
            <a:r>
              <a:rPr lang="vi-VN" sz="1600">
                <a:solidFill>
                  <a:srgbClr val="FF0000"/>
                </a:solidFill>
              </a:rPr>
              <a:t> từ người dùng</a:t>
            </a:r>
          </a:p>
          <a:p>
            <a:r>
              <a:rPr lang="vi-VN" sz="1600"/>
              <a:t>Bước </a:t>
            </a:r>
            <a:r>
              <a:rPr lang="en-US" sz="1600"/>
              <a:t>02</a:t>
            </a:r>
            <a:r>
              <a:rPr lang="vi-VN" sz="1600"/>
              <a:t>: Đọc </a:t>
            </a:r>
            <a:r>
              <a:rPr lang="en-US" sz="1600"/>
              <a:t>D2 (</a:t>
            </a:r>
            <a:r>
              <a:rPr lang="vi-VN" sz="1600"/>
              <a:t>danh sách các loại </a:t>
            </a:r>
            <a:r>
              <a:rPr lang="en-US" sz="1600"/>
              <a:t>đại lý)</a:t>
            </a:r>
            <a:r>
              <a:rPr lang="vi-VN" sz="1600"/>
              <a:t> từ </a:t>
            </a:r>
            <a:r>
              <a:rPr lang="en-US" sz="1600"/>
              <a:t>CSDL loại đại lý.</a:t>
            </a:r>
          </a:p>
          <a:p>
            <a:r>
              <a:rPr lang="vi-VN" sz="1600">
                <a:solidFill>
                  <a:srgbClr val="FF0000"/>
                </a:solidFill>
              </a:rPr>
              <a:t>Bước </a:t>
            </a:r>
            <a:r>
              <a:rPr lang="en-US" sz="1600">
                <a:solidFill>
                  <a:srgbClr val="FF0000"/>
                </a:solidFill>
              </a:rPr>
              <a:t>0</a:t>
            </a:r>
            <a:r>
              <a:rPr lang="vi-VN" sz="1600">
                <a:solidFill>
                  <a:srgbClr val="FF0000"/>
                </a:solidFill>
              </a:rPr>
              <a:t>3: Đọc </a:t>
            </a:r>
            <a:r>
              <a:rPr lang="en-US" sz="1600">
                <a:solidFill>
                  <a:srgbClr val="FF0000"/>
                </a:solidFill>
              </a:rPr>
              <a:t>D3 (</a:t>
            </a:r>
            <a:r>
              <a:rPr lang="vi-VN" sz="1600">
                <a:solidFill>
                  <a:srgbClr val="FF0000"/>
                </a:solidFill>
              </a:rPr>
              <a:t>danh sách các </a:t>
            </a:r>
            <a:r>
              <a:rPr lang="en-US" sz="1600">
                <a:solidFill>
                  <a:srgbClr val="FF0000"/>
                </a:solidFill>
              </a:rPr>
              <a:t>quận) </a:t>
            </a:r>
            <a:r>
              <a:rPr lang="vi-VN" sz="1600">
                <a:solidFill>
                  <a:srgbClr val="FF0000"/>
                </a:solidFill>
              </a:rPr>
              <a:t>từ </a:t>
            </a:r>
            <a:r>
              <a:rPr lang="en-US" sz="1600">
                <a:solidFill>
                  <a:srgbClr val="FF0000"/>
                </a:solidFill>
              </a:rPr>
              <a:t>CSDL quận.</a:t>
            </a:r>
          </a:p>
          <a:p>
            <a:r>
              <a:rPr lang="vi-VN" sz="1600"/>
              <a:t>Bước </a:t>
            </a:r>
            <a:r>
              <a:rPr lang="en-US" sz="1600"/>
              <a:t>04</a:t>
            </a:r>
            <a:r>
              <a:rPr lang="vi-VN" sz="1600"/>
              <a:t>: Đọc </a:t>
            </a:r>
            <a:r>
              <a:rPr lang="en-US" sz="1600"/>
              <a:t>D4 (</a:t>
            </a:r>
            <a:r>
              <a:rPr lang="vi-VN" sz="1600"/>
              <a:t>danh sách </a:t>
            </a:r>
            <a:r>
              <a:rPr lang="en-US" sz="1600"/>
              <a:t>đại lý trong Quận – D1) </a:t>
            </a:r>
            <a:r>
              <a:rPr lang="vi-VN" sz="1600"/>
              <a:t>từ </a:t>
            </a:r>
            <a:r>
              <a:rPr lang="en-US" sz="1600"/>
              <a:t>CSDL đại lý.</a:t>
            </a:r>
          </a:p>
          <a:p>
            <a:r>
              <a:rPr lang="vi-VN" sz="1600">
                <a:solidFill>
                  <a:srgbClr val="FF0000"/>
                </a:solidFill>
              </a:rPr>
              <a:t>Bước </a:t>
            </a:r>
            <a:r>
              <a:rPr lang="en-US" sz="1600">
                <a:solidFill>
                  <a:srgbClr val="FF0000"/>
                </a:solidFill>
              </a:rPr>
              <a:t>05</a:t>
            </a:r>
            <a:r>
              <a:rPr lang="vi-VN" sz="1600">
                <a:solidFill>
                  <a:srgbClr val="FF0000"/>
                </a:solidFill>
              </a:rPr>
              <a:t>: Đọc </a:t>
            </a:r>
            <a:r>
              <a:rPr lang="en-US" sz="1600">
                <a:solidFill>
                  <a:srgbClr val="FF0000"/>
                </a:solidFill>
              </a:rPr>
              <a:t>D5 (số lượng đại lý </a:t>
            </a:r>
            <a:r>
              <a:rPr lang="vi-VN" sz="1600">
                <a:solidFill>
                  <a:srgbClr val="FF0000"/>
                </a:solidFill>
              </a:rPr>
              <a:t>tối đa </a:t>
            </a:r>
            <a:r>
              <a:rPr lang="en-US" sz="1600">
                <a:solidFill>
                  <a:srgbClr val="FF0000"/>
                </a:solidFill>
              </a:rPr>
              <a:t>trong quận) </a:t>
            </a:r>
            <a:r>
              <a:rPr lang="vi-VN" sz="1600">
                <a:solidFill>
                  <a:srgbClr val="FF0000"/>
                </a:solidFill>
              </a:rPr>
              <a:t>từ </a:t>
            </a:r>
            <a:r>
              <a:rPr lang="en-US" sz="1600">
                <a:solidFill>
                  <a:srgbClr val="FF0000"/>
                </a:solidFill>
              </a:rPr>
              <a:t>CSDL tham số.</a:t>
            </a:r>
          </a:p>
          <a:p>
            <a:r>
              <a:rPr lang="vi-VN" sz="1600"/>
              <a:t>Bước </a:t>
            </a:r>
            <a:r>
              <a:rPr lang="en-US" sz="1600"/>
              <a:t>06</a:t>
            </a:r>
            <a:r>
              <a:rPr lang="vi-VN" sz="1600"/>
              <a:t>: Kiểm tra “Loại </a:t>
            </a:r>
            <a:r>
              <a:rPr lang="en-US" sz="1600"/>
              <a:t>đại lý</a:t>
            </a:r>
            <a:r>
              <a:rPr lang="vi-VN" sz="1600"/>
              <a:t>” </a:t>
            </a:r>
            <a:r>
              <a:rPr lang="en-US" sz="1600"/>
              <a:t>(D1) </a:t>
            </a:r>
            <a:r>
              <a:rPr lang="vi-VN" sz="1600"/>
              <a:t>có thuộc </a:t>
            </a:r>
            <a:r>
              <a:rPr lang="en-US" sz="1600"/>
              <a:t>D2</a:t>
            </a:r>
            <a:r>
              <a:rPr lang="vi-VN" sz="1600"/>
              <a:t>  hay không?</a:t>
            </a:r>
          </a:p>
          <a:p>
            <a:r>
              <a:rPr lang="vi-VN" sz="1600">
                <a:solidFill>
                  <a:srgbClr val="FF0000"/>
                </a:solidFill>
              </a:rPr>
              <a:t>Bước </a:t>
            </a:r>
            <a:r>
              <a:rPr lang="en-US" sz="1600">
                <a:solidFill>
                  <a:srgbClr val="FF0000"/>
                </a:solidFill>
              </a:rPr>
              <a:t>07</a:t>
            </a:r>
            <a:r>
              <a:rPr lang="vi-VN" sz="1600">
                <a:solidFill>
                  <a:srgbClr val="FF0000"/>
                </a:solidFill>
              </a:rPr>
              <a:t>: Kiểm tra “</a:t>
            </a:r>
            <a:r>
              <a:rPr lang="en-US" sz="1600">
                <a:solidFill>
                  <a:srgbClr val="FF0000"/>
                </a:solidFill>
              </a:rPr>
              <a:t>Quận</a:t>
            </a:r>
            <a:r>
              <a:rPr lang="vi-VN" sz="1600">
                <a:solidFill>
                  <a:srgbClr val="FF0000"/>
                </a:solidFill>
              </a:rPr>
              <a:t>” </a:t>
            </a:r>
            <a:r>
              <a:rPr lang="en-US" sz="1600">
                <a:solidFill>
                  <a:srgbClr val="FF0000"/>
                </a:solidFill>
              </a:rPr>
              <a:t>(D1) </a:t>
            </a:r>
            <a:r>
              <a:rPr lang="vi-VN" sz="1600">
                <a:solidFill>
                  <a:srgbClr val="FF0000"/>
                </a:solidFill>
              </a:rPr>
              <a:t>có thuộc </a:t>
            </a:r>
            <a:r>
              <a:rPr lang="en-US" sz="1600">
                <a:solidFill>
                  <a:srgbClr val="FF0000"/>
                </a:solidFill>
              </a:rPr>
              <a:t>D3</a:t>
            </a:r>
            <a:r>
              <a:rPr lang="vi-VN" sz="1600">
                <a:solidFill>
                  <a:srgbClr val="FF0000"/>
                </a:solidFill>
              </a:rPr>
              <a:t> hay không?</a:t>
            </a:r>
          </a:p>
          <a:p>
            <a:r>
              <a:rPr lang="vi-VN" sz="1600"/>
              <a:t>Bước </a:t>
            </a:r>
            <a:r>
              <a:rPr lang="en-US" sz="1600"/>
              <a:t>08</a:t>
            </a:r>
            <a:r>
              <a:rPr lang="vi-VN" sz="1600"/>
              <a:t>: Kiểm tra</a:t>
            </a:r>
            <a:r>
              <a:rPr lang="en-US" sz="1600"/>
              <a:t> qui định </a:t>
            </a:r>
            <a:r>
              <a:rPr lang="vi-VN" sz="1600"/>
              <a:t>số lượng đại lý tối đa trong quận</a:t>
            </a:r>
            <a:r>
              <a:rPr lang="en-US" sz="1600"/>
              <a:t> dựa vào D4 và D5.</a:t>
            </a:r>
            <a:endParaRPr lang="vi-VN" sz="1600"/>
          </a:p>
          <a:p>
            <a:r>
              <a:rPr lang="vi-VN" sz="1600">
                <a:solidFill>
                  <a:srgbClr val="FF0000"/>
                </a:solidFill>
              </a:rPr>
              <a:t>Bước </a:t>
            </a:r>
            <a:r>
              <a:rPr lang="en-US" sz="1600">
                <a:solidFill>
                  <a:srgbClr val="FF0000"/>
                </a:solidFill>
              </a:rPr>
              <a:t>09</a:t>
            </a:r>
            <a:r>
              <a:rPr lang="vi-VN" sz="1600">
                <a:solidFill>
                  <a:srgbClr val="FF0000"/>
                </a:solidFill>
              </a:rPr>
              <a:t>: Nếu không thỏa tất cả các </a:t>
            </a:r>
            <a:r>
              <a:rPr lang="en-US" sz="1600">
                <a:solidFill>
                  <a:srgbClr val="FF0000"/>
                </a:solidFill>
              </a:rPr>
              <a:t>điều kiện </a:t>
            </a:r>
            <a:r>
              <a:rPr lang="vi-VN" sz="1600">
                <a:solidFill>
                  <a:srgbClr val="FF0000"/>
                </a:solidFill>
              </a:rPr>
              <a:t>trên thì tới bước 1</a:t>
            </a:r>
            <a:r>
              <a:rPr lang="en-US" sz="1600">
                <a:solidFill>
                  <a:srgbClr val="FF0000"/>
                </a:solidFill>
              </a:rPr>
              <a:t>1.</a:t>
            </a:r>
            <a:endParaRPr lang="vi-VN" sz="1600">
              <a:solidFill>
                <a:srgbClr val="FF0000"/>
              </a:solidFill>
            </a:endParaRPr>
          </a:p>
          <a:p>
            <a:r>
              <a:rPr lang="vi-VN" sz="1600"/>
              <a:t>Bước 10: Lưu </a:t>
            </a:r>
            <a:r>
              <a:rPr lang="en-US" sz="1600"/>
              <a:t>D6</a:t>
            </a:r>
            <a:r>
              <a:rPr lang="en-US" sz="1600">
                <a:sym typeface="Symbol" panose="05050102010706020507" pitchFamily="18" charset="2"/>
              </a:rPr>
              <a:t></a:t>
            </a:r>
            <a:r>
              <a:rPr lang="vi-VN" sz="1600"/>
              <a:t>D</a:t>
            </a:r>
            <a:r>
              <a:rPr lang="en-US" sz="1600"/>
              <a:t>1</a:t>
            </a:r>
            <a:r>
              <a:rPr lang="vi-VN" sz="1600"/>
              <a:t> xuống </a:t>
            </a:r>
            <a:r>
              <a:rPr lang="en-US" sz="1600"/>
              <a:t>CSDL đại lý.</a:t>
            </a:r>
            <a:endParaRPr lang="vi-VN" sz="1600"/>
          </a:p>
          <a:p>
            <a:r>
              <a:rPr lang="vi-VN" sz="1600">
                <a:solidFill>
                  <a:srgbClr val="FF0000"/>
                </a:solidFill>
              </a:rPr>
              <a:t>Bước 1</a:t>
            </a:r>
            <a:r>
              <a:rPr lang="en-US" sz="1600">
                <a:solidFill>
                  <a:srgbClr val="FF0000"/>
                </a:solidFill>
              </a:rPr>
              <a:t>1</a:t>
            </a:r>
            <a:r>
              <a:rPr lang="vi-VN" sz="1600">
                <a:solidFill>
                  <a:srgbClr val="FF0000"/>
                </a:solidFill>
              </a:rPr>
              <a:t> : Kết thúc.</a:t>
            </a:r>
          </a:p>
        </p:txBody>
      </p:sp>
      <p:pic>
        <p:nvPicPr>
          <p:cNvPr id="6" name="Content Placeholder 6">
            <a:extLst>
              <a:ext uri="{FF2B5EF4-FFF2-40B4-BE49-F238E27FC236}">
                <a16:creationId xmlns:a16="http://schemas.microsoft.com/office/drawing/2014/main" id="{CF11A0F1-FB5C-E00F-77F9-A8E5B3A31789}"/>
              </a:ext>
            </a:extLst>
          </p:cNvPr>
          <p:cNvPicPr>
            <a:picLocks noGrp="1" noChangeAspect="1"/>
          </p:cNvPicPr>
          <p:nvPr>
            <p:ph sz="half" idx="1"/>
          </p:nvPr>
        </p:nvPicPr>
        <p:blipFill>
          <a:blip r:embed="rId2"/>
          <a:stretch>
            <a:fillRect/>
          </a:stretch>
        </p:blipFill>
        <p:spPr>
          <a:xfrm>
            <a:off x="623831" y="1600200"/>
            <a:ext cx="4013313" cy="4525963"/>
          </a:xfrm>
        </p:spPr>
      </p:pic>
    </p:spTree>
    <p:extLst>
      <p:ext uri="{BB962C8B-B14F-4D97-AF65-F5344CB8AC3E}">
        <p14:creationId xmlns:p14="http://schemas.microsoft.com/office/powerpoint/2010/main" val="20804711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013F8-DD2F-EB34-859F-35D6C068090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542D577-1FAB-2177-7ADC-DFB5F2476A67}"/>
              </a:ext>
            </a:extLst>
          </p:cNvPr>
          <p:cNvSpPr>
            <a:spLocks noGrp="1"/>
          </p:cNvSpPr>
          <p:nvPr>
            <p:ph type="ctrTitle"/>
          </p:nvPr>
        </p:nvSpPr>
        <p:spPr/>
        <p:txBody>
          <a:bodyPr/>
          <a:lstStyle/>
          <a:p>
            <a:r>
              <a:rPr lang="en-US" sz="4000"/>
              <a:t>Chúc các bạn học tốt</a:t>
            </a:r>
            <a:br>
              <a:rPr lang="en-US" sz="4000">
                <a:solidFill>
                  <a:srgbClr val="0066FF"/>
                </a:solidFill>
              </a:rPr>
            </a:br>
            <a:r>
              <a:rPr lang="en-US" sz="3200">
                <a:solidFill>
                  <a:srgbClr val="0066FF"/>
                </a:solidFill>
              </a:rPr>
              <a:t>TRƯỜNG ĐẠI HỌC CÔNG NGHỆ THÔNG TIN TP.HCM</a:t>
            </a:r>
            <a:br>
              <a:rPr lang="en-US" sz="3200">
                <a:solidFill>
                  <a:srgbClr val="0066FF"/>
                </a:solidFill>
              </a:rPr>
            </a:br>
            <a:br>
              <a:rPr lang="en-US" sz="3200">
                <a:solidFill>
                  <a:srgbClr val="0066FF"/>
                </a:solidFill>
              </a:rPr>
            </a:br>
            <a:r>
              <a:rPr lang="en-US" sz="4000"/>
              <a:t>Nhóm UIT-Together</a:t>
            </a:r>
            <a:br>
              <a:rPr lang="en-US" sz="4000">
                <a:solidFill>
                  <a:srgbClr val="0066FF"/>
                </a:solidFill>
              </a:rPr>
            </a:br>
            <a:r>
              <a:rPr lang="en-US" sz="4000">
                <a:solidFill>
                  <a:srgbClr val="0066FF"/>
                </a:solidFill>
              </a:rPr>
              <a:t>TS. Nguyễn Tấn Trần Minh Khang</a:t>
            </a:r>
          </a:p>
        </p:txBody>
      </p:sp>
    </p:spTree>
    <p:extLst>
      <p:ext uri="{BB962C8B-B14F-4D97-AF65-F5344CB8AC3E}">
        <p14:creationId xmlns:p14="http://schemas.microsoft.com/office/powerpoint/2010/main" val="1894593900"/>
      </p:ext>
    </p:extLst>
  </p:cSld>
  <p:clrMapOvr>
    <a:masterClrMapping/>
  </p:clrMapOvr>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4625</TotalTime>
  <Words>1881</Words>
  <Application>Microsoft Office PowerPoint</Application>
  <PresentationFormat>Widescreen</PresentationFormat>
  <Paragraphs>149</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Consolas</vt:lpstr>
      <vt:lpstr>Courier New</vt:lpstr>
      <vt:lpstr>Symbol</vt:lpstr>
      <vt:lpstr>Default Design</vt:lpstr>
      <vt:lpstr>PHÂN TÍCH YÊU CẦU PHẦN MỀM SOFTWARE REQUIREMENTS ANALYSIS</vt:lpstr>
      <vt:lpstr>Nội dung</vt:lpstr>
      <vt:lpstr>Nội dung</vt:lpstr>
      <vt:lpstr>Mô hình hóa yêu cầu phần mềm</vt:lpstr>
      <vt:lpstr>Mô hình hóa yêu cầu phần mềm</vt:lpstr>
      <vt:lpstr>Mô hình hóa yêu cầu phần mềm</vt:lpstr>
      <vt:lpstr>Mô hình hóa yêu cầu phần mềm</vt:lpstr>
      <vt:lpstr>Mô hình hóa yêu cầu phần mềm</vt:lpstr>
      <vt:lpstr>Mô hình hóa yêu cầu phần mềm</vt:lpstr>
      <vt:lpstr>Mô hình hóa yêu cầu phần mềm</vt:lpstr>
      <vt:lpstr>Nội dung</vt:lpstr>
      <vt:lpstr>Sơ đồ luồng dữ liệu</vt:lpstr>
      <vt:lpstr>Sơ đồ luồng dữ liệu</vt:lpstr>
      <vt:lpstr>Nội dung</vt:lpstr>
      <vt:lpstr>Bài tập Phân tích yêu cầu phần mềm</vt:lpstr>
      <vt:lpstr>Bài tập Phân tích yêu cầu phần mềm</vt:lpstr>
      <vt:lpstr>Bài tập Phân tích yêu cầu phần mềm</vt:lpstr>
      <vt:lpstr>Bài tập Phân tích yêu cầu phần mềm</vt:lpstr>
      <vt:lpstr>Bài tập Phân tích yêu cầu phần mềm</vt:lpstr>
      <vt:lpstr>Bài tập Phân tích yêu cầu phần mềm</vt:lpstr>
      <vt:lpstr>Bài tập Phân tích yêu cầu phần mềm</vt:lpstr>
      <vt:lpstr>Bài tập Phân tích yêu cầu phần mềm</vt:lpstr>
      <vt:lpstr>Bài tập Phân tích yêu cầu phần mềm</vt:lpstr>
      <vt:lpstr>Bài tập Phân tích yêu cầu phần mềm</vt:lpstr>
      <vt:lpstr>Bài tập Phân tích yêu cầu phần mềm</vt:lpstr>
      <vt:lpstr>Bài tập Phân tích yêu cầu</vt:lpstr>
      <vt:lpstr>Bài tập Phân tích yêu cầu</vt:lpstr>
      <vt:lpstr>Bài tập Phân tích yêu cầu</vt:lpstr>
      <vt:lpstr>Bài tập Phân tích yêu cầu</vt:lpstr>
      <vt:lpstr>Bài tập Phân tích yêu cầu</vt:lpstr>
      <vt:lpstr>Bài tập Phân tích yêu cầu</vt:lpstr>
      <vt:lpstr>Bài tập Phân tích yêu cầu</vt:lpstr>
      <vt:lpstr>Chúc các bạn học tốt TRƯỜNG ĐẠI HỌC CÔNG NGHỆ THÔNG TIN TP.HCM  Nhóm UIT-Together TS. Nguyễn Tấn Trần Minh Khang</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 cc</dc:title>
  <dc:creator>Hong</dc:creator>
  <cp:lastModifiedBy>Khang Nguyen</cp:lastModifiedBy>
  <cp:revision>818</cp:revision>
  <cp:lastPrinted>2013-08-30T01:32:34Z</cp:lastPrinted>
  <dcterms:created xsi:type="dcterms:W3CDTF">2008-06-14T04:13:27Z</dcterms:created>
  <dcterms:modified xsi:type="dcterms:W3CDTF">2025-02-27T06:38:37Z</dcterms:modified>
</cp:coreProperties>
</file>