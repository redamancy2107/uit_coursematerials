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handoutMasterIdLst>
    <p:handoutMasterId r:id="rId55"/>
  </p:handoutMasterIdLst>
  <p:sldIdLst>
    <p:sldId id="1962" r:id="rId2"/>
    <p:sldId id="1973" r:id="rId3"/>
    <p:sldId id="1974" r:id="rId4"/>
    <p:sldId id="2055" r:id="rId5"/>
    <p:sldId id="2072" r:id="rId6"/>
    <p:sldId id="2073" r:id="rId7"/>
    <p:sldId id="1961" r:id="rId8"/>
    <p:sldId id="1975" r:id="rId9"/>
    <p:sldId id="1963" r:id="rId10"/>
    <p:sldId id="1976" r:id="rId11"/>
    <p:sldId id="1964" r:id="rId12"/>
    <p:sldId id="1970" r:id="rId13"/>
    <p:sldId id="1965" r:id="rId14"/>
    <p:sldId id="1984" r:id="rId15"/>
    <p:sldId id="1981" r:id="rId16"/>
    <p:sldId id="1966" r:id="rId17"/>
    <p:sldId id="1980" r:id="rId18"/>
    <p:sldId id="1982" r:id="rId19"/>
    <p:sldId id="1985" r:id="rId20"/>
    <p:sldId id="1983" r:id="rId21"/>
    <p:sldId id="1986" r:id="rId22"/>
    <p:sldId id="1977" r:id="rId23"/>
    <p:sldId id="1978" r:id="rId24"/>
    <p:sldId id="1998" r:id="rId25"/>
    <p:sldId id="1979" r:id="rId26"/>
    <p:sldId id="1999" r:id="rId27"/>
    <p:sldId id="1987" r:id="rId28"/>
    <p:sldId id="1993" r:id="rId29"/>
    <p:sldId id="2042" r:id="rId30"/>
    <p:sldId id="2046" r:id="rId31"/>
    <p:sldId id="2050" r:id="rId32"/>
    <p:sldId id="2049" r:id="rId33"/>
    <p:sldId id="1988" r:id="rId34"/>
    <p:sldId id="1994" r:id="rId35"/>
    <p:sldId id="1991" r:id="rId36"/>
    <p:sldId id="2001" r:id="rId37"/>
    <p:sldId id="2000" r:id="rId38"/>
    <p:sldId id="1995" r:id="rId39"/>
    <p:sldId id="1992" r:id="rId40"/>
    <p:sldId id="2002" r:id="rId41"/>
    <p:sldId id="1997" r:id="rId42"/>
    <p:sldId id="2003" r:id="rId43"/>
    <p:sldId id="2004" r:id="rId44"/>
    <p:sldId id="2006" r:id="rId45"/>
    <p:sldId id="2005" r:id="rId46"/>
    <p:sldId id="2009" r:id="rId47"/>
    <p:sldId id="2007" r:id="rId48"/>
    <p:sldId id="2008" r:id="rId49"/>
    <p:sldId id="2010" r:id="rId50"/>
    <p:sldId id="2011" r:id="rId51"/>
    <p:sldId id="2012" r:id="rId52"/>
    <p:sldId id="1960" r:id="rId53"/>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FF9933"/>
    <a:srgbClr val="008000"/>
    <a:srgbClr val="000099"/>
    <a:srgbClr val="FF0000"/>
    <a:srgbClr val="FF6600"/>
    <a:srgbClr val="66FFFF"/>
    <a:srgbClr val="FF3399"/>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C7E309-74D5-4C22-9983-7CE5420B7F7D}" v="7" dt="2024-06-21T01:53:09.7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356" autoAdjust="0"/>
    <p:restoredTop sz="91156" autoAdjust="0"/>
  </p:normalViewPr>
  <p:slideViewPr>
    <p:cSldViewPr>
      <p:cViewPr varScale="1">
        <p:scale>
          <a:sx n="63" d="100"/>
          <a:sy n="63" d="100"/>
        </p:scale>
        <p:origin x="768" y="278"/>
      </p:cViewPr>
      <p:guideLst>
        <p:guide orient="horz" pos="2160"/>
        <p:guide pos="3840"/>
      </p:guideLst>
    </p:cSldViewPr>
  </p:slideViewPr>
  <p:notesTextViewPr>
    <p:cViewPr>
      <p:scale>
        <a:sx n="100" d="100"/>
        <a:sy n="100" d="100"/>
      </p:scale>
      <p:origin x="0" y="0"/>
    </p:cViewPr>
  </p:notesTextViewPr>
  <p:notesViewPr>
    <p:cSldViewPr>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ang Nguyễn Tấn Trần Minh" userId="c3808258-e92d-4bf9-b981-ea938a204001" providerId="ADAL" clId="{5B6F2BE7-3D84-4B5E-9065-D7CB14B9FA4B}"/>
    <pc:docChg chg="undo custSel addSld delSld modSld modMainMaster">
      <pc:chgData name="Khang Nguyễn Tấn Trần Minh" userId="c3808258-e92d-4bf9-b981-ea938a204001" providerId="ADAL" clId="{5B6F2BE7-3D84-4B5E-9065-D7CB14B9FA4B}" dt="2023-05-04T10:38:55.214" v="434" actId="700"/>
      <pc:docMkLst>
        <pc:docMk/>
      </pc:docMkLst>
      <pc:sldChg chg="addSp delSp modSp del mod chgLayout">
        <pc:chgData name="Khang Nguyễn Tấn Trần Minh" userId="c3808258-e92d-4bf9-b981-ea938a204001" providerId="ADAL" clId="{5B6F2BE7-3D84-4B5E-9065-D7CB14B9FA4B}" dt="2023-05-04T09:35:06.438" v="255" actId="47"/>
        <pc:sldMkLst>
          <pc:docMk/>
          <pc:sldMk cId="3414380401" sldId="328"/>
        </pc:sldMkLst>
        <pc:spChg chg="add del mod ord">
          <ac:chgData name="Khang Nguyễn Tấn Trần Minh" userId="c3808258-e92d-4bf9-b981-ea938a204001" providerId="ADAL" clId="{5B6F2BE7-3D84-4B5E-9065-D7CB14B9FA4B}" dt="2023-05-04T09:33:21.689" v="250" actId="700"/>
          <ac:spMkLst>
            <pc:docMk/>
            <pc:sldMk cId="3414380401" sldId="328"/>
            <ac:spMk id="2" creationId="{170D0286-0517-BF3D-A914-A2DE6458746B}"/>
          </ac:spMkLst>
        </pc:spChg>
        <pc:spChg chg="mod ord">
          <ac:chgData name="Khang Nguyễn Tấn Trần Minh" userId="c3808258-e92d-4bf9-b981-ea938a204001" providerId="ADAL" clId="{5B6F2BE7-3D84-4B5E-9065-D7CB14B9FA4B}" dt="2023-05-04T09:33:32.553" v="252" actId="700"/>
          <ac:spMkLst>
            <pc:docMk/>
            <pc:sldMk cId="3414380401" sldId="328"/>
            <ac:spMk id="3" creationId="{BBCCE99F-98AE-48D4-96DD-B4149671A560}"/>
          </ac:spMkLst>
        </pc:spChg>
        <pc:spChg chg="add mod ord">
          <ac:chgData name="Khang Nguyễn Tấn Trần Minh" userId="c3808258-e92d-4bf9-b981-ea938a204001" providerId="ADAL" clId="{5B6F2BE7-3D84-4B5E-9065-D7CB14B9FA4B}" dt="2023-05-04T09:33:32.553" v="252" actId="700"/>
          <ac:spMkLst>
            <pc:docMk/>
            <pc:sldMk cId="3414380401" sldId="328"/>
            <ac:spMk id="4" creationId="{29A1E021-EEE3-79C4-E8AD-A5AB64A34B9D}"/>
          </ac:spMkLst>
        </pc:spChg>
        <pc:spChg chg="add del">
          <ac:chgData name="Khang Nguyễn Tấn Trần Minh" userId="c3808258-e92d-4bf9-b981-ea938a204001" providerId="ADAL" clId="{5B6F2BE7-3D84-4B5E-9065-D7CB14B9FA4B}" dt="2023-05-04T09:33:32.553" v="252" actId="700"/>
          <ac:spMkLst>
            <pc:docMk/>
            <pc:sldMk cId="3414380401" sldId="328"/>
            <ac:spMk id="5" creationId="{3CEF2D3F-9DF7-4E24-9981-359DB558E96B}"/>
          </ac:spMkLst>
        </pc:spChg>
      </pc:sldChg>
      <pc:sldChg chg="addSp delSp modSp mod modClrScheme chgLayout">
        <pc:chgData name="Khang Nguyễn Tấn Trần Minh" userId="c3808258-e92d-4bf9-b981-ea938a204001" providerId="ADAL" clId="{5B6F2BE7-3D84-4B5E-9065-D7CB14B9FA4B}" dt="2023-05-04T09:35:13.203" v="256" actId="700"/>
        <pc:sldMkLst>
          <pc:docMk/>
          <pc:sldMk cId="2513082708" sldId="329"/>
        </pc:sldMkLst>
        <pc:spChg chg="add mod ord">
          <ac:chgData name="Khang Nguyễn Tấn Trần Minh" userId="c3808258-e92d-4bf9-b981-ea938a204001" providerId="ADAL" clId="{5B6F2BE7-3D84-4B5E-9065-D7CB14B9FA4B}" dt="2023-05-04T09:35:13.203" v="256" actId="700"/>
          <ac:spMkLst>
            <pc:docMk/>
            <pc:sldMk cId="2513082708" sldId="329"/>
            <ac:spMk id="2" creationId="{A2F805E7-BCE4-FAEE-98DF-55D674334D43}"/>
          </ac:spMkLst>
        </pc:spChg>
        <pc:spChg chg="add mod ord">
          <ac:chgData name="Khang Nguyễn Tấn Trần Minh" userId="c3808258-e92d-4bf9-b981-ea938a204001" providerId="ADAL" clId="{5B6F2BE7-3D84-4B5E-9065-D7CB14B9FA4B}" dt="2023-05-04T09:35:13.203" v="256" actId="700"/>
          <ac:spMkLst>
            <pc:docMk/>
            <pc:sldMk cId="2513082708" sldId="329"/>
            <ac:spMk id="3" creationId="{2C2362FE-B2FF-0083-0CB7-E614780E22D3}"/>
          </ac:spMkLst>
        </pc:spChg>
        <pc:spChg chg="del mod ord">
          <ac:chgData name="Khang Nguyễn Tấn Trần Minh" userId="c3808258-e92d-4bf9-b981-ea938a204001" providerId="ADAL" clId="{5B6F2BE7-3D84-4B5E-9065-D7CB14B9FA4B}" dt="2023-05-04T09:35:13.203" v="256" actId="700"/>
          <ac:spMkLst>
            <pc:docMk/>
            <pc:sldMk cId="2513082708" sldId="329"/>
            <ac:spMk id="14" creationId="{B52962BE-956B-4C2B-8959-F81F49C5B9E9}"/>
          </ac:spMkLst>
        </pc:spChg>
        <pc:spChg chg="del mod ord">
          <ac:chgData name="Khang Nguyễn Tấn Trần Minh" userId="c3808258-e92d-4bf9-b981-ea938a204001" providerId="ADAL" clId="{5B6F2BE7-3D84-4B5E-9065-D7CB14B9FA4B}" dt="2023-05-04T09:35:13.203" v="256" actId="700"/>
          <ac:spMkLst>
            <pc:docMk/>
            <pc:sldMk cId="2513082708" sldId="329"/>
            <ac:spMk id="15" creationId="{52A53E4F-6A54-4CD1-B368-6231912A4BB2}"/>
          </ac:spMkLst>
        </pc:spChg>
      </pc:sldChg>
      <pc:sldChg chg="new del">
        <pc:chgData name="Khang Nguyễn Tấn Trần Minh" userId="c3808258-e92d-4bf9-b981-ea938a204001" providerId="ADAL" clId="{5B6F2BE7-3D84-4B5E-9065-D7CB14B9FA4B}" dt="2023-05-04T09:33:28.406" v="251" actId="47"/>
        <pc:sldMkLst>
          <pc:docMk/>
          <pc:sldMk cId="3594992320" sldId="330"/>
        </pc:sldMkLst>
      </pc:sldChg>
      <pc:sldChg chg="addSp delSp modSp new mod modClrScheme chgLayout">
        <pc:chgData name="Khang Nguyễn Tấn Trần Minh" userId="c3808258-e92d-4bf9-b981-ea938a204001" providerId="ADAL" clId="{5B6F2BE7-3D84-4B5E-9065-D7CB14B9FA4B}" dt="2023-05-04T09:32:59.990" v="248" actId="700"/>
        <pc:sldMkLst>
          <pc:docMk/>
          <pc:sldMk cId="3634581261" sldId="331"/>
        </pc:sldMkLst>
        <pc:spChg chg="del mod ord">
          <ac:chgData name="Khang Nguyễn Tấn Trần Minh" userId="c3808258-e92d-4bf9-b981-ea938a204001" providerId="ADAL" clId="{5B6F2BE7-3D84-4B5E-9065-D7CB14B9FA4B}" dt="2023-05-04T09:31:42.189" v="244" actId="700"/>
          <ac:spMkLst>
            <pc:docMk/>
            <pc:sldMk cId="3634581261" sldId="331"/>
            <ac:spMk id="2" creationId="{005182B3-F5DF-BE6E-3256-43709A6C148D}"/>
          </ac:spMkLst>
        </pc:spChg>
        <pc:spChg chg="del">
          <ac:chgData name="Khang Nguyễn Tấn Trần Minh" userId="c3808258-e92d-4bf9-b981-ea938a204001" providerId="ADAL" clId="{5B6F2BE7-3D84-4B5E-9065-D7CB14B9FA4B}" dt="2023-05-04T09:31:42.189" v="244" actId="700"/>
          <ac:spMkLst>
            <pc:docMk/>
            <pc:sldMk cId="3634581261" sldId="331"/>
            <ac:spMk id="3" creationId="{80D30885-4DA9-F5AF-A402-696AEA491ED2}"/>
          </ac:spMkLst>
        </pc:spChg>
        <pc:spChg chg="add del mod ord">
          <ac:chgData name="Khang Nguyễn Tấn Trần Minh" userId="c3808258-e92d-4bf9-b981-ea938a204001" providerId="ADAL" clId="{5B6F2BE7-3D84-4B5E-9065-D7CB14B9FA4B}" dt="2023-05-04T09:32:46.955" v="245" actId="700"/>
          <ac:spMkLst>
            <pc:docMk/>
            <pc:sldMk cId="3634581261" sldId="331"/>
            <ac:spMk id="4" creationId="{802307F0-EEA6-EE60-B836-3D17607EA434}"/>
          </ac:spMkLst>
        </pc:spChg>
        <pc:spChg chg="add mod ord">
          <ac:chgData name="Khang Nguyễn Tấn Trần Minh" userId="c3808258-e92d-4bf9-b981-ea938a204001" providerId="ADAL" clId="{5B6F2BE7-3D84-4B5E-9065-D7CB14B9FA4B}" dt="2023-05-04T09:32:59.990" v="248" actId="700"/>
          <ac:spMkLst>
            <pc:docMk/>
            <pc:sldMk cId="3634581261" sldId="331"/>
            <ac:spMk id="5" creationId="{1E3128D0-6FDF-7356-B418-ADD0A89236A1}"/>
          </ac:spMkLst>
        </pc:spChg>
      </pc:sldChg>
      <pc:sldChg chg="addSp delSp modSp new del mod modClrScheme chgLayout">
        <pc:chgData name="Khang Nguyễn Tấn Trần Minh" userId="c3808258-e92d-4bf9-b981-ea938a204001" providerId="ADAL" clId="{5B6F2BE7-3D84-4B5E-9065-D7CB14B9FA4B}" dt="2023-05-04T09:41:12.336" v="324" actId="47"/>
        <pc:sldMkLst>
          <pc:docMk/>
          <pc:sldMk cId="3857146655" sldId="332"/>
        </pc:sldMkLst>
        <pc:spChg chg="del mod ord">
          <ac:chgData name="Khang Nguyễn Tấn Trần Minh" userId="c3808258-e92d-4bf9-b981-ea938a204001" providerId="ADAL" clId="{5B6F2BE7-3D84-4B5E-9065-D7CB14B9FA4B}" dt="2023-05-04T09:33:49.756" v="254" actId="700"/>
          <ac:spMkLst>
            <pc:docMk/>
            <pc:sldMk cId="3857146655" sldId="332"/>
            <ac:spMk id="2" creationId="{687CBA0E-F0DA-5864-553A-DDFC6AFE5310}"/>
          </ac:spMkLst>
        </pc:spChg>
        <pc:spChg chg="del mod ord">
          <ac:chgData name="Khang Nguyễn Tấn Trần Minh" userId="c3808258-e92d-4bf9-b981-ea938a204001" providerId="ADAL" clId="{5B6F2BE7-3D84-4B5E-9065-D7CB14B9FA4B}" dt="2023-05-04T09:33:49.756" v="254" actId="700"/>
          <ac:spMkLst>
            <pc:docMk/>
            <pc:sldMk cId="3857146655" sldId="332"/>
            <ac:spMk id="3" creationId="{F449DA7A-C312-7966-7EC8-FDB2D6AE1CEB}"/>
          </ac:spMkLst>
        </pc:spChg>
        <pc:spChg chg="add mod ord">
          <ac:chgData name="Khang Nguyễn Tấn Trần Minh" userId="c3808258-e92d-4bf9-b981-ea938a204001" providerId="ADAL" clId="{5B6F2BE7-3D84-4B5E-9065-D7CB14B9FA4B}" dt="2023-05-04T09:33:49.756" v="254" actId="700"/>
          <ac:spMkLst>
            <pc:docMk/>
            <pc:sldMk cId="3857146655" sldId="332"/>
            <ac:spMk id="4" creationId="{DA7EF843-0DE1-C783-65CE-811DDCEC3CEB}"/>
          </ac:spMkLst>
        </pc:spChg>
        <pc:spChg chg="add mod ord">
          <ac:chgData name="Khang Nguyễn Tấn Trần Minh" userId="c3808258-e92d-4bf9-b981-ea938a204001" providerId="ADAL" clId="{5B6F2BE7-3D84-4B5E-9065-D7CB14B9FA4B}" dt="2023-05-04T09:33:49.756" v="254" actId="700"/>
          <ac:spMkLst>
            <pc:docMk/>
            <pc:sldMk cId="3857146655" sldId="332"/>
            <ac:spMk id="5" creationId="{91DC4E0C-6D96-7BC2-B921-678D6B49D10A}"/>
          </ac:spMkLst>
        </pc:spChg>
      </pc:sldChg>
      <pc:sldChg chg="new">
        <pc:chgData name="Khang Nguyễn Tấn Trần Minh" userId="c3808258-e92d-4bf9-b981-ea938a204001" providerId="ADAL" clId="{5B6F2BE7-3D84-4B5E-9065-D7CB14B9FA4B}" dt="2023-05-04T09:40:04.844" v="323" actId="680"/>
        <pc:sldMkLst>
          <pc:docMk/>
          <pc:sldMk cId="3811616199" sldId="333"/>
        </pc:sldMkLst>
      </pc:sldChg>
      <pc:sldChg chg="addSp delSp modSp new mod modClrScheme chgLayout">
        <pc:chgData name="Khang Nguyễn Tấn Trần Minh" userId="c3808258-e92d-4bf9-b981-ea938a204001" providerId="ADAL" clId="{5B6F2BE7-3D84-4B5E-9065-D7CB14B9FA4B}" dt="2023-05-04T09:41:19.944" v="326" actId="700"/>
        <pc:sldMkLst>
          <pc:docMk/>
          <pc:sldMk cId="1418652103" sldId="334"/>
        </pc:sldMkLst>
        <pc:spChg chg="del mod ord">
          <ac:chgData name="Khang Nguyễn Tấn Trần Minh" userId="c3808258-e92d-4bf9-b981-ea938a204001" providerId="ADAL" clId="{5B6F2BE7-3D84-4B5E-9065-D7CB14B9FA4B}" dt="2023-05-04T09:41:19.944" v="326" actId="700"/>
          <ac:spMkLst>
            <pc:docMk/>
            <pc:sldMk cId="1418652103" sldId="334"/>
            <ac:spMk id="2" creationId="{4E985268-4566-05FA-4D7C-5490A396762F}"/>
          </ac:spMkLst>
        </pc:spChg>
        <pc:spChg chg="del mod ord">
          <ac:chgData name="Khang Nguyễn Tấn Trần Minh" userId="c3808258-e92d-4bf9-b981-ea938a204001" providerId="ADAL" clId="{5B6F2BE7-3D84-4B5E-9065-D7CB14B9FA4B}" dt="2023-05-04T09:41:19.944" v="326" actId="700"/>
          <ac:spMkLst>
            <pc:docMk/>
            <pc:sldMk cId="1418652103" sldId="334"/>
            <ac:spMk id="3" creationId="{815F9CBE-E40E-DFD8-66D3-E3829306E5C6}"/>
          </ac:spMkLst>
        </pc:spChg>
        <pc:spChg chg="add mod ord">
          <ac:chgData name="Khang Nguyễn Tấn Trần Minh" userId="c3808258-e92d-4bf9-b981-ea938a204001" providerId="ADAL" clId="{5B6F2BE7-3D84-4B5E-9065-D7CB14B9FA4B}" dt="2023-05-04T09:41:19.944" v="326" actId="700"/>
          <ac:spMkLst>
            <pc:docMk/>
            <pc:sldMk cId="1418652103" sldId="334"/>
            <ac:spMk id="4" creationId="{1AB13242-DD4D-89D2-74BC-F0E9AB7E6039}"/>
          </ac:spMkLst>
        </pc:spChg>
        <pc:spChg chg="add mod ord">
          <ac:chgData name="Khang Nguyễn Tấn Trần Minh" userId="c3808258-e92d-4bf9-b981-ea938a204001" providerId="ADAL" clId="{5B6F2BE7-3D84-4B5E-9065-D7CB14B9FA4B}" dt="2023-05-04T09:41:19.944" v="326" actId="700"/>
          <ac:spMkLst>
            <pc:docMk/>
            <pc:sldMk cId="1418652103" sldId="334"/>
            <ac:spMk id="5" creationId="{140734C9-E94F-D731-0888-8A757681A86A}"/>
          </ac:spMkLst>
        </pc:spChg>
      </pc:sldChg>
      <pc:sldChg chg="new">
        <pc:chgData name="Khang Nguyễn Tấn Trần Minh" userId="c3808258-e92d-4bf9-b981-ea938a204001" providerId="ADAL" clId="{5B6F2BE7-3D84-4B5E-9065-D7CB14B9FA4B}" dt="2023-05-04T09:47:09.864" v="330" actId="680"/>
        <pc:sldMkLst>
          <pc:docMk/>
          <pc:sldMk cId="497330402" sldId="335"/>
        </pc:sldMkLst>
      </pc:sldChg>
      <pc:sldChg chg="addSp delSp modSp new mod modClrScheme chgLayout">
        <pc:chgData name="Khang Nguyễn Tấn Trần Minh" userId="c3808258-e92d-4bf9-b981-ea938a204001" providerId="ADAL" clId="{5B6F2BE7-3D84-4B5E-9065-D7CB14B9FA4B}" dt="2023-05-04T10:38:55.214" v="434" actId="700"/>
        <pc:sldMkLst>
          <pc:docMk/>
          <pc:sldMk cId="3069712246" sldId="336"/>
        </pc:sldMkLst>
        <pc:spChg chg="del mod ord">
          <ac:chgData name="Khang Nguyễn Tấn Trần Minh" userId="c3808258-e92d-4bf9-b981-ea938a204001" providerId="ADAL" clId="{5B6F2BE7-3D84-4B5E-9065-D7CB14B9FA4B}" dt="2023-05-04T10:38:55.214" v="434" actId="700"/>
          <ac:spMkLst>
            <pc:docMk/>
            <pc:sldMk cId="3069712246" sldId="336"/>
            <ac:spMk id="2" creationId="{0CBF589D-A2F1-29A8-478F-4A3550CBD9CE}"/>
          </ac:spMkLst>
        </pc:spChg>
        <pc:spChg chg="del mod ord">
          <ac:chgData name="Khang Nguyễn Tấn Trần Minh" userId="c3808258-e92d-4bf9-b981-ea938a204001" providerId="ADAL" clId="{5B6F2BE7-3D84-4B5E-9065-D7CB14B9FA4B}" dt="2023-05-04T10:38:55.214" v="434" actId="700"/>
          <ac:spMkLst>
            <pc:docMk/>
            <pc:sldMk cId="3069712246" sldId="336"/>
            <ac:spMk id="3" creationId="{168EB05C-2FE3-12F3-0587-E063E69E5BB5}"/>
          </ac:spMkLst>
        </pc:spChg>
        <pc:spChg chg="add mod ord">
          <ac:chgData name="Khang Nguyễn Tấn Trần Minh" userId="c3808258-e92d-4bf9-b981-ea938a204001" providerId="ADAL" clId="{5B6F2BE7-3D84-4B5E-9065-D7CB14B9FA4B}" dt="2023-05-04T10:38:55.214" v="434" actId="700"/>
          <ac:spMkLst>
            <pc:docMk/>
            <pc:sldMk cId="3069712246" sldId="336"/>
            <ac:spMk id="4" creationId="{EDA14721-D4BC-297F-2A70-03403C7392D3}"/>
          </ac:spMkLst>
        </pc:spChg>
        <pc:spChg chg="add mod ord">
          <ac:chgData name="Khang Nguyễn Tấn Trần Minh" userId="c3808258-e92d-4bf9-b981-ea938a204001" providerId="ADAL" clId="{5B6F2BE7-3D84-4B5E-9065-D7CB14B9FA4B}" dt="2023-05-04T10:38:55.214" v="434" actId="700"/>
          <ac:spMkLst>
            <pc:docMk/>
            <pc:sldMk cId="3069712246" sldId="336"/>
            <ac:spMk id="5" creationId="{0B9849D8-1407-1C53-8F8F-BED9E927964B}"/>
          </ac:spMkLst>
        </pc:spChg>
        <pc:spChg chg="add mod ord">
          <ac:chgData name="Khang Nguyễn Tấn Trần Minh" userId="c3808258-e92d-4bf9-b981-ea938a204001" providerId="ADAL" clId="{5B6F2BE7-3D84-4B5E-9065-D7CB14B9FA4B}" dt="2023-05-04T10:38:55.214" v="434" actId="700"/>
          <ac:spMkLst>
            <pc:docMk/>
            <pc:sldMk cId="3069712246" sldId="336"/>
            <ac:spMk id="6" creationId="{123D0B10-2F04-0114-4238-265AD070236C}"/>
          </ac:spMkLst>
        </pc:spChg>
      </pc:sldChg>
      <pc:sldChg chg="del">
        <pc:chgData name="Khang Nguyễn Tấn Trần Minh" userId="c3808258-e92d-4bf9-b981-ea938a204001" providerId="ADAL" clId="{5B6F2BE7-3D84-4B5E-9065-D7CB14B9FA4B}" dt="2023-05-04T09:31:05.890" v="241" actId="47"/>
        <pc:sldMkLst>
          <pc:docMk/>
          <pc:sldMk cId="1584680975" sldId="1580"/>
        </pc:sldMkLst>
      </pc:sldChg>
      <pc:sldMasterChg chg="addSp delSp mod addSldLayout delSldLayout modSldLayout sldLayoutOrd">
        <pc:chgData name="Khang Nguyễn Tấn Trần Minh" userId="c3808258-e92d-4bf9-b981-ea938a204001" providerId="ADAL" clId="{5B6F2BE7-3D84-4B5E-9065-D7CB14B9FA4B}" dt="2023-05-04T10:38:09.529" v="432" actId="478"/>
        <pc:sldMasterMkLst>
          <pc:docMk/>
          <pc:sldMasterMk cId="0" sldId="2147483648"/>
        </pc:sldMasterMkLst>
        <pc:spChg chg="add del">
          <ac:chgData name="Khang Nguyễn Tấn Trần Minh" userId="c3808258-e92d-4bf9-b981-ea938a204001" providerId="ADAL" clId="{5B6F2BE7-3D84-4B5E-9065-D7CB14B9FA4B}" dt="2023-05-04T10:38:05.080" v="431" actId="478"/>
          <ac:spMkLst>
            <pc:docMk/>
            <pc:sldMasterMk cId="0" sldId="2147483648"/>
            <ac:spMk id="6" creationId="{00000000-0000-0000-0000-000000000000}"/>
          </ac:spMkLst>
        </pc:spChg>
        <pc:spChg chg="del">
          <ac:chgData name="Khang Nguyễn Tấn Trần Minh" userId="c3808258-e92d-4bf9-b981-ea938a204001" providerId="ADAL" clId="{5B6F2BE7-3D84-4B5E-9065-D7CB14B9FA4B}" dt="2023-05-04T10:38:09.529" v="432" actId="478"/>
          <ac:spMkLst>
            <pc:docMk/>
            <pc:sldMasterMk cId="0" sldId="2147483648"/>
            <ac:spMk id="7" creationId="{00000000-0000-0000-0000-000000000000}"/>
          </ac:spMkLst>
        </pc:spChg>
        <pc:sldLayoutChg chg="delSp del mod">
          <pc:chgData name="Khang Nguyễn Tấn Trần Minh" userId="c3808258-e92d-4bf9-b981-ea938a204001" providerId="ADAL" clId="{5B6F2BE7-3D84-4B5E-9065-D7CB14B9FA4B}" dt="2023-05-04T09:35:26.224" v="257" actId="2696"/>
          <pc:sldLayoutMkLst>
            <pc:docMk/>
            <pc:sldMasterMk cId="0" sldId="2147483648"/>
            <pc:sldLayoutMk cId="4056157480" sldId="2147483649"/>
          </pc:sldLayoutMkLst>
          <pc:spChg chg="del">
            <ac:chgData name="Khang Nguyễn Tấn Trần Minh" userId="c3808258-e92d-4bf9-b981-ea938a204001" providerId="ADAL" clId="{5B6F2BE7-3D84-4B5E-9065-D7CB14B9FA4B}" dt="2023-05-04T09:11:41.547" v="109" actId="478"/>
            <ac:spMkLst>
              <pc:docMk/>
              <pc:sldMasterMk cId="0" sldId="2147483648"/>
              <pc:sldLayoutMk cId="4056157480" sldId="2147483649"/>
              <ac:spMk id="4" creationId="{00000000-0000-0000-0000-000000000000}"/>
            </ac:spMkLst>
          </pc:spChg>
          <pc:spChg chg="del">
            <ac:chgData name="Khang Nguyễn Tấn Trần Minh" userId="c3808258-e92d-4bf9-b981-ea938a204001" providerId="ADAL" clId="{5B6F2BE7-3D84-4B5E-9065-D7CB14B9FA4B}" dt="2023-05-04T09:11:41.547" v="109" actId="478"/>
            <ac:spMkLst>
              <pc:docMk/>
              <pc:sldMasterMk cId="0" sldId="2147483648"/>
              <pc:sldLayoutMk cId="4056157480" sldId="2147483649"/>
              <ac:spMk id="5" creationId="{00000000-0000-0000-0000-000000000000}"/>
            </ac:spMkLst>
          </pc:spChg>
        </pc:sldLayoutChg>
        <pc:sldLayoutChg chg="delSp modSp mod">
          <pc:chgData name="Khang Nguyễn Tấn Trần Minh" userId="c3808258-e92d-4bf9-b981-ea938a204001" providerId="ADAL" clId="{5B6F2BE7-3D84-4B5E-9065-D7CB14B9FA4B}" dt="2023-05-04T10:06:03.108" v="332" actId="6014"/>
          <pc:sldLayoutMkLst>
            <pc:docMk/>
            <pc:sldMasterMk cId="0" sldId="2147483648"/>
            <pc:sldLayoutMk cId="1765536986" sldId="2147483650"/>
          </pc:sldLayoutMkLst>
          <pc:spChg chg="mod">
            <ac:chgData name="Khang Nguyễn Tấn Trần Minh" userId="c3808258-e92d-4bf9-b981-ea938a204001" providerId="ADAL" clId="{5B6F2BE7-3D84-4B5E-9065-D7CB14B9FA4B}" dt="2023-05-04T08:56:40.328" v="1" actId="6549"/>
            <ac:spMkLst>
              <pc:docMk/>
              <pc:sldMasterMk cId="0" sldId="2147483648"/>
              <pc:sldLayoutMk cId="1765536986" sldId="2147483650"/>
              <ac:spMk id="3" creationId="{00000000-0000-0000-0000-000000000000}"/>
            </ac:spMkLst>
          </pc:spChg>
          <pc:spChg chg="del">
            <ac:chgData name="Khang Nguyễn Tấn Trần Minh" userId="c3808258-e92d-4bf9-b981-ea938a204001" providerId="ADAL" clId="{5B6F2BE7-3D84-4B5E-9065-D7CB14B9FA4B}" dt="2023-05-04T09:11:47.734" v="110" actId="478"/>
            <ac:spMkLst>
              <pc:docMk/>
              <pc:sldMasterMk cId="0" sldId="2147483648"/>
              <pc:sldLayoutMk cId="1765536986" sldId="2147483650"/>
              <ac:spMk id="4" creationId="{00000000-0000-0000-0000-000000000000}"/>
            </ac:spMkLst>
          </pc:spChg>
          <pc:spChg chg="del">
            <ac:chgData name="Khang Nguyễn Tấn Trần Minh" userId="c3808258-e92d-4bf9-b981-ea938a204001" providerId="ADAL" clId="{5B6F2BE7-3D84-4B5E-9065-D7CB14B9FA4B}" dt="2023-05-04T09:11:47.734" v="110" actId="478"/>
            <ac:spMkLst>
              <pc:docMk/>
              <pc:sldMasterMk cId="0" sldId="2147483648"/>
              <pc:sldLayoutMk cId="1765536986" sldId="2147483650"/>
              <ac:spMk id="5" creationId="{00000000-0000-0000-0000-000000000000}"/>
            </ac:spMkLst>
          </pc:spChg>
        </pc:sldLayoutChg>
        <pc:sldLayoutChg chg="del">
          <pc:chgData name="Khang Nguyễn Tấn Trần Minh" userId="c3808258-e92d-4bf9-b981-ea938a204001" providerId="ADAL" clId="{5B6F2BE7-3D84-4B5E-9065-D7CB14B9FA4B}" dt="2023-05-04T08:58:42.988" v="9" actId="2696"/>
          <pc:sldLayoutMkLst>
            <pc:docMk/>
            <pc:sldMasterMk cId="0" sldId="2147483648"/>
            <pc:sldLayoutMk cId="149570494" sldId="2147483651"/>
          </pc:sldLayoutMkLst>
        </pc:sldLayoutChg>
        <pc:sldLayoutChg chg="delSp mod ord">
          <pc:chgData name="Khang Nguyễn Tấn Trần Minh" userId="c3808258-e92d-4bf9-b981-ea938a204001" providerId="ADAL" clId="{5B6F2BE7-3D84-4B5E-9065-D7CB14B9FA4B}" dt="2023-05-04T09:11:53.607" v="111" actId="478"/>
          <pc:sldLayoutMkLst>
            <pc:docMk/>
            <pc:sldMasterMk cId="0" sldId="2147483648"/>
            <pc:sldLayoutMk cId="3701271873" sldId="2147483652"/>
          </pc:sldLayoutMkLst>
          <pc:spChg chg="del">
            <ac:chgData name="Khang Nguyễn Tấn Trần Minh" userId="c3808258-e92d-4bf9-b981-ea938a204001" providerId="ADAL" clId="{5B6F2BE7-3D84-4B5E-9065-D7CB14B9FA4B}" dt="2023-05-04T09:11:53.607" v="111" actId="478"/>
            <ac:spMkLst>
              <pc:docMk/>
              <pc:sldMasterMk cId="0" sldId="2147483648"/>
              <pc:sldLayoutMk cId="3701271873" sldId="2147483652"/>
              <ac:spMk id="4" creationId="{00000000-0000-0000-0000-000000000000}"/>
            </ac:spMkLst>
          </pc:spChg>
          <pc:spChg chg="del">
            <ac:chgData name="Khang Nguyễn Tấn Trần Minh" userId="c3808258-e92d-4bf9-b981-ea938a204001" providerId="ADAL" clId="{5B6F2BE7-3D84-4B5E-9065-D7CB14B9FA4B}" dt="2023-05-04T09:11:53.607" v="111" actId="478"/>
            <ac:spMkLst>
              <pc:docMk/>
              <pc:sldMasterMk cId="0" sldId="2147483648"/>
              <pc:sldLayoutMk cId="3701271873" sldId="2147483652"/>
              <ac:spMk id="5" creationId="{00000000-0000-0000-0000-000000000000}"/>
            </ac:spMkLst>
          </pc:spChg>
        </pc:sldLayoutChg>
        <pc:sldLayoutChg chg="delSp modSp mod ord">
          <pc:chgData name="Khang Nguyễn Tấn Trần Minh" userId="c3808258-e92d-4bf9-b981-ea938a204001" providerId="ADAL" clId="{5B6F2BE7-3D84-4B5E-9065-D7CB14B9FA4B}" dt="2023-05-04T10:17:07.252" v="392" actId="6014"/>
          <pc:sldLayoutMkLst>
            <pc:docMk/>
            <pc:sldMasterMk cId="0" sldId="2147483648"/>
            <pc:sldLayoutMk cId="562599125" sldId="2147483653"/>
          </pc:sldLayoutMkLst>
          <pc:spChg chg="mod">
            <ac:chgData name="Khang Nguyễn Tấn Trần Minh" userId="c3808258-e92d-4bf9-b981-ea938a204001" providerId="ADAL" clId="{5B6F2BE7-3D84-4B5E-9065-D7CB14B9FA4B}" dt="2023-05-04T09:00:23.995" v="18" actId="6549"/>
            <ac:spMkLst>
              <pc:docMk/>
              <pc:sldMasterMk cId="0" sldId="2147483648"/>
              <pc:sldLayoutMk cId="562599125" sldId="2147483653"/>
              <ac:spMk id="3" creationId="{00000000-0000-0000-0000-000000000000}"/>
            </ac:spMkLst>
          </pc:spChg>
          <pc:spChg chg="mod">
            <ac:chgData name="Khang Nguyễn Tấn Trần Minh" userId="c3808258-e92d-4bf9-b981-ea938a204001" providerId="ADAL" clId="{5B6F2BE7-3D84-4B5E-9065-D7CB14B9FA4B}" dt="2023-05-04T09:00:21.293" v="17" actId="6549"/>
            <ac:spMkLst>
              <pc:docMk/>
              <pc:sldMasterMk cId="0" sldId="2147483648"/>
              <pc:sldLayoutMk cId="562599125" sldId="2147483653"/>
              <ac:spMk id="4" creationId="{00000000-0000-0000-0000-000000000000}"/>
            </ac:spMkLst>
          </pc:spChg>
          <pc:spChg chg="del">
            <ac:chgData name="Khang Nguyễn Tấn Trần Minh" userId="c3808258-e92d-4bf9-b981-ea938a204001" providerId="ADAL" clId="{5B6F2BE7-3D84-4B5E-9065-D7CB14B9FA4B}" dt="2023-05-04T09:12:17.202" v="115" actId="478"/>
            <ac:spMkLst>
              <pc:docMk/>
              <pc:sldMasterMk cId="0" sldId="2147483648"/>
              <pc:sldLayoutMk cId="562599125" sldId="2147483653"/>
              <ac:spMk id="5" creationId="{00000000-0000-0000-0000-000000000000}"/>
            </ac:spMkLst>
          </pc:spChg>
          <pc:spChg chg="del">
            <ac:chgData name="Khang Nguyễn Tấn Trần Minh" userId="c3808258-e92d-4bf9-b981-ea938a204001" providerId="ADAL" clId="{5B6F2BE7-3D84-4B5E-9065-D7CB14B9FA4B}" dt="2023-05-04T09:12:17.202" v="115" actId="478"/>
            <ac:spMkLst>
              <pc:docMk/>
              <pc:sldMasterMk cId="0" sldId="2147483648"/>
              <pc:sldLayoutMk cId="562599125" sldId="2147483653"/>
              <ac:spMk id="6" creationId="{00000000-0000-0000-0000-000000000000}"/>
            </ac:spMkLst>
          </pc:spChg>
        </pc:sldLayoutChg>
        <pc:sldLayoutChg chg="delSp modSp del mod">
          <pc:chgData name="Khang Nguyễn Tấn Trần Minh" userId="c3808258-e92d-4bf9-b981-ea938a204001" providerId="ADAL" clId="{5B6F2BE7-3D84-4B5E-9065-D7CB14B9FA4B}" dt="2023-05-04T09:19:13.939" v="169" actId="2696"/>
          <pc:sldLayoutMkLst>
            <pc:docMk/>
            <pc:sldMasterMk cId="0" sldId="2147483648"/>
            <pc:sldLayoutMk cId="2132287914" sldId="2147483654"/>
          </pc:sldLayoutMkLst>
          <pc:spChg chg="mod">
            <ac:chgData name="Khang Nguyễn Tấn Trần Minh" userId="c3808258-e92d-4bf9-b981-ea938a204001" providerId="ADAL" clId="{5B6F2BE7-3D84-4B5E-9065-D7CB14B9FA4B}" dt="2023-05-04T09:18:32.080" v="163" actId="6549"/>
            <ac:spMkLst>
              <pc:docMk/>
              <pc:sldMasterMk cId="0" sldId="2147483648"/>
              <pc:sldLayoutMk cId="2132287914" sldId="2147483654"/>
              <ac:spMk id="4" creationId="{00000000-0000-0000-0000-000000000000}"/>
            </ac:spMkLst>
          </pc:spChg>
          <pc:spChg chg="mod">
            <ac:chgData name="Khang Nguyễn Tấn Trần Minh" userId="c3808258-e92d-4bf9-b981-ea938a204001" providerId="ADAL" clId="{5B6F2BE7-3D84-4B5E-9065-D7CB14B9FA4B}" dt="2023-05-04T09:18:34.988" v="164" actId="6549"/>
            <ac:spMkLst>
              <pc:docMk/>
              <pc:sldMasterMk cId="0" sldId="2147483648"/>
              <pc:sldLayoutMk cId="2132287914" sldId="2147483654"/>
              <ac:spMk id="6" creationId="{00000000-0000-0000-0000-000000000000}"/>
            </ac:spMkLst>
          </pc:spChg>
          <pc:spChg chg="del">
            <ac:chgData name="Khang Nguyễn Tấn Trần Minh" userId="c3808258-e92d-4bf9-b981-ea938a204001" providerId="ADAL" clId="{5B6F2BE7-3D84-4B5E-9065-D7CB14B9FA4B}" dt="2023-05-04T09:14:58.619" v="139" actId="478"/>
            <ac:spMkLst>
              <pc:docMk/>
              <pc:sldMasterMk cId="0" sldId="2147483648"/>
              <pc:sldLayoutMk cId="2132287914" sldId="2147483654"/>
              <ac:spMk id="7" creationId="{00000000-0000-0000-0000-000000000000}"/>
            </ac:spMkLst>
          </pc:spChg>
          <pc:spChg chg="del">
            <ac:chgData name="Khang Nguyễn Tấn Trần Minh" userId="c3808258-e92d-4bf9-b981-ea938a204001" providerId="ADAL" clId="{5B6F2BE7-3D84-4B5E-9065-D7CB14B9FA4B}" dt="2023-05-04T09:14:58.619" v="139" actId="478"/>
            <ac:spMkLst>
              <pc:docMk/>
              <pc:sldMasterMk cId="0" sldId="2147483648"/>
              <pc:sldLayoutMk cId="2132287914" sldId="2147483654"/>
              <ac:spMk id="8" creationId="{00000000-0000-0000-0000-000000000000}"/>
            </ac:spMkLst>
          </pc:spChg>
        </pc:sldLayoutChg>
        <pc:sldLayoutChg chg="delSp mod">
          <pc:chgData name="Khang Nguyễn Tấn Trần Minh" userId="c3808258-e92d-4bf9-b981-ea938a204001" providerId="ADAL" clId="{5B6F2BE7-3D84-4B5E-9065-D7CB14B9FA4B}" dt="2023-05-04T09:16:06.081" v="150" actId="478"/>
          <pc:sldLayoutMkLst>
            <pc:docMk/>
            <pc:sldMasterMk cId="0" sldId="2147483648"/>
            <pc:sldLayoutMk cId="4112719614" sldId="2147483655"/>
          </pc:sldLayoutMkLst>
          <pc:spChg chg="del">
            <ac:chgData name="Khang Nguyễn Tấn Trần Minh" userId="c3808258-e92d-4bf9-b981-ea938a204001" providerId="ADAL" clId="{5B6F2BE7-3D84-4B5E-9065-D7CB14B9FA4B}" dt="2023-05-04T09:16:06.081" v="150" actId="478"/>
            <ac:spMkLst>
              <pc:docMk/>
              <pc:sldMasterMk cId="0" sldId="2147483648"/>
              <pc:sldLayoutMk cId="4112719614" sldId="2147483655"/>
              <ac:spMk id="3" creationId="{00000000-0000-0000-0000-000000000000}"/>
            </ac:spMkLst>
          </pc:spChg>
          <pc:spChg chg="del">
            <ac:chgData name="Khang Nguyễn Tấn Trần Minh" userId="c3808258-e92d-4bf9-b981-ea938a204001" providerId="ADAL" clId="{5B6F2BE7-3D84-4B5E-9065-D7CB14B9FA4B}" dt="2023-05-04T09:16:06.081" v="150" actId="478"/>
            <ac:spMkLst>
              <pc:docMk/>
              <pc:sldMasterMk cId="0" sldId="2147483648"/>
              <pc:sldLayoutMk cId="4112719614" sldId="2147483655"/>
              <ac:spMk id="4" creationId="{00000000-0000-0000-0000-000000000000}"/>
            </ac:spMkLst>
          </pc:spChg>
        </pc:sldLayoutChg>
        <pc:sldLayoutChg chg="delSp del mod">
          <pc:chgData name="Khang Nguyễn Tấn Trần Minh" userId="c3808258-e92d-4bf9-b981-ea938a204001" providerId="ADAL" clId="{5B6F2BE7-3D84-4B5E-9065-D7CB14B9FA4B}" dt="2023-05-04T09:20:57.319" v="178" actId="2696"/>
          <pc:sldLayoutMkLst>
            <pc:docMk/>
            <pc:sldMasterMk cId="0" sldId="2147483648"/>
            <pc:sldLayoutMk cId="1566854824" sldId="2147483656"/>
          </pc:sldLayoutMkLst>
          <pc:spChg chg="del">
            <ac:chgData name="Khang Nguyễn Tấn Trần Minh" userId="c3808258-e92d-4bf9-b981-ea938a204001" providerId="ADAL" clId="{5B6F2BE7-3D84-4B5E-9065-D7CB14B9FA4B}" dt="2023-05-04T09:16:09.785" v="151" actId="478"/>
            <ac:spMkLst>
              <pc:docMk/>
              <pc:sldMasterMk cId="0" sldId="2147483648"/>
              <pc:sldLayoutMk cId="1566854824" sldId="2147483656"/>
              <ac:spMk id="2" creationId="{00000000-0000-0000-0000-000000000000}"/>
            </ac:spMkLst>
          </pc:spChg>
          <pc:spChg chg="del">
            <ac:chgData name="Khang Nguyễn Tấn Trần Minh" userId="c3808258-e92d-4bf9-b981-ea938a204001" providerId="ADAL" clId="{5B6F2BE7-3D84-4B5E-9065-D7CB14B9FA4B}" dt="2023-05-04T09:16:09.785" v="151" actId="478"/>
            <ac:spMkLst>
              <pc:docMk/>
              <pc:sldMasterMk cId="0" sldId="2147483648"/>
              <pc:sldLayoutMk cId="1566854824" sldId="2147483656"/>
              <ac:spMk id="3" creationId="{00000000-0000-0000-0000-000000000000}"/>
            </ac:spMkLst>
          </pc:spChg>
        </pc:sldLayoutChg>
        <pc:sldLayoutChg chg="delSp modSp del mod">
          <pc:chgData name="Khang Nguyễn Tấn Trần Minh" userId="c3808258-e92d-4bf9-b981-ea938a204001" providerId="ADAL" clId="{5B6F2BE7-3D84-4B5E-9065-D7CB14B9FA4B}" dt="2023-05-04T09:20:32.006" v="177" actId="2696"/>
          <pc:sldLayoutMkLst>
            <pc:docMk/>
            <pc:sldMasterMk cId="0" sldId="2147483648"/>
            <pc:sldLayoutMk cId="3270007215" sldId="2147483657"/>
          </pc:sldLayoutMkLst>
          <pc:spChg chg="mod">
            <ac:chgData name="Khang Nguyễn Tấn Trần Minh" userId="c3808258-e92d-4bf9-b981-ea938a204001" providerId="ADAL" clId="{5B6F2BE7-3D84-4B5E-9065-D7CB14B9FA4B}" dt="2023-05-04T09:20:17.749" v="176" actId="14100"/>
            <ac:spMkLst>
              <pc:docMk/>
              <pc:sldMasterMk cId="0" sldId="2147483648"/>
              <pc:sldLayoutMk cId="3270007215" sldId="2147483657"/>
              <ac:spMk id="3" creationId="{00000000-0000-0000-0000-000000000000}"/>
            </ac:spMkLst>
          </pc:spChg>
          <pc:spChg chg="del">
            <ac:chgData name="Khang Nguyễn Tấn Trần Minh" userId="c3808258-e92d-4bf9-b981-ea938a204001" providerId="ADAL" clId="{5B6F2BE7-3D84-4B5E-9065-D7CB14B9FA4B}" dt="2023-05-04T09:16:14.720" v="152" actId="478"/>
            <ac:spMkLst>
              <pc:docMk/>
              <pc:sldMasterMk cId="0" sldId="2147483648"/>
              <pc:sldLayoutMk cId="3270007215" sldId="2147483657"/>
              <ac:spMk id="5" creationId="{00000000-0000-0000-0000-000000000000}"/>
            </ac:spMkLst>
          </pc:spChg>
          <pc:spChg chg="del">
            <ac:chgData name="Khang Nguyễn Tấn Trần Minh" userId="c3808258-e92d-4bf9-b981-ea938a204001" providerId="ADAL" clId="{5B6F2BE7-3D84-4B5E-9065-D7CB14B9FA4B}" dt="2023-05-04T09:16:14.720" v="152" actId="478"/>
            <ac:spMkLst>
              <pc:docMk/>
              <pc:sldMasterMk cId="0" sldId="2147483648"/>
              <pc:sldLayoutMk cId="3270007215" sldId="2147483657"/>
              <ac:spMk id="6" creationId="{00000000-0000-0000-0000-000000000000}"/>
            </ac:spMkLst>
          </pc:spChg>
        </pc:sldLayoutChg>
        <pc:sldLayoutChg chg="delSp del mod">
          <pc:chgData name="Khang Nguyễn Tấn Trần Minh" userId="c3808258-e92d-4bf9-b981-ea938a204001" providerId="ADAL" clId="{5B6F2BE7-3D84-4B5E-9065-D7CB14B9FA4B}" dt="2023-05-04T09:20:07.435" v="175" actId="2696"/>
          <pc:sldLayoutMkLst>
            <pc:docMk/>
            <pc:sldMasterMk cId="0" sldId="2147483648"/>
            <pc:sldLayoutMk cId="2769033058" sldId="2147483658"/>
          </pc:sldLayoutMkLst>
          <pc:spChg chg="del">
            <ac:chgData name="Khang Nguyễn Tấn Trần Minh" userId="c3808258-e92d-4bf9-b981-ea938a204001" providerId="ADAL" clId="{5B6F2BE7-3D84-4B5E-9065-D7CB14B9FA4B}" dt="2023-05-04T09:16:24.586" v="153" actId="478"/>
            <ac:spMkLst>
              <pc:docMk/>
              <pc:sldMasterMk cId="0" sldId="2147483648"/>
              <pc:sldLayoutMk cId="2769033058" sldId="2147483658"/>
              <ac:spMk id="5" creationId="{00000000-0000-0000-0000-000000000000}"/>
            </ac:spMkLst>
          </pc:spChg>
          <pc:spChg chg="del">
            <ac:chgData name="Khang Nguyễn Tấn Trần Minh" userId="c3808258-e92d-4bf9-b981-ea938a204001" providerId="ADAL" clId="{5B6F2BE7-3D84-4B5E-9065-D7CB14B9FA4B}" dt="2023-05-04T09:16:24.586" v="153" actId="478"/>
            <ac:spMkLst>
              <pc:docMk/>
              <pc:sldMasterMk cId="0" sldId="2147483648"/>
              <pc:sldLayoutMk cId="2769033058" sldId="2147483658"/>
              <ac:spMk id="6" creationId="{00000000-0000-0000-0000-000000000000}"/>
            </ac:spMkLst>
          </pc:spChg>
        </pc:sldLayoutChg>
        <pc:sldLayoutChg chg="delSp del mod">
          <pc:chgData name="Khang Nguyễn Tấn Trần Minh" userId="c3808258-e92d-4bf9-b981-ea938a204001" providerId="ADAL" clId="{5B6F2BE7-3D84-4B5E-9065-D7CB14B9FA4B}" dt="2023-05-04T09:19:55.939" v="173" actId="2696"/>
          <pc:sldLayoutMkLst>
            <pc:docMk/>
            <pc:sldMasterMk cId="0" sldId="2147483648"/>
            <pc:sldLayoutMk cId="99188231" sldId="2147483659"/>
          </pc:sldLayoutMkLst>
          <pc:spChg chg="del">
            <ac:chgData name="Khang Nguyễn Tấn Trần Minh" userId="c3808258-e92d-4bf9-b981-ea938a204001" providerId="ADAL" clId="{5B6F2BE7-3D84-4B5E-9065-D7CB14B9FA4B}" dt="2023-05-04T09:16:29.314" v="154" actId="478"/>
            <ac:spMkLst>
              <pc:docMk/>
              <pc:sldMasterMk cId="0" sldId="2147483648"/>
              <pc:sldLayoutMk cId="99188231" sldId="2147483659"/>
              <ac:spMk id="4" creationId="{00000000-0000-0000-0000-000000000000}"/>
            </ac:spMkLst>
          </pc:spChg>
          <pc:spChg chg="del">
            <ac:chgData name="Khang Nguyễn Tấn Trần Minh" userId="c3808258-e92d-4bf9-b981-ea938a204001" providerId="ADAL" clId="{5B6F2BE7-3D84-4B5E-9065-D7CB14B9FA4B}" dt="2023-05-04T09:16:29.314" v="154" actId="478"/>
            <ac:spMkLst>
              <pc:docMk/>
              <pc:sldMasterMk cId="0" sldId="2147483648"/>
              <pc:sldLayoutMk cId="99188231" sldId="2147483659"/>
              <ac:spMk id="5" creationId="{00000000-0000-0000-0000-000000000000}"/>
            </ac:spMkLst>
          </pc:spChg>
        </pc:sldLayoutChg>
        <pc:sldLayoutChg chg="delSp del mod">
          <pc:chgData name="Khang Nguyễn Tấn Trần Minh" userId="c3808258-e92d-4bf9-b981-ea938a204001" providerId="ADAL" clId="{5B6F2BE7-3D84-4B5E-9065-D7CB14B9FA4B}" dt="2023-05-04T09:19:59.407" v="174" actId="2696"/>
          <pc:sldLayoutMkLst>
            <pc:docMk/>
            <pc:sldMasterMk cId="0" sldId="2147483648"/>
            <pc:sldLayoutMk cId="853480290" sldId="2147483660"/>
          </pc:sldLayoutMkLst>
          <pc:spChg chg="del">
            <ac:chgData name="Khang Nguyễn Tấn Trần Minh" userId="c3808258-e92d-4bf9-b981-ea938a204001" providerId="ADAL" clId="{5B6F2BE7-3D84-4B5E-9065-D7CB14B9FA4B}" dt="2023-05-04T09:16:33.920" v="155" actId="478"/>
            <ac:spMkLst>
              <pc:docMk/>
              <pc:sldMasterMk cId="0" sldId="2147483648"/>
              <pc:sldLayoutMk cId="853480290" sldId="2147483660"/>
              <ac:spMk id="4" creationId="{00000000-0000-0000-0000-000000000000}"/>
            </ac:spMkLst>
          </pc:spChg>
          <pc:spChg chg="del">
            <ac:chgData name="Khang Nguyễn Tấn Trần Minh" userId="c3808258-e92d-4bf9-b981-ea938a204001" providerId="ADAL" clId="{5B6F2BE7-3D84-4B5E-9065-D7CB14B9FA4B}" dt="2023-05-04T09:16:33.920" v="155" actId="478"/>
            <ac:spMkLst>
              <pc:docMk/>
              <pc:sldMasterMk cId="0" sldId="2147483648"/>
              <pc:sldLayoutMk cId="853480290" sldId="2147483660"/>
              <ac:spMk id="5" creationId="{00000000-0000-0000-0000-000000000000}"/>
            </ac:spMkLst>
          </pc:spChg>
        </pc:sldLayoutChg>
        <pc:sldLayoutChg chg="modSp del mod">
          <pc:chgData name="Khang Nguyễn Tấn Trần Minh" userId="c3808258-e92d-4bf9-b981-ea938a204001" providerId="ADAL" clId="{5B6F2BE7-3D84-4B5E-9065-D7CB14B9FA4B}" dt="2023-05-04T09:21:21.601" v="180" actId="2696"/>
          <pc:sldLayoutMkLst>
            <pc:docMk/>
            <pc:sldMasterMk cId="0" sldId="2147483648"/>
            <pc:sldLayoutMk cId="3112211684" sldId="2147483661"/>
          </pc:sldLayoutMkLst>
          <pc:spChg chg="mod">
            <ac:chgData name="Khang Nguyễn Tấn Trần Minh" userId="c3808258-e92d-4bf9-b981-ea938a204001" providerId="ADAL" clId="{5B6F2BE7-3D84-4B5E-9065-D7CB14B9FA4B}" dt="2023-05-04T09:21:04.719" v="179" actId="6549"/>
            <ac:spMkLst>
              <pc:docMk/>
              <pc:sldMasterMk cId="0" sldId="2147483648"/>
              <pc:sldLayoutMk cId="3112211684" sldId="2147483661"/>
              <ac:spMk id="3" creationId="{ABE249C8-BF7A-4990-B3B9-274312BE8A3E}"/>
            </ac:spMkLst>
          </pc:spChg>
        </pc:sldLayoutChg>
        <pc:sldLayoutChg chg="del">
          <pc:chgData name="Khang Nguyễn Tấn Trần Minh" userId="c3808258-e92d-4bf9-b981-ea938a204001" providerId="ADAL" clId="{5B6F2BE7-3D84-4B5E-9065-D7CB14B9FA4B}" dt="2023-05-04T08:59:44.984" v="12" actId="2696"/>
          <pc:sldLayoutMkLst>
            <pc:docMk/>
            <pc:sldMasterMk cId="0" sldId="2147483648"/>
            <pc:sldLayoutMk cId="1774061367" sldId="2147483662"/>
          </pc:sldLayoutMkLst>
        </pc:sldLayoutChg>
        <pc:sldLayoutChg chg="del">
          <pc:chgData name="Khang Nguyễn Tấn Trần Minh" userId="c3808258-e92d-4bf9-b981-ea938a204001" providerId="ADAL" clId="{5B6F2BE7-3D84-4B5E-9065-D7CB14B9FA4B}" dt="2023-05-04T08:59:45.107" v="15" actId="2696"/>
          <pc:sldLayoutMkLst>
            <pc:docMk/>
            <pc:sldMasterMk cId="0" sldId="2147483648"/>
            <pc:sldLayoutMk cId="1400774800" sldId="2147483663"/>
          </pc:sldLayoutMkLst>
        </pc:sldLayoutChg>
        <pc:sldLayoutChg chg="del">
          <pc:chgData name="Khang Nguyễn Tấn Trần Minh" userId="c3808258-e92d-4bf9-b981-ea938a204001" providerId="ADAL" clId="{5B6F2BE7-3D84-4B5E-9065-D7CB14B9FA4B}" dt="2023-05-04T08:59:45.075" v="14" actId="2696"/>
          <pc:sldLayoutMkLst>
            <pc:docMk/>
            <pc:sldMasterMk cId="0" sldId="2147483648"/>
            <pc:sldLayoutMk cId="2425146391" sldId="2147483676"/>
          </pc:sldLayoutMkLst>
        </pc:sldLayoutChg>
        <pc:sldLayoutChg chg="delSp modSp mod">
          <pc:chgData name="Khang Nguyễn Tấn Trần Minh" userId="c3808258-e92d-4bf9-b981-ea938a204001" providerId="ADAL" clId="{5B6F2BE7-3D84-4B5E-9065-D7CB14B9FA4B}" dt="2023-05-04T10:06:16.223" v="333" actId="6014"/>
          <pc:sldLayoutMkLst>
            <pc:docMk/>
            <pc:sldMasterMk cId="0" sldId="2147483648"/>
            <pc:sldLayoutMk cId="1605361444" sldId="2147483677"/>
          </pc:sldLayoutMkLst>
          <pc:spChg chg="mod">
            <ac:chgData name="Khang Nguyễn Tấn Trần Minh" userId="c3808258-e92d-4bf9-b981-ea938a204001" providerId="ADAL" clId="{5B6F2BE7-3D84-4B5E-9065-D7CB14B9FA4B}" dt="2023-05-04T08:57:57.735" v="6" actId="6549"/>
            <ac:spMkLst>
              <pc:docMk/>
              <pc:sldMasterMk cId="0" sldId="2147483648"/>
              <pc:sldLayoutMk cId="1605361444" sldId="2147483677"/>
              <ac:spMk id="3" creationId="{00000000-0000-0000-0000-000000000000}"/>
            </ac:spMkLst>
          </pc:spChg>
          <pc:spChg chg="del">
            <ac:chgData name="Khang Nguyễn Tấn Trần Minh" userId="c3808258-e92d-4bf9-b981-ea938a204001" providerId="ADAL" clId="{5B6F2BE7-3D84-4B5E-9065-D7CB14B9FA4B}" dt="2023-05-04T09:12:04.910" v="112" actId="478"/>
            <ac:spMkLst>
              <pc:docMk/>
              <pc:sldMasterMk cId="0" sldId="2147483648"/>
              <pc:sldLayoutMk cId="1605361444" sldId="2147483677"/>
              <ac:spMk id="5" creationId="{00000000-0000-0000-0000-000000000000}"/>
            </ac:spMkLst>
          </pc:spChg>
          <pc:spChg chg="del">
            <ac:chgData name="Khang Nguyễn Tấn Trần Minh" userId="c3808258-e92d-4bf9-b981-ea938a204001" providerId="ADAL" clId="{5B6F2BE7-3D84-4B5E-9065-D7CB14B9FA4B}" dt="2023-05-04T09:12:04.910" v="112" actId="478"/>
            <ac:spMkLst>
              <pc:docMk/>
              <pc:sldMasterMk cId="0" sldId="2147483648"/>
              <pc:sldLayoutMk cId="1605361444" sldId="2147483677"/>
              <ac:spMk id="6" creationId="{00000000-0000-0000-0000-000000000000}"/>
            </ac:spMkLst>
          </pc:spChg>
        </pc:sldLayoutChg>
        <pc:sldLayoutChg chg="del">
          <pc:chgData name="Khang Nguyễn Tấn Trần Minh" userId="c3808258-e92d-4bf9-b981-ea938a204001" providerId="ADAL" clId="{5B6F2BE7-3D84-4B5E-9065-D7CB14B9FA4B}" dt="2023-05-04T08:59:45.027" v="13" actId="2696"/>
          <pc:sldLayoutMkLst>
            <pc:docMk/>
            <pc:sldMasterMk cId="0" sldId="2147483648"/>
            <pc:sldLayoutMk cId="3023345052" sldId="2147483678"/>
          </pc:sldLayoutMkLst>
        </pc:sldLayoutChg>
        <pc:sldLayoutChg chg="del">
          <pc:chgData name="Khang Nguyễn Tấn Trần Minh" userId="c3808258-e92d-4bf9-b981-ea938a204001" providerId="ADAL" clId="{5B6F2BE7-3D84-4B5E-9065-D7CB14B9FA4B}" dt="2023-05-04T09:02:55.505" v="28" actId="2696"/>
          <pc:sldLayoutMkLst>
            <pc:docMk/>
            <pc:sldMasterMk cId="0" sldId="2147483648"/>
            <pc:sldLayoutMk cId="3194170472" sldId="2147483679"/>
          </pc:sldLayoutMkLst>
        </pc:sldLayoutChg>
        <pc:sldLayoutChg chg="delSp modSp del mod">
          <pc:chgData name="Khang Nguyễn Tấn Trần Minh" userId="c3808258-e92d-4bf9-b981-ea938a204001" providerId="ADAL" clId="{5B6F2BE7-3D84-4B5E-9065-D7CB14B9FA4B}" dt="2023-05-04T09:19:13.978" v="170" actId="2696"/>
          <pc:sldLayoutMkLst>
            <pc:docMk/>
            <pc:sldMasterMk cId="0" sldId="2147483648"/>
            <pc:sldLayoutMk cId="2792634591" sldId="2147483680"/>
          </pc:sldLayoutMkLst>
          <pc:spChg chg="mod">
            <ac:chgData name="Khang Nguyễn Tấn Trần Minh" userId="c3808258-e92d-4bf9-b981-ea938a204001" providerId="ADAL" clId="{5B6F2BE7-3D84-4B5E-9065-D7CB14B9FA4B}" dt="2023-05-04T09:15:15.331" v="142" actId="6549"/>
            <ac:spMkLst>
              <pc:docMk/>
              <pc:sldMasterMk cId="0" sldId="2147483648"/>
              <pc:sldLayoutMk cId="2792634591" sldId="2147483680"/>
              <ac:spMk id="4" creationId="{00000000-0000-0000-0000-000000000000}"/>
            </ac:spMkLst>
          </pc:spChg>
          <pc:spChg chg="mod">
            <ac:chgData name="Khang Nguyễn Tấn Trần Minh" userId="c3808258-e92d-4bf9-b981-ea938a204001" providerId="ADAL" clId="{5B6F2BE7-3D84-4B5E-9065-D7CB14B9FA4B}" dt="2023-05-04T09:15:18.337" v="143" actId="6549"/>
            <ac:spMkLst>
              <pc:docMk/>
              <pc:sldMasterMk cId="0" sldId="2147483648"/>
              <pc:sldLayoutMk cId="2792634591" sldId="2147483680"/>
              <ac:spMk id="6" creationId="{00000000-0000-0000-0000-000000000000}"/>
            </ac:spMkLst>
          </pc:spChg>
          <pc:spChg chg="del">
            <ac:chgData name="Khang Nguyễn Tấn Trần Minh" userId="c3808258-e92d-4bf9-b981-ea938a204001" providerId="ADAL" clId="{5B6F2BE7-3D84-4B5E-9065-D7CB14B9FA4B}" dt="2023-05-04T09:15:08.852" v="141" actId="478"/>
            <ac:spMkLst>
              <pc:docMk/>
              <pc:sldMasterMk cId="0" sldId="2147483648"/>
              <pc:sldLayoutMk cId="2792634591" sldId="2147483680"/>
              <ac:spMk id="7" creationId="{00000000-0000-0000-0000-000000000000}"/>
            </ac:spMkLst>
          </pc:spChg>
          <pc:spChg chg="del">
            <ac:chgData name="Khang Nguyễn Tấn Trần Minh" userId="c3808258-e92d-4bf9-b981-ea938a204001" providerId="ADAL" clId="{5B6F2BE7-3D84-4B5E-9065-D7CB14B9FA4B}" dt="2023-05-04T09:15:08.852" v="141" actId="478"/>
            <ac:spMkLst>
              <pc:docMk/>
              <pc:sldMasterMk cId="0" sldId="2147483648"/>
              <pc:sldLayoutMk cId="2792634591" sldId="2147483680"/>
              <ac:spMk id="8" creationId="{00000000-0000-0000-0000-000000000000}"/>
            </ac:spMkLst>
          </pc:spChg>
        </pc:sldLayoutChg>
        <pc:sldLayoutChg chg="delSp modSp del mod">
          <pc:chgData name="Khang Nguyễn Tấn Trần Minh" userId="c3808258-e92d-4bf9-b981-ea938a204001" providerId="ADAL" clId="{5B6F2BE7-3D84-4B5E-9065-D7CB14B9FA4B}" dt="2023-05-04T09:18:48.719" v="167" actId="2696"/>
          <pc:sldLayoutMkLst>
            <pc:docMk/>
            <pc:sldMasterMk cId="0" sldId="2147483648"/>
            <pc:sldLayoutMk cId="3621836187" sldId="2147483681"/>
          </pc:sldLayoutMkLst>
          <pc:spChg chg="mod">
            <ac:chgData name="Khang Nguyễn Tấn Trần Minh" userId="c3808258-e92d-4bf9-b981-ea938a204001" providerId="ADAL" clId="{5B6F2BE7-3D84-4B5E-9065-D7CB14B9FA4B}" dt="2023-05-04T09:18:42.175" v="165" actId="6549"/>
            <ac:spMkLst>
              <pc:docMk/>
              <pc:sldMasterMk cId="0" sldId="2147483648"/>
              <pc:sldLayoutMk cId="3621836187" sldId="2147483681"/>
              <ac:spMk id="4" creationId="{00000000-0000-0000-0000-000000000000}"/>
            </ac:spMkLst>
          </pc:spChg>
          <pc:spChg chg="mod">
            <ac:chgData name="Khang Nguyễn Tấn Trần Minh" userId="c3808258-e92d-4bf9-b981-ea938a204001" providerId="ADAL" clId="{5B6F2BE7-3D84-4B5E-9065-D7CB14B9FA4B}" dt="2023-05-04T09:18:45.517" v="166" actId="6549"/>
            <ac:spMkLst>
              <pc:docMk/>
              <pc:sldMasterMk cId="0" sldId="2147483648"/>
              <pc:sldLayoutMk cId="3621836187" sldId="2147483681"/>
              <ac:spMk id="6" creationId="{00000000-0000-0000-0000-000000000000}"/>
            </ac:spMkLst>
          </pc:spChg>
          <pc:spChg chg="del">
            <ac:chgData name="Khang Nguyễn Tấn Trần Minh" userId="c3808258-e92d-4bf9-b981-ea938a204001" providerId="ADAL" clId="{5B6F2BE7-3D84-4B5E-9065-D7CB14B9FA4B}" dt="2023-05-04T09:15:02.696" v="140" actId="478"/>
            <ac:spMkLst>
              <pc:docMk/>
              <pc:sldMasterMk cId="0" sldId="2147483648"/>
              <pc:sldLayoutMk cId="3621836187" sldId="2147483681"/>
              <ac:spMk id="7" creationId="{00000000-0000-0000-0000-000000000000}"/>
            </ac:spMkLst>
          </pc:spChg>
          <pc:spChg chg="del">
            <ac:chgData name="Khang Nguyễn Tấn Trần Minh" userId="c3808258-e92d-4bf9-b981-ea938a204001" providerId="ADAL" clId="{5B6F2BE7-3D84-4B5E-9065-D7CB14B9FA4B}" dt="2023-05-04T09:15:02.696" v="140" actId="478"/>
            <ac:spMkLst>
              <pc:docMk/>
              <pc:sldMasterMk cId="0" sldId="2147483648"/>
              <pc:sldLayoutMk cId="3621836187" sldId="2147483681"/>
              <ac:spMk id="8" creationId="{00000000-0000-0000-0000-000000000000}"/>
            </ac:spMkLst>
          </pc:spChg>
        </pc:sldLayoutChg>
        <pc:sldLayoutChg chg="delSp modSp del mod">
          <pc:chgData name="Khang Nguyễn Tấn Trần Minh" userId="c3808258-e92d-4bf9-b981-ea938a204001" providerId="ADAL" clId="{5B6F2BE7-3D84-4B5E-9065-D7CB14B9FA4B}" dt="2023-05-04T09:19:14.018" v="171" actId="2696"/>
          <pc:sldLayoutMkLst>
            <pc:docMk/>
            <pc:sldMasterMk cId="0" sldId="2147483648"/>
            <pc:sldLayoutMk cId="3893050084" sldId="2147483682"/>
          </pc:sldLayoutMkLst>
          <pc:spChg chg="mod">
            <ac:chgData name="Khang Nguyễn Tấn Trần Minh" userId="c3808258-e92d-4bf9-b981-ea938a204001" providerId="ADAL" clId="{5B6F2BE7-3D84-4B5E-9065-D7CB14B9FA4B}" dt="2023-05-04T09:15:24.033" v="144" actId="6549"/>
            <ac:spMkLst>
              <pc:docMk/>
              <pc:sldMasterMk cId="0" sldId="2147483648"/>
              <pc:sldLayoutMk cId="3893050084" sldId="2147483682"/>
              <ac:spMk id="4" creationId="{00000000-0000-0000-0000-000000000000}"/>
            </ac:spMkLst>
          </pc:spChg>
          <pc:spChg chg="mod">
            <ac:chgData name="Khang Nguyễn Tấn Trần Minh" userId="c3808258-e92d-4bf9-b981-ea938a204001" providerId="ADAL" clId="{5B6F2BE7-3D84-4B5E-9065-D7CB14B9FA4B}" dt="2023-05-04T09:15:28.421" v="145" actId="6549"/>
            <ac:spMkLst>
              <pc:docMk/>
              <pc:sldMasterMk cId="0" sldId="2147483648"/>
              <pc:sldLayoutMk cId="3893050084" sldId="2147483682"/>
              <ac:spMk id="6" creationId="{00000000-0000-0000-0000-000000000000}"/>
            </ac:spMkLst>
          </pc:spChg>
          <pc:spChg chg="del">
            <ac:chgData name="Khang Nguyễn Tấn Trần Minh" userId="c3808258-e92d-4bf9-b981-ea938a204001" providerId="ADAL" clId="{5B6F2BE7-3D84-4B5E-9065-D7CB14B9FA4B}" dt="2023-05-04T09:15:57.811" v="149" actId="478"/>
            <ac:spMkLst>
              <pc:docMk/>
              <pc:sldMasterMk cId="0" sldId="2147483648"/>
              <pc:sldLayoutMk cId="3893050084" sldId="2147483682"/>
              <ac:spMk id="7" creationId="{00000000-0000-0000-0000-000000000000}"/>
            </ac:spMkLst>
          </pc:spChg>
          <pc:spChg chg="del">
            <ac:chgData name="Khang Nguyễn Tấn Trần Minh" userId="c3808258-e92d-4bf9-b981-ea938a204001" providerId="ADAL" clId="{5B6F2BE7-3D84-4B5E-9065-D7CB14B9FA4B}" dt="2023-05-04T09:15:57.811" v="149" actId="478"/>
            <ac:spMkLst>
              <pc:docMk/>
              <pc:sldMasterMk cId="0" sldId="2147483648"/>
              <pc:sldLayoutMk cId="3893050084" sldId="2147483682"/>
              <ac:spMk id="8" creationId="{00000000-0000-0000-0000-000000000000}"/>
            </ac:spMkLst>
          </pc:spChg>
        </pc:sldLayoutChg>
        <pc:sldLayoutChg chg="delSp modSp del mod">
          <pc:chgData name="Khang Nguyễn Tấn Trần Minh" userId="c3808258-e92d-4bf9-b981-ea938a204001" providerId="ADAL" clId="{5B6F2BE7-3D84-4B5E-9065-D7CB14B9FA4B}" dt="2023-05-04T09:19:07.647" v="168" actId="2696"/>
          <pc:sldLayoutMkLst>
            <pc:docMk/>
            <pc:sldMasterMk cId="0" sldId="2147483648"/>
            <pc:sldLayoutMk cId="2145515960" sldId="2147483683"/>
          </pc:sldLayoutMkLst>
          <pc:spChg chg="mod">
            <ac:chgData name="Khang Nguyễn Tấn Trần Minh" userId="c3808258-e92d-4bf9-b981-ea938a204001" providerId="ADAL" clId="{5B6F2BE7-3D84-4B5E-9065-D7CB14B9FA4B}" dt="2023-05-04T09:15:35.179" v="146" actId="6549"/>
            <ac:spMkLst>
              <pc:docMk/>
              <pc:sldMasterMk cId="0" sldId="2147483648"/>
              <pc:sldLayoutMk cId="2145515960" sldId="2147483683"/>
              <ac:spMk id="4" creationId="{00000000-0000-0000-0000-000000000000}"/>
            </ac:spMkLst>
          </pc:spChg>
          <pc:spChg chg="mod">
            <ac:chgData name="Khang Nguyễn Tấn Trần Minh" userId="c3808258-e92d-4bf9-b981-ea938a204001" providerId="ADAL" clId="{5B6F2BE7-3D84-4B5E-9065-D7CB14B9FA4B}" dt="2023-05-04T09:15:38.462" v="147" actId="6549"/>
            <ac:spMkLst>
              <pc:docMk/>
              <pc:sldMasterMk cId="0" sldId="2147483648"/>
              <pc:sldLayoutMk cId="2145515960" sldId="2147483683"/>
              <ac:spMk id="6" creationId="{00000000-0000-0000-0000-000000000000}"/>
            </ac:spMkLst>
          </pc:spChg>
          <pc:spChg chg="del">
            <ac:chgData name="Khang Nguyễn Tấn Trần Minh" userId="c3808258-e92d-4bf9-b981-ea938a204001" providerId="ADAL" clId="{5B6F2BE7-3D84-4B5E-9065-D7CB14B9FA4B}" dt="2023-05-04T09:15:49.833" v="148" actId="478"/>
            <ac:spMkLst>
              <pc:docMk/>
              <pc:sldMasterMk cId="0" sldId="2147483648"/>
              <pc:sldLayoutMk cId="2145515960" sldId="2147483683"/>
              <ac:spMk id="7" creationId="{00000000-0000-0000-0000-000000000000}"/>
            </ac:spMkLst>
          </pc:spChg>
          <pc:spChg chg="del">
            <ac:chgData name="Khang Nguyễn Tấn Trần Minh" userId="c3808258-e92d-4bf9-b981-ea938a204001" providerId="ADAL" clId="{5B6F2BE7-3D84-4B5E-9065-D7CB14B9FA4B}" dt="2023-05-04T09:15:49.833" v="148" actId="478"/>
            <ac:spMkLst>
              <pc:docMk/>
              <pc:sldMasterMk cId="0" sldId="2147483648"/>
              <pc:sldLayoutMk cId="2145515960" sldId="2147483683"/>
              <ac:spMk id="8" creationId="{00000000-0000-0000-0000-000000000000}"/>
            </ac:spMkLst>
          </pc:spChg>
        </pc:sldLayoutChg>
        <pc:sldLayoutChg chg="del">
          <pc:chgData name="Khang Nguyễn Tấn Trần Minh" userId="c3808258-e92d-4bf9-b981-ea938a204001" providerId="ADAL" clId="{5B6F2BE7-3D84-4B5E-9065-D7CB14B9FA4B}" dt="2023-05-04T09:02:55.632" v="31" actId="2696"/>
          <pc:sldLayoutMkLst>
            <pc:docMk/>
            <pc:sldMasterMk cId="0" sldId="2147483648"/>
            <pc:sldLayoutMk cId="99894408" sldId="2147483684"/>
          </pc:sldLayoutMkLst>
        </pc:sldLayoutChg>
        <pc:sldLayoutChg chg="delSp modSp mod">
          <pc:chgData name="Khang Nguyễn Tấn Trần Minh" userId="c3808258-e92d-4bf9-b981-ea938a204001" providerId="ADAL" clId="{5B6F2BE7-3D84-4B5E-9065-D7CB14B9FA4B}" dt="2023-05-04T10:20:49.418" v="417" actId="6014"/>
          <pc:sldLayoutMkLst>
            <pc:docMk/>
            <pc:sldMasterMk cId="0" sldId="2147483648"/>
            <pc:sldLayoutMk cId="53865494" sldId="2147483686"/>
          </pc:sldLayoutMkLst>
          <pc:spChg chg="mod">
            <ac:chgData name="Khang Nguyễn Tấn Trần Minh" userId="c3808258-e92d-4bf9-b981-ea938a204001" providerId="ADAL" clId="{5B6F2BE7-3D84-4B5E-9065-D7CB14B9FA4B}" dt="2023-05-04T09:24:06.271" v="188" actId="14100"/>
            <ac:spMkLst>
              <pc:docMk/>
              <pc:sldMasterMk cId="0" sldId="2147483648"/>
              <pc:sldLayoutMk cId="53865494" sldId="2147483686"/>
              <ac:spMk id="3" creationId="{00000000-0000-0000-0000-000000000000}"/>
            </ac:spMkLst>
          </pc:spChg>
          <pc:spChg chg="del">
            <ac:chgData name="Khang Nguyễn Tấn Trần Minh" userId="c3808258-e92d-4bf9-b981-ea938a204001" providerId="ADAL" clId="{5B6F2BE7-3D84-4B5E-9065-D7CB14B9FA4B}" dt="2023-05-04T09:13:48.257" v="128" actId="478"/>
            <ac:spMkLst>
              <pc:docMk/>
              <pc:sldMasterMk cId="0" sldId="2147483648"/>
              <pc:sldLayoutMk cId="53865494" sldId="2147483686"/>
              <ac:spMk id="5" creationId="{00000000-0000-0000-0000-000000000000}"/>
            </ac:spMkLst>
          </pc:spChg>
          <pc:spChg chg="del">
            <ac:chgData name="Khang Nguyễn Tấn Trần Minh" userId="c3808258-e92d-4bf9-b981-ea938a204001" providerId="ADAL" clId="{5B6F2BE7-3D84-4B5E-9065-D7CB14B9FA4B}" dt="2023-05-04T09:13:48.257" v="128" actId="478"/>
            <ac:spMkLst>
              <pc:docMk/>
              <pc:sldMasterMk cId="0" sldId="2147483648"/>
              <pc:sldLayoutMk cId="53865494" sldId="2147483686"/>
              <ac:spMk id="6" creationId="{00000000-0000-0000-0000-000000000000}"/>
            </ac:spMkLst>
          </pc:spChg>
          <pc:spChg chg="mod">
            <ac:chgData name="Khang Nguyễn Tấn Trần Minh" userId="c3808258-e92d-4bf9-b981-ea938a204001" providerId="ADAL" clId="{5B6F2BE7-3D84-4B5E-9065-D7CB14B9FA4B}" dt="2023-05-04T09:24:06.271" v="188" actId="14100"/>
            <ac:spMkLst>
              <pc:docMk/>
              <pc:sldMasterMk cId="0" sldId="2147483648"/>
              <pc:sldLayoutMk cId="53865494" sldId="2147483686"/>
              <ac:spMk id="7" creationId="{9FCB7F62-31CE-479A-B75D-E680BBC27871}"/>
            </ac:spMkLst>
          </pc:spChg>
          <pc:spChg chg="del">
            <ac:chgData name="Khang Nguyễn Tấn Trần Minh" userId="c3808258-e92d-4bf9-b981-ea938a204001" providerId="ADAL" clId="{5B6F2BE7-3D84-4B5E-9065-D7CB14B9FA4B}" dt="2023-05-04T09:23:32.526" v="186" actId="478"/>
            <ac:spMkLst>
              <pc:docMk/>
              <pc:sldMasterMk cId="0" sldId="2147483648"/>
              <pc:sldLayoutMk cId="53865494" sldId="2147483686"/>
              <ac:spMk id="8" creationId="{96160E72-CB3B-4B35-B991-A52F0E9D9B5B}"/>
            </ac:spMkLst>
          </pc:spChg>
          <pc:spChg chg="mod">
            <ac:chgData name="Khang Nguyễn Tấn Trần Minh" userId="c3808258-e92d-4bf9-b981-ea938a204001" providerId="ADAL" clId="{5B6F2BE7-3D84-4B5E-9065-D7CB14B9FA4B}" dt="2023-05-04T09:24:06.271" v="188" actId="14100"/>
            <ac:spMkLst>
              <pc:docMk/>
              <pc:sldMasterMk cId="0" sldId="2147483648"/>
              <pc:sldLayoutMk cId="53865494" sldId="2147483686"/>
              <ac:spMk id="9" creationId="{90AFCEF9-0FFB-4670-A771-DA310A1C55BF}"/>
            </ac:spMkLst>
          </pc:spChg>
        </pc:sldLayoutChg>
        <pc:sldLayoutChg chg="delSp modSp mod">
          <pc:chgData name="Khang Nguyễn Tấn Trần Minh" userId="c3808258-e92d-4bf9-b981-ea938a204001" providerId="ADAL" clId="{5B6F2BE7-3D84-4B5E-9065-D7CB14B9FA4B}" dt="2023-05-04T10:21:43.122" v="424" actId="6014"/>
          <pc:sldLayoutMkLst>
            <pc:docMk/>
            <pc:sldMasterMk cId="0" sldId="2147483648"/>
            <pc:sldLayoutMk cId="1809676352" sldId="2147483687"/>
          </pc:sldLayoutMkLst>
          <pc:spChg chg="del">
            <ac:chgData name="Khang Nguyễn Tấn Trần Minh" userId="c3808258-e92d-4bf9-b981-ea938a204001" providerId="ADAL" clId="{5B6F2BE7-3D84-4B5E-9065-D7CB14B9FA4B}" dt="2023-05-04T09:14:51.273" v="138" actId="478"/>
            <ac:spMkLst>
              <pc:docMk/>
              <pc:sldMasterMk cId="0" sldId="2147483648"/>
              <pc:sldLayoutMk cId="1809676352" sldId="2147483687"/>
              <ac:spMk id="5" creationId="{00000000-0000-0000-0000-000000000000}"/>
            </ac:spMkLst>
          </pc:spChg>
          <pc:spChg chg="del">
            <ac:chgData name="Khang Nguyễn Tấn Trần Minh" userId="c3808258-e92d-4bf9-b981-ea938a204001" providerId="ADAL" clId="{5B6F2BE7-3D84-4B5E-9065-D7CB14B9FA4B}" dt="2023-05-04T09:14:51.273" v="138" actId="478"/>
            <ac:spMkLst>
              <pc:docMk/>
              <pc:sldMasterMk cId="0" sldId="2147483648"/>
              <pc:sldLayoutMk cId="1809676352" sldId="2147483687"/>
              <ac:spMk id="6" creationId="{00000000-0000-0000-0000-000000000000}"/>
            </ac:spMkLst>
          </pc:spChg>
          <pc:spChg chg="mod">
            <ac:chgData name="Khang Nguyễn Tấn Trần Minh" userId="c3808258-e92d-4bf9-b981-ea938a204001" providerId="ADAL" clId="{5B6F2BE7-3D84-4B5E-9065-D7CB14B9FA4B}" dt="2023-05-04T09:18:20.900" v="162" actId="20577"/>
            <ac:spMkLst>
              <pc:docMk/>
              <pc:sldMasterMk cId="0" sldId="2147483648"/>
              <pc:sldLayoutMk cId="1809676352" sldId="2147483687"/>
              <ac:spMk id="26" creationId="{C22FA758-800C-4200-9C64-1F16B8C51CA7}"/>
            </ac:spMkLst>
          </pc:spChg>
        </pc:sldLayoutChg>
        <pc:sldLayoutChg chg="delSp modSp mod">
          <pc:chgData name="Khang Nguyễn Tấn Trần Minh" userId="c3808258-e92d-4bf9-b981-ea938a204001" providerId="ADAL" clId="{5B6F2BE7-3D84-4B5E-9065-D7CB14B9FA4B}" dt="2023-05-04T10:21:29.863" v="422" actId="6014"/>
          <pc:sldLayoutMkLst>
            <pc:docMk/>
            <pc:sldMasterMk cId="0" sldId="2147483648"/>
            <pc:sldLayoutMk cId="2306970055" sldId="2147483688"/>
          </pc:sldLayoutMkLst>
          <pc:spChg chg="mod">
            <ac:chgData name="Khang Nguyễn Tấn Trần Minh" userId="c3808258-e92d-4bf9-b981-ea938a204001" providerId="ADAL" clId="{5B6F2BE7-3D84-4B5E-9065-D7CB14B9FA4B}" dt="2023-05-04T09:14:25.914" v="134" actId="6549"/>
            <ac:spMkLst>
              <pc:docMk/>
              <pc:sldMasterMk cId="0" sldId="2147483648"/>
              <pc:sldLayoutMk cId="2306970055" sldId="2147483688"/>
              <ac:spMk id="3" creationId="{00000000-0000-0000-0000-000000000000}"/>
            </ac:spMkLst>
          </pc:spChg>
          <pc:spChg chg="del">
            <ac:chgData name="Khang Nguyễn Tấn Trần Minh" userId="c3808258-e92d-4bf9-b981-ea938a204001" providerId="ADAL" clId="{5B6F2BE7-3D84-4B5E-9065-D7CB14B9FA4B}" dt="2023-05-04T09:14:46.606" v="137" actId="478"/>
            <ac:spMkLst>
              <pc:docMk/>
              <pc:sldMasterMk cId="0" sldId="2147483648"/>
              <pc:sldLayoutMk cId="2306970055" sldId="2147483688"/>
              <ac:spMk id="5" creationId="{00000000-0000-0000-0000-000000000000}"/>
            </ac:spMkLst>
          </pc:spChg>
          <pc:spChg chg="del">
            <ac:chgData name="Khang Nguyễn Tấn Trần Minh" userId="c3808258-e92d-4bf9-b981-ea938a204001" providerId="ADAL" clId="{5B6F2BE7-3D84-4B5E-9065-D7CB14B9FA4B}" dt="2023-05-04T09:14:46.606" v="137" actId="478"/>
            <ac:spMkLst>
              <pc:docMk/>
              <pc:sldMasterMk cId="0" sldId="2147483648"/>
              <pc:sldLayoutMk cId="2306970055" sldId="2147483688"/>
              <ac:spMk id="6" creationId="{00000000-0000-0000-0000-000000000000}"/>
            </ac:spMkLst>
          </pc:spChg>
          <pc:spChg chg="mod">
            <ac:chgData name="Khang Nguyễn Tấn Trần Minh" userId="c3808258-e92d-4bf9-b981-ea938a204001" providerId="ADAL" clId="{5B6F2BE7-3D84-4B5E-9065-D7CB14B9FA4B}" dt="2023-05-04T09:14:21.272" v="133" actId="6549"/>
            <ac:spMkLst>
              <pc:docMk/>
              <pc:sldMasterMk cId="0" sldId="2147483648"/>
              <pc:sldLayoutMk cId="2306970055" sldId="2147483688"/>
              <ac:spMk id="7" creationId="{1E586163-080C-4D92-9FF5-83B9A124C31B}"/>
            </ac:spMkLst>
          </pc:spChg>
          <pc:spChg chg="mod">
            <ac:chgData name="Khang Nguyễn Tấn Trần Minh" userId="c3808258-e92d-4bf9-b981-ea938a204001" providerId="ADAL" clId="{5B6F2BE7-3D84-4B5E-9065-D7CB14B9FA4B}" dt="2023-05-04T09:14:29.242" v="135" actId="6549"/>
            <ac:spMkLst>
              <pc:docMk/>
              <pc:sldMasterMk cId="0" sldId="2147483648"/>
              <pc:sldLayoutMk cId="2306970055" sldId="2147483688"/>
              <ac:spMk id="8" creationId="{60879BDB-29CC-404E-9DCA-E89C7B9070DD}"/>
            </ac:spMkLst>
          </pc:spChg>
          <pc:spChg chg="mod">
            <ac:chgData name="Khang Nguyễn Tấn Trần Minh" userId="c3808258-e92d-4bf9-b981-ea938a204001" providerId="ADAL" clId="{5B6F2BE7-3D84-4B5E-9065-D7CB14B9FA4B}" dt="2023-05-04T09:14:32.967" v="136" actId="6549"/>
            <ac:spMkLst>
              <pc:docMk/>
              <pc:sldMasterMk cId="0" sldId="2147483648"/>
              <pc:sldLayoutMk cId="2306970055" sldId="2147483688"/>
              <ac:spMk id="9" creationId="{2494B703-5983-4A4F-B197-D2C64EAA9F6A}"/>
            </ac:spMkLst>
          </pc:spChg>
        </pc:sldLayoutChg>
        <pc:sldLayoutChg chg="modSp del mod">
          <pc:chgData name="Khang Nguyễn Tấn Trần Minh" userId="c3808258-e92d-4bf9-b981-ea938a204001" providerId="ADAL" clId="{5B6F2BE7-3D84-4B5E-9065-D7CB14B9FA4B}" dt="2023-05-04T08:58:42.968" v="8" actId="2696"/>
          <pc:sldLayoutMkLst>
            <pc:docMk/>
            <pc:sldMasterMk cId="0" sldId="2147483648"/>
            <pc:sldLayoutMk cId="2322547086" sldId="2147483689"/>
          </pc:sldLayoutMkLst>
          <pc:spChg chg="mod">
            <ac:chgData name="Khang Nguyễn Tấn Trần Minh" userId="c3808258-e92d-4bf9-b981-ea938a204001" providerId="ADAL" clId="{5B6F2BE7-3D84-4B5E-9065-D7CB14B9FA4B}" dt="2023-05-04T08:58:11.239" v="7" actId="6549"/>
            <ac:spMkLst>
              <pc:docMk/>
              <pc:sldMasterMk cId="0" sldId="2147483648"/>
              <pc:sldLayoutMk cId="2322547086" sldId="2147483689"/>
              <ac:spMk id="3" creationId="{00000000-0000-0000-0000-000000000000}"/>
            </ac:spMkLst>
          </pc:spChg>
        </pc:sldLayoutChg>
        <pc:sldLayoutChg chg="del">
          <pc:chgData name="Khang Nguyễn Tấn Trần Minh" userId="c3808258-e92d-4bf9-b981-ea938a204001" providerId="ADAL" clId="{5B6F2BE7-3D84-4B5E-9065-D7CB14B9FA4B}" dt="2023-05-04T08:57:47.804" v="5" actId="2696"/>
          <pc:sldLayoutMkLst>
            <pc:docMk/>
            <pc:sldMasterMk cId="0" sldId="2147483648"/>
            <pc:sldLayoutMk cId="1526738733" sldId="2147483690"/>
          </pc:sldLayoutMkLst>
        </pc:sldLayoutChg>
        <pc:sldLayoutChg chg="delSp modSp mod">
          <pc:chgData name="Khang Nguyễn Tấn Trần Minh" userId="c3808258-e92d-4bf9-b981-ea938a204001" providerId="ADAL" clId="{5B6F2BE7-3D84-4B5E-9065-D7CB14B9FA4B}" dt="2023-05-04T10:06:30.369" v="334" actId="6014"/>
          <pc:sldLayoutMkLst>
            <pc:docMk/>
            <pc:sldMasterMk cId="0" sldId="2147483648"/>
            <pc:sldLayoutMk cId="1807831205" sldId="2147483691"/>
          </pc:sldLayoutMkLst>
          <pc:spChg chg="mod">
            <ac:chgData name="Khang Nguyễn Tấn Trần Minh" userId="c3808258-e92d-4bf9-b981-ea938a204001" providerId="ADAL" clId="{5B6F2BE7-3D84-4B5E-9065-D7CB14B9FA4B}" dt="2023-05-04T08:57:14.948" v="2" actId="2711"/>
            <ac:spMkLst>
              <pc:docMk/>
              <pc:sldMasterMk cId="0" sldId="2147483648"/>
              <pc:sldLayoutMk cId="1807831205" sldId="2147483691"/>
              <ac:spMk id="3" creationId="{00000000-0000-0000-0000-000000000000}"/>
            </ac:spMkLst>
          </pc:spChg>
          <pc:spChg chg="del">
            <ac:chgData name="Khang Nguyễn Tấn Trần Minh" userId="c3808258-e92d-4bf9-b981-ea938a204001" providerId="ADAL" clId="{5B6F2BE7-3D84-4B5E-9065-D7CB14B9FA4B}" dt="2023-05-04T09:12:09.044" v="113" actId="478"/>
            <ac:spMkLst>
              <pc:docMk/>
              <pc:sldMasterMk cId="0" sldId="2147483648"/>
              <pc:sldLayoutMk cId="1807831205" sldId="2147483691"/>
              <ac:spMk id="4" creationId="{00000000-0000-0000-0000-000000000000}"/>
            </ac:spMkLst>
          </pc:spChg>
          <pc:spChg chg="del">
            <ac:chgData name="Khang Nguyễn Tấn Trần Minh" userId="c3808258-e92d-4bf9-b981-ea938a204001" providerId="ADAL" clId="{5B6F2BE7-3D84-4B5E-9065-D7CB14B9FA4B}" dt="2023-05-04T09:12:09.044" v="113" actId="478"/>
            <ac:spMkLst>
              <pc:docMk/>
              <pc:sldMasterMk cId="0" sldId="2147483648"/>
              <pc:sldLayoutMk cId="1807831205" sldId="2147483691"/>
              <ac:spMk id="5" creationId="{00000000-0000-0000-0000-000000000000}"/>
            </ac:spMkLst>
          </pc:spChg>
        </pc:sldLayoutChg>
        <pc:sldLayoutChg chg="del">
          <pc:chgData name="Khang Nguyễn Tấn Trần Minh" userId="c3808258-e92d-4bf9-b981-ea938a204001" providerId="ADAL" clId="{5B6F2BE7-3D84-4B5E-9065-D7CB14B9FA4B}" dt="2023-05-04T08:57:31.651" v="3" actId="2696"/>
          <pc:sldLayoutMkLst>
            <pc:docMk/>
            <pc:sldMasterMk cId="0" sldId="2147483648"/>
            <pc:sldLayoutMk cId="433136112" sldId="2147483692"/>
          </pc:sldLayoutMkLst>
        </pc:sldLayoutChg>
        <pc:sldLayoutChg chg="delSp del mod">
          <pc:chgData name="Khang Nguyễn Tấn Trần Minh" userId="c3808258-e92d-4bf9-b981-ea938a204001" providerId="ADAL" clId="{5B6F2BE7-3D84-4B5E-9065-D7CB14B9FA4B}" dt="2023-05-04T09:31:05.890" v="241" actId="47"/>
          <pc:sldLayoutMkLst>
            <pc:docMk/>
            <pc:sldMasterMk cId="0" sldId="2147483648"/>
            <pc:sldLayoutMk cId="2786200197" sldId="2147483693"/>
          </pc:sldLayoutMkLst>
          <pc:spChg chg="del">
            <ac:chgData name="Khang Nguyễn Tấn Trần Minh" userId="c3808258-e92d-4bf9-b981-ea938a204001" providerId="ADAL" clId="{5B6F2BE7-3D84-4B5E-9065-D7CB14B9FA4B}" dt="2023-05-04T09:17:03.182" v="160" actId="478"/>
            <ac:spMkLst>
              <pc:docMk/>
              <pc:sldMasterMk cId="0" sldId="2147483648"/>
              <pc:sldLayoutMk cId="2786200197" sldId="2147483693"/>
              <ac:spMk id="4" creationId="{00000000-0000-0000-0000-000000000000}"/>
            </ac:spMkLst>
          </pc:spChg>
          <pc:spChg chg="del">
            <ac:chgData name="Khang Nguyễn Tấn Trần Minh" userId="c3808258-e92d-4bf9-b981-ea938a204001" providerId="ADAL" clId="{5B6F2BE7-3D84-4B5E-9065-D7CB14B9FA4B}" dt="2023-05-04T09:17:03.182" v="160" actId="478"/>
            <ac:spMkLst>
              <pc:docMk/>
              <pc:sldMasterMk cId="0" sldId="2147483648"/>
              <pc:sldLayoutMk cId="2786200197" sldId="2147483693"/>
              <ac:spMk id="5" creationId="{00000000-0000-0000-0000-000000000000}"/>
            </ac:spMkLst>
          </pc:spChg>
        </pc:sldLayoutChg>
        <pc:sldLayoutChg chg="delSp modSp mod ord">
          <pc:chgData name="Khang Nguyễn Tấn Trần Minh" userId="c3808258-e92d-4bf9-b981-ea938a204001" providerId="ADAL" clId="{5B6F2BE7-3D84-4B5E-9065-D7CB14B9FA4B}" dt="2023-05-04T10:21:18.273" v="421" actId="6014"/>
          <pc:sldLayoutMkLst>
            <pc:docMk/>
            <pc:sldMasterMk cId="0" sldId="2147483648"/>
            <pc:sldLayoutMk cId="3501676564" sldId="2147483694"/>
          </pc:sldLayoutMkLst>
          <pc:spChg chg="mod">
            <ac:chgData name="Khang Nguyễn Tấn Trần Minh" userId="c3808258-e92d-4bf9-b981-ea938a204001" providerId="ADAL" clId="{5B6F2BE7-3D84-4B5E-9065-D7CB14B9FA4B}" dt="2023-05-04T09:13:12.398" v="124" actId="6549"/>
            <ac:spMkLst>
              <pc:docMk/>
              <pc:sldMasterMk cId="0" sldId="2147483648"/>
              <pc:sldLayoutMk cId="3501676564" sldId="2147483694"/>
              <ac:spMk id="3" creationId="{00000000-0000-0000-0000-000000000000}"/>
            </ac:spMkLst>
          </pc:spChg>
          <pc:spChg chg="del">
            <ac:chgData name="Khang Nguyễn Tấn Trần Minh" userId="c3808258-e92d-4bf9-b981-ea938a204001" providerId="ADAL" clId="{5B6F2BE7-3D84-4B5E-9065-D7CB14B9FA4B}" dt="2023-05-04T09:13:06.753" v="123" actId="478"/>
            <ac:spMkLst>
              <pc:docMk/>
              <pc:sldMasterMk cId="0" sldId="2147483648"/>
              <pc:sldLayoutMk cId="3501676564" sldId="2147483694"/>
              <ac:spMk id="5" creationId="{00000000-0000-0000-0000-000000000000}"/>
            </ac:spMkLst>
          </pc:spChg>
          <pc:spChg chg="del">
            <ac:chgData name="Khang Nguyễn Tấn Trần Minh" userId="c3808258-e92d-4bf9-b981-ea938a204001" providerId="ADAL" clId="{5B6F2BE7-3D84-4B5E-9065-D7CB14B9FA4B}" dt="2023-05-04T09:13:06.753" v="123" actId="478"/>
            <ac:spMkLst>
              <pc:docMk/>
              <pc:sldMasterMk cId="0" sldId="2147483648"/>
              <pc:sldLayoutMk cId="3501676564" sldId="2147483694"/>
              <ac:spMk id="6" creationId="{00000000-0000-0000-0000-000000000000}"/>
            </ac:spMkLst>
          </pc:spChg>
          <pc:spChg chg="mod">
            <ac:chgData name="Khang Nguyễn Tấn Trần Minh" userId="c3808258-e92d-4bf9-b981-ea938a204001" providerId="ADAL" clId="{5B6F2BE7-3D84-4B5E-9065-D7CB14B9FA4B}" dt="2023-05-04T09:13:20.849" v="126" actId="6549"/>
            <ac:spMkLst>
              <pc:docMk/>
              <pc:sldMasterMk cId="0" sldId="2147483648"/>
              <pc:sldLayoutMk cId="3501676564" sldId="2147483694"/>
              <ac:spMk id="7" creationId="{D4EA549A-C581-4C37-B257-ACE55CAD4DF6}"/>
            </ac:spMkLst>
          </pc:spChg>
          <pc:spChg chg="mod">
            <ac:chgData name="Khang Nguyễn Tấn Trần Minh" userId="c3808258-e92d-4bf9-b981-ea938a204001" providerId="ADAL" clId="{5B6F2BE7-3D84-4B5E-9065-D7CB14B9FA4B}" dt="2023-05-04T09:13:16.288" v="125" actId="6549"/>
            <ac:spMkLst>
              <pc:docMk/>
              <pc:sldMasterMk cId="0" sldId="2147483648"/>
              <pc:sldLayoutMk cId="3501676564" sldId="2147483694"/>
              <ac:spMk id="9" creationId="{00016720-4FC2-4205-9886-7838EB044331}"/>
            </ac:spMkLst>
          </pc:spChg>
          <pc:spChg chg="mod">
            <ac:chgData name="Khang Nguyễn Tấn Trần Minh" userId="c3808258-e92d-4bf9-b981-ea938a204001" providerId="ADAL" clId="{5B6F2BE7-3D84-4B5E-9065-D7CB14B9FA4B}" dt="2023-05-04T09:13:25.123" v="127" actId="6549"/>
            <ac:spMkLst>
              <pc:docMk/>
              <pc:sldMasterMk cId="0" sldId="2147483648"/>
              <pc:sldLayoutMk cId="3501676564" sldId="2147483694"/>
              <ac:spMk id="10" creationId="{CE828636-495F-44E0-8340-BCE2B3F47166}"/>
            </ac:spMkLst>
          </pc:spChg>
        </pc:sldLayoutChg>
        <pc:sldLayoutChg chg="del">
          <pc:chgData name="Khang Nguyễn Tấn Trần Minh" userId="c3808258-e92d-4bf9-b981-ea938a204001" providerId="ADAL" clId="{5B6F2BE7-3D84-4B5E-9065-D7CB14B9FA4B}" dt="2023-05-04T09:02:55.679" v="32" actId="2696"/>
          <pc:sldLayoutMkLst>
            <pc:docMk/>
            <pc:sldMasterMk cId="0" sldId="2147483648"/>
            <pc:sldLayoutMk cId="2288862341" sldId="2147483695"/>
          </pc:sldLayoutMkLst>
        </pc:sldLayoutChg>
        <pc:sldLayoutChg chg="del">
          <pc:chgData name="Khang Nguyễn Tấn Trần Minh" userId="c3808258-e92d-4bf9-b981-ea938a204001" providerId="ADAL" clId="{5B6F2BE7-3D84-4B5E-9065-D7CB14B9FA4B}" dt="2023-05-04T09:02:55.743" v="33" actId="2696"/>
          <pc:sldLayoutMkLst>
            <pc:docMk/>
            <pc:sldMasterMk cId="0" sldId="2147483648"/>
            <pc:sldLayoutMk cId="1606610236" sldId="2147483696"/>
          </pc:sldLayoutMkLst>
        </pc:sldLayoutChg>
        <pc:sldLayoutChg chg="del">
          <pc:chgData name="Khang Nguyễn Tấn Trần Minh" userId="c3808258-e92d-4bf9-b981-ea938a204001" providerId="ADAL" clId="{5B6F2BE7-3D84-4B5E-9065-D7CB14B9FA4B}" dt="2023-05-04T09:02:55.553" v="29" actId="2696"/>
          <pc:sldLayoutMkLst>
            <pc:docMk/>
            <pc:sldMasterMk cId="0" sldId="2147483648"/>
            <pc:sldLayoutMk cId="3862741479" sldId="2147483697"/>
          </pc:sldLayoutMkLst>
        </pc:sldLayoutChg>
        <pc:sldLayoutChg chg="del">
          <pc:chgData name="Khang Nguyễn Tấn Trần Minh" userId="c3808258-e92d-4bf9-b981-ea938a204001" providerId="ADAL" clId="{5B6F2BE7-3D84-4B5E-9065-D7CB14B9FA4B}" dt="2023-05-04T09:02:55.586" v="30" actId="2696"/>
          <pc:sldLayoutMkLst>
            <pc:docMk/>
            <pc:sldMasterMk cId="0" sldId="2147483648"/>
            <pc:sldLayoutMk cId="2638193349" sldId="2147483698"/>
          </pc:sldLayoutMkLst>
        </pc:sldLayoutChg>
        <pc:sldLayoutChg chg="delSp modSp mod">
          <pc:chgData name="Khang Nguyễn Tấn Trần Minh" userId="c3808258-e92d-4bf9-b981-ea938a204001" providerId="ADAL" clId="{5B6F2BE7-3D84-4B5E-9065-D7CB14B9FA4B}" dt="2023-05-04T10:16:00.492" v="388" actId="6014"/>
          <pc:sldLayoutMkLst>
            <pc:docMk/>
            <pc:sldMasterMk cId="0" sldId="2147483648"/>
            <pc:sldLayoutMk cId="270909198" sldId="2147483699"/>
          </pc:sldLayoutMkLst>
          <pc:spChg chg="mod">
            <ac:chgData name="Khang Nguyễn Tấn Trần Minh" userId="c3808258-e92d-4bf9-b981-ea938a204001" providerId="ADAL" clId="{5B6F2BE7-3D84-4B5E-9065-D7CB14B9FA4B}" dt="2023-05-04T08:57:42.421" v="4" actId="207"/>
            <ac:spMkLst>
              <pc:docMk/>
              <pc:sldMasterMk cId="0" sldId="2147483648"/>
              <pc:sldLayoutMk cId="270909198" sldId="2147483699"/>
              <ac:spMk id="3" creationId="{00000000-0000-0000-0000-000000000000}"/>
            </ac:spMkLst>
          </pc:spChg>
          <pc:spChg chg="del">
            <ac:chgData name="Khang Nguyễn Tấn Trần Minh" userId="c3808258-e92d-4bf9-b981-ea938a204001" providerId="ADAL" clId="{5B6F2BE7-3D84-4B5E-9065-D7CB14B9FA4B}" dt="2023-05-04T09:12:13.185" v="114" actId="478"/>
            <ac:spMkLst>
              <pc:docMk/>
              <pc:sldMasterMk cId="0" sldId="2147483648"/>
              <pc:sldLayoutMk cId="270909198" sldId="2147483699"/>
              <ac:spMk id="4" creationId="{00000000-0000-0000-0000-000000000000}"/>
            </ac:spMkLst>
          </pc:spChg>
          <pc:spChg chg="del">
            <ac:chgData name="Khang Nguyễn Tấn Trần Minh" userId="c3808258-e92d-4bf9-b981-ea938a204001" providerId="ADAL" clId="{5B6F2BE7-3D84-4B5E-9065-D7CB14B9FA4B}" dt="2023-05-04T09:12:13.185" v="114" actId="478"/>
            <ac:spMkLst>
              <pc:docMk/>
              <pc:sldMasterMk cId="0" sldId="2147483648"/>
              <pc:sldLayoutMk cId="270909198" sldId="2147483699"/>
              <ac:spMk id="5" creationId="{00000000-0000-0000-0000-000000000000}"/>
            </ac:spMkLst>
          </pc:spChg>
        </pc:sldLayoutChg>
        <pc:sldLayoutChg chg="delSp modSp mod">
          <pc:chgData name="Khang Nguyễn Tấn Trần Minh" userId="c3808258-e92d-4bf9-b981-ea938a204001" providerId="ADAL" clId="{5B6F2BE7-3D84-4B5E-9065-D7CB14B9FA4B}" dt="2023-05-04T10:18:02.693" v="400" actId="6014"/>
          <pc:sldLayoutMkLst>
            <pc:docMk/>
            <pc:sldMasterMk cId="0" sldId="2147483648"/>
            <pc:sldLayoutMk cId="3077042037" sldId="2147483700"/>
          </pc:sldLayoutMkLst>
          <pc:spChg chg="mod">
            <ac:chgData name="Khang Nguyễn Tấn Trần Minh" userId="c3808258-e92d-4bf9-b981-ea938a204001" providerId="ADAL" clId="{5B6F2BE7-3D84-4B5E-9065-D7CB14B9FA4B}" dt="2023-05-04T09:01:49.180" v="25" actId="14100"/>
            <ac:spMkLst>
              <pc:docMk/>
              <pc:sldMasterMk cId="0" sldId="2147483648"/>
              <pc:sldLayoutMk cId="3077042037" sldId="2147483700"/>
              <ac:spMk id="3" creationId="{00000000-0000-0000-0000-000000000000}"/>
            </ac:spMkLst>
          </pc:spChg>
          <pc:spChg chg="del">
            <ac:chgData name="Khang Nguyễn Tấn Trần Minh" userId="c3808258-e92d-4bf9-b981-ea938a204001" providerId="ADAL" clId="{5B6F2BE7-3D84-4B5E-9065-D7CB14B9FA4B}" dt="2023-05-04T09:12:31.911" v="118" actId="478"/>
            <ac:spMkLst>
              <pc:docMk/>
              <pc:sldMasterMk cId="0" sldId="2147483648"/>
              <pc:sldLayoutMk cId="3077042037" sldId="2147483700"/>
              <ac:spMk id="4" creationId="{00000000-0000-0000-0000-000000000000}"/>
            </ac:spMkLst>
          </pc:spChg>
          <pc:spChg chg="del">
            <ac:chgData name="Khang Nguyễn Tấn Trần Minh" userId="c3808258-e92d-4bf9-b981-ea938a204001" providerId="ADAL" clId="{5B6F2BE7-3D84-4B5E-9065-D7CB14B9FA4B}" dt="2023-05-04T09:12:31.911" v="118" actId="478"/>
            <ac:spMkLst>
              <pc:docMk/>
              <pc:sldMasterMk cId="0" sldId="2147483648"/>
              <pc:sldLayoutMk cId="3077042037" sldId="2147483700"/>
              <ac:spMk id="5" creationId="{00000000-0000-0000-0000-000000000000}"/>
            </ac:spMkLst>
          </pc:spChg>
        </pc:sldLayoutChg>
        <pc:sldLayoutChg chg="delSp modSp mod">
          <pc:chgData name="Khang Nguyễn Tấn Trần Minh" userId="c3808258-e92d-4bf9-b981-ea938a204001" providerId="ADAL" clId="{5B6F2BE7-3D84-4B5E-9065-D7CB14B9FA4B}" dt="2023-05-04T10:19:46.579" v="410" actId="6014"/>
          <pc:sldLayoutMkLst>
            <pc:docMk/>
            <pc:sldMasterMk cId="0" sldId="2147483648"/>
            <pc:sldLayoutMk cId="2708040965" sldId="2147483701"/>
          </pc:sldLayoutMkLst>
          <pc:spChg chg="mod">
            <ac:chgData name="Khang Nguyễn Tấn Trần Minh" userId="c3808258-e92d-4bf9-b981-ea938a204001" providerId="ADAL" clId="{5B6F2BE7-3D84-4B5E-9065-D7CB14B9FA4B}" dt="2023-05-04T10:12:57.350" v="363" actId="14100"/>
            <ac:spMkLst>
              <pc:docMk/>
              <pc:sldMasterMk cId="0" sldId="2147483648"/>
              <pc:sldLayoutMk cId="2708040965" sldId="2147483701"/>
              <ac:spMk id="3" creationId="{00000000-0000-0000-0000-000000000000}"/>
            </ac:spMkLst>
          </pc:spChg>
          <pc:spChg chg="del">
            <ac:chgData name="Khang Nguyễn Tấn Trần Minh" userId="c3808258-e92d-4bf9-b981-ea938a204001" providerId="ADAL" clId="{5B6F2BE7-3D84-4B5E-9065-D7CB14B9FA4B}" dt="2023-05-04T09:12:51.467" v="120" actId="478"/>
            <ac:spMkLst>
              <pc:docMk/>
              <pc:sldMasterMk cId="0" sldId="2147483648"/>
              <pc:sldLayoutMk cId="2708040965" sldId="2147483701"/>
              <ac:spMk id="5" creationId="{00000000-0000-0000-0000-000000000000}"/>
            </ac:spMkLst>
          </pc:spChg>
          <pc:spChg chg="del">
            <ac:chgData name="Khang Nguyễn Tấn Trần Minh" userId="c3808258-e92d-4bf9-b981-ea938a204001" providerId="ADAL" clId="{5B6F2BE7-3D84-4B5E-9065-D7CB14B9FA4B}" dt="2023-05-04T09:12:51.467" v="120" actId="478"/>
            <ac:spMkLst>
              <pc:docMk/>
              <pc:sldMasterMk cId="0" sldId="2147483648"/>
              <pc:sldLayoutMk cId="2708040965" sldId="2147483701"/>
              <ac:spMk id="6" creationId="{00000000-0000-0000-0000-000000000000}"/>
            </ac:spMkLst>
          </pc:spChg>
          <pc:spChg chg="mod">
            <ac:chgData name="Khang Nguyễn Tấn Trần Minh" userId="c3808258-e92d-4bf9-b981-ea938a204001" providerId="ADAL" clId="{5B6F2BE7-3D84-4B5E-9065-D7CB14B9FA4B}" dt="2023-05-04T10:12:57.350" v="363" actId="14100"/>
            <ac:spMkLst>
              <pc:docMk/>
              <pc:sldMasterMk cId="0" sldId="2147483648"/>
              <pc:sldLayoutMk cId="2708040965" sldId="2147483701"/>
              <ac:spMk id="8" creationId="{96160E72-CB3B-4B35-B991-A52F0E9D9B5B}"/>
            </ac:spMkLst>
          </pc:spChg>
        </pc:sldLayoutChg>
        <pc:sldLayoutChg chg="delSp modSp mod">
          <pc:chgData name="Khang Nguyễn Tấn Trần Minh" userId="c3808258-e92d-4bf9-b981-ea938a204001" providerId="ADAL" clId="{5B6F2BE7-3D84-4B5E-9065-D7CB14B9FA4B}" dt="2023-05-04T10:22:04.838" v="425" actId="6014"/>
          <pc:sldLayoutMkLst>
            <pc:docMk/>
            <pc:sldMasterMk cId="0" sldId="2147483648"/>
            <pc:sldLayoutMk cId="1875669295" sldId="2147483702"/>
          </pc:sldLayoutMkLst>
          <pc:spChg chg="mod">
            <ac:chgData name="Khang Nguyễn Tấn Trần Minh" userId="c3808258-e92d-4bf9-b981-ea938a204001" providerId="ADAL" clId="{5B6F2BE7-3D84-4B5E-9065-D7CB14B9FA4B}" dt="2023-05-04T09:25:14.022" v="192" actId="6549"/>
            <ac:spMkLst>
              <pc:docMk/>
              <pc:sldMasterMk cId="0" sldId="2147483648"/>
              <pc:sldLayoutMk cId="1875669295" sldId="2147483702"/>
              <ac:spMk id="4" creationId="{00000000-0000-0000-0000-000000000000}"/>
            </ac:spMkLst>
          </pc:spChg>
          <pc:spChg chg="del">
            <ac:chgData name="Khang Nguyễn Tấn Trần Minh" userId="c3808258-e92d-4bf9-b981-ea938a204001" providerId="ADAL" clId="{5B6F2BE7-3D84-4B5E-9065-D7CB14B9FA4B}" dt="2023-05-04T09:16:38.816" v="156" actId="478"/>
            <ac:spMkLst>
              <pc:docMk/>
              <pc:sldMasterMk cId="0" sldId="2147483648"/>
              <pc:sldLayoutMk cId="1875669295" sldId="2147483702"/>
              <ac:spMk id="5" creationId="{00000000-0000-0000-0000-000000000000}"/>
            </ac:spMkLst>
          </pc:spChg>
          <pc:spChg chg="del">
            <ac:chgData name="Khang Nguyễn Tấn Trần Minh" userId="c3808258-e92d-4bf9-b981-ea938a204001" providerId="ADAL" clId="{5B6F2BE7-3D84-4B5E-9065-D7CB14B9FA4B}" dt="2023-05-04T09:16:38.816" v="156" actId="478"/>
            <ac:spMkLst>
              <pc:docMk/>
              <pc:sldMasterMk cId="0" sldId="2147483648"/>
              <pc:sldLayoutMk cId="1875669295" sldId="2147483702"/>
              <ac:spMk id="6" creationId="{00000000-0000-0000-0000-000000000000}"/>
            </ac:spMkLst>
          </pc:spChg>
          <pc:spChg chg="mod">
            <ac:chgData name="Khang Nguyễn Tấn Trần Minh" userId="c3808258-e92d-4bf9-b981-ea938a204001" providerId="ADAL" clId="{5B6F2BE7-3D84-4B5E-9065-D7CB14B9FA4B}" dt="2023-05-04T09:26:35.820" v="201" actId="14100"/>
            <ac:spMkLst>
              <pc:docMk/>
              <pc:sldMasterMk cId="0" sldId="2147483648"/>
              <pc:sldLayoutMk cId="1875669295" sldId="2147483702"/>
              <ac:spMk id="8" creationId="{B49A9FAE-4758-4C46-8541-F381798C5CD5}"/>
            </ac:spMkLst>
          </pc:spChg>
        </pc:sldLayoutChg>
        <pc:sldLayoutChg chg="delSp modSp mod">
          <pc:chgData name="Khang Nguyễn Tấn Trần Minh" userId="c3808258-e92d-4bf9-b981-ea938a204001" providerId="ADAL" clId="{5B6F2BE7-3D84-4B5E-9065-D7CB14B9FA4B}" dt="2023-05-04T10:22:10.162" v="426" actId="6014"/>
          <pc:sldLayoutMkLst>
            <pc:docMk/>
            <pc:sldMasterMk cId="0" sldId="2147483648"/>
            <pc:sldLayoutMk cId="2150584009" sldId="2147483703"/>
          </pc:sldLayoutMkLst>
          <pc:spChg chg="mod">
            <ac:chgData name="Khang Nguyễn Tấn Trần Minh" userId="c3808258-e92d-4bf9-b981-ea938a204001" providerId="ADAL" clId="{5B6F2BE7-3D84-4B5E-9065-D7CB14B9FA4B}" dt="2023-05-04T09:25:30.917" v="193" actId="6549"/>
            <ac:spMkLst>
              <pc:docMk/>
              <pc:sldMasterMk cId="0" sldId="2147483648"/>
              <pc:sldLayoutMk cId="2150584009" sldId="2147483703"/>
              <ac:spMk id="4" creationId="{00000000-0000-0000-0000-000000000000}"/>
            </ac:spMkLst>
          </pc:spChg>
          <pc:spChg chg="del">
            <ac:chgData name="Khang Nguyễn Tấn Trần Minh" userId="c3808258-e92d-4bf9-b981-ea938a204001" providerId="ADAL" clId="{5B6F2BE7-3D84-4B5E-9065-D7CB14B9FA4B}" dt="2023-05-04T09:16:43.185" v="157" actId="478"/>
            <ac:spMkLst>
              <pc:docMk/>
              <pc:sldMasterMk cId="0" sldId="2147483648"/>
              <pc:sldLayoutMk cId="2150584009" sldId="2147483703"/>
              <ac:spMk id="5" creationId="{00000000-0000-0000-0000-000000000000}"/>
            </ac:spMkLst>
          </pc:spChg>
          <pc:spChg chg="del">
            <ac:chgData name="Khang Nguyễn Tấn Trần Minh" userId="c3808258-e92d-4bf9-b981-ea938a204001" providerId="ADAL" clId="{5B6F2BE7-3D84-4B5E-9065-D7CB14B9FA4B}" dt="2023-05-04T09:16:43.185" v="157" actId="478"/>
            <ac:spMkLst>
              <pc:docMk/>
              <pc:sldMasterMk cId="0" sldId="2147483648"/>
              <pc:sldLayoutMk cId="2150584009" sldId="2147483703"/>
              <ac:spMk id="6" creationId="{00000000-0000-0000-0000-000000000000}"/>
            </ac:spMkLst>
          </pc:spChg>
          <pc:spChg chg="mod">
            <ac:chgData name="Khang Nguyễn Tấn Trần Minh" userId="c3808258-e92d-4bf9-b981-ea938a204001" providerId="ADAL" clId="{5B6F2BE7-3D84-4B5E-9065-D7CB14B9FA4B}" dt="2023-05-04T09:25:36.238" v="194" actId="6549"/>
            <ac:spMkLst>
              <pc:docMk/>
              <pc:sldMasterMk cId="0" sldId="2147483648"/>
              <pc:sldLayoutMk cId="2150584009" sldId="2147483703"/>
              <ac:spMk id="7" creationId="{41B544BE-4259-4202-9EEF-29A5F771B6E3}"/>
            </ac:spMkLst>
          </pc:spChg>
          <pc:spChg chg="mod">
            <ac:chgData name="Khang Nguyễn Tấn Trần Minh" userId="c3808258-e92d-4bf9-b981-ea938a204001" providerId="ADAL" clId="{5B6F2BE7-3D84-4B5E-9065-D7CB14B9FA4B}" dt="2023-05-04T09:26:41.778" v="202" actId="14100"/>
            <ac:spMkLst>
              <pc:docMk/>
              <pc:sldMasterMk cId="0" sldId="2147483648"/>
              <pc:sldLayoutMk cId="2150584009" sldId="2147483703"/>
              <ac:spMk id="8" creationId="{B49A9FAE-4758-4C46-8541-F381798C5CD5}"/>
            </ac:spMkLst>
          </pc:spChg>
        </pc:sldLayoutChg>
        <pc:sldLayoutChg chg="delSp modSp mod">
          <pc:chgData name="Khang Nguyễn Tấn Trần Minh" userId="c3808258-e92d-4bf9-b981-ea938a204001" providerId="ADAL" clId="{5B6F2BE7-3D84-4B5E-9065-D7CB14B9FA4B}" dt="2023-05-04T10:22:15.127" v="427" actId="6014"/>
          <pc:sldLayoutMkLst>
            <pc:docMk/>
            <pc:sldMasterMk cId="0" sldId="2147483648"/>
            <pc:sldLayoutMk cId="1469903849" sldId="2147483704"/>
          </pc:sldLayoutMkLst>
          <pc:spChg chg="mod">
            <ac:chgData name="Khang Nguyễn Tấn Trần Minh" userId="c3808258-e92d-4bf9-b981-ea938a204001" providerId="ADAL" clId="{5B6F2BE7-3D84-4B5E-9065-D7CB14B9FA4B}" dt="2023-05-04T09:26:14.825" v="199" actId="6549"/>
            <ac:spMkLst>
              <pc:docMk/>
              <pc:sldMasterMk cId="0" sldId="2147483648"/>
              <pc:sldLayoutMk cId="1469903849" sldId="2147483704"/>
              <ac:spMk id="4" creationId="{00000000-0000-0000-0000-000000000000}"/>
            </ac:spMkLst>
          </pc:spChg>
          <pc:spChg chg="del">
            <ac:chgData name="Khang Nguyễn Tấn Trần Minh" userId="c3808258-e92d-4bf9-b981-ea938a204001" providerId="ADAL" clId="{5B6F2BE7-3D84-4B5E-9065-D7CB14B9FA4B}" dt="2023-05-04T09:16:47.096" v="158" actId="478"/>
            <ac:spMkLst>
              <pc:docMk/>
              <pc:sldMasterMk cId="0" sldId="2147483648"/>
              <pc:sldLayoutMk cId="1469903849" sldId="2147483704"/>
              <ac:spMk id="5" creationId="{00000000-0000-0000-0000-000000000000}"/>
            </ac:spMkLst>
          </pc:spChg>
          <pc:spChg chg="del">
            <ac:chgData name="Khang Nguyễn Tấn Trần Minh" userId="c3808258-e92d-4bf9-b981-ea938a204001" providerId="ADAL" clId="{5B6F2BE7-3D84-4B5E-9065-D7CB14B9FA4B}" dt="2023-05-04T09:16:47.096" v="158" actId="478"/>
            <ac:spMkLst>
              <pc:docMk/>
              <pc:sldMasterMk cId="0" sldId="2147483648"/>
              <pc:sldLayoutMk cId="1469903849" sldId="2147483704"/>
              <ac:spMk id="6" creationId="{00000000-0000-0000-0000-000000000000}"/>
            </ac:spMkLst>
          </pc:spChg>
        </pc:sldLayoutChg>
        <pc:sldLayoutChg chg="delSp modSp mod">
          <pc:chgData name="Khang Nguyễn Tấn Trần Minh" userId="c3808258-e92d-4bf9-b981-ea938a204001" providerId="ADAL" clId="{5B6F2BE7-3D84-4B5E-9065-D7CB14B9FA4B}" dt="2023-05-04T10:22:20.387" v="428" actId="6014"/>
          <pc:sldLayoutMkLst>
            <pc:docMk/>
            <pc:sldMasterMk cId="0" sldId="2147483648"/>
            <pc:sldLayoutMk cId="3303610944" sldId="2147483705"/>
          </pc:sldLayoutMkLst>
          <pc:spChg chg="mod">
            <ac:chgData name="Khang Nguyễn Tấn Trần Minh" userId="c3808258-e92d-4bf9-b981-ea938a204001" providerId="ADAL" clId="{5B6F2BE7-3D84-4B5E-9065-D7CB14B9FA4B}" dt="2023-05-04T09:26:18.854" v="200" actId="6549"/>
            <ac:spMkLst>
              <pc:docMk/>
              <pc:sldMasterMk cId="0" sldId="2147483648"/>
              <pc:sldLayoutMk cId="3303610944" sldId="2147483705"/>
              <ac:spMk id="4" creationId="{00000000-0000-0000-0000-000000000000}"/>
            </ac:spMkLst>
          </pc:spChg>
          <pc:spChg chg="del">
            <ac:chgData name="Khang Nguyễn Tấn Trần Minh" userId="c3808258-e92d-4bf9-b981-ea938a204001" providerId="ADAL" clId="{5B6F2BE7-3D84-4B5E-9065-D7CB14B9FA4B}" dt="2023-05-04T09:16:54.561" v="159" actId="478"/>
            <ac:spMkLst>
              <pc:docMk/>
              <pc:sldMasterMk cId="0" sldId="2147483648"/>
              <pc:sldLayoutMk cId="3303610944" sldId="2147483705"/>
              <ac:spMk id="5" creationId="{00000000-0000-0000-0000-000000000000}"/>
            </ac:spMkLst>
          </pc:spChg>
          <pc:spChg chg="del">
            <ac:chgData name="Khang Nguyễn Tấn Trần Minh" userId="c3808258-e92d-4bf9-b981-ea938a204001" providerId="ADAL" clId="{5B6F2BE7-3D84-4B5E-9065-D7CB14B9FA4B}" dt="2023-05-04T09:16:54.561" v="159" actId="478"/>
            <ac:spMkLst>
              <pc:docMk/>
              <pc:sldMasterMk cId="0" sldId="2147483648"/>
              <pc:sldLayoutMk cId="3303610944" sldId="2147483705"/>
              <ac:spMk id="6" creationId="{00000000-0000-0000-0000-000000000000}"/>
            </ac:spMkLst>
          </pc:spChg>
        </pc:sldLayoutChg>
        <pc:sldLayoutChg chg="delSp modSp mod">
          <pc:chgData name="Khang Nguyễn Tấn Trần Minh" userId="c3808258-e92d-4bf9-b981-ea938a204001" providerId="ADAL" clId="{5B6F2BE7-3D84-4B5E-9065-D7CB14B9FA4B}" dt="2023-05-04T10:17:18.872" v="394" actId="6014"/>
          <pc:sldLayoutMkLst>
            <pc:docMk/>
            <pc:sldMasterMk cId="0" sldId="2147483648"/>
            <pc:sldLayoutMk cId="3414253750" sldId="2147483706"/>
          </pc:sldLayoutMkLst>
          <pc:spChg chg="mod">
            <ac:chgData name="Khang Nguyễn Tấn Trần Minh" userId="c3808258-e92d-4bf9-b981-ea938a204001" providerId="ADAL" clId="{5B6F2BE7-3D84-4B5E-9065-D7CB14B9FA4B}" dt="2023-05-04T09:00:56.677" v="20" actId="14100"/>
            <ac:spMkLst>
              <pc:docMk/>
              <pc:sldMasterMk cId="0" sldId="2147483648"/>
              <pc:sldLayoutMk cId="3414253750" sldId="2147483706"/>
              <ac:spMk id="3" creationId="{00000000-0000-0000-0000-000000000000}"/>
            </ac:spMkLst>
          </pc:spChg>
          <pc:spChg chg="mod">
            <ac:chgData name="Khang Nguyễn Tấn Trần Minh" userId="c3808258-e92d-4bf9-b981-ea938a204001" providerId="ADAL" clId="{5B6F2BE7-3D84-4B5E-9065-D7CB14B9FA4B}" dt="2023-05-04T09:00:51.976" v="19" actId="14100"/>
            <ac:spMkLst>
              <pc:docMk/>
              <pc:sldMasterMk cId="0" sldId="2147483648"/>
              <pc:sldLayoutMk cId="3414253750" sldId="2147483706"/>
              <ac:spMk id="4" creationId="{00000000-0000-0000-0000-000000000000}"/>
            </ac:spMkLst>
          </pc:spChg>
          <pc:spChg chg="del">
            <ac:chgData name="Khang Nguyễn Tấn Trần Minh" userId="c3808258-e92d-4bf9-b981-ea938a204001" providerId="ADAL" clId="{5B6F2BE7-3D84-4B5E-9065-D7CB14B9FA4B}" dt="2023-05-04T09:12:22.461" v="116" actId="478"/>
            <ac:spMkLst>
              <pc:docMk/>
              <pc:sldMasterMk cId="0" sldId="2147483648"/>
              <pc:sldLayoutMk cId="3414253750" sldId="2147483706"/>
              <ac:spMk id="5" creationId="{00000000-0000-0000-0000-000000000000}"/>
            </ac:spMkLst>
          </pc:spChg>
          <pc:spChg chg="del">
            <ac:chgData name="Khang Nguyễn Tấn Trần Minh" userId="c3808258-e92d-4bf9-b981-ea938a204001" providerId="ADAL" clId="{5B6F2BE7-3D84-4B5E-9065-D7CB14B9FA4B}" dt="2023-05-04T09:12:22.461" v="116" actId="478"/>
            <ac:spMkLst>
              <pc:docMk/>
              <pc:sldMasterMk cId="0" sldId="2147483648"/>
              <pc:sldLayoutMk cId="3414253750" sldId="2147483706"/>
              <ac:spMk id="6" creationId="{00000000-0000-0000-0000-000000000000}"/>
            </ac:spMkLst>
          </pc:spChg>
        </pc:sldLayoutChg>
        <pc:sldLayoutChg chg="delSp modSp mod">
          <pc:chgData name="Khang Nguyễn Tấn Trần Minh" userId="c3808258-e92d-4bf9-b981-ea938a204001" providerId="ADAL" clId="{5B6F2BE7-3D84-4B5E-9065-D7CB14B9FA4B}" dt="2023-05-04T10:18:14.407" v="402" actId="6014"/>
          <pc:sldLayoutMkLst>
            <pc:docMk/>
            <pc:sldMasterMk cId="0" sldId="2147483648"/>
            <pc:sldLayoutMk cId="2620237141" sldId="2147483707"/>
          </pc:sldLayoutMkLst>
          <pc:spChg chg="mod">
            <ac:chgData name="Khang Nguyễn Tấn Trần Minh" userId="c3808258-e92d-4bf9-b981-ea938a204001" providerId="ADAL" clId="{5B6F2BE7-3D84-4B5E-9065-D7CB14B9FA4B}" dt="2023-05-04T09:02:11.248" v="26" actId="14100"/>
            <ac:spMkLst>
              <pc:docMk/>
              <pc:sldMasterMk cId="0" sldId="2147483648"/>
              <pc:sldLayoutMk cId="2620237141" sldId="2147483707"/>
              <ac:spMk id="3" creationId="{00000000-0000-0000-0000-000000000000}"/>
            </ac:spMkLst>
          </pc:spChg>
          <pc:spChg chg="del">
            <ac:chgData name="Khang Nguyễn Tấn Trần Minh" userId="c3808258-e92d-4bf9-b981-ea938a204001" providerId="ADAL" clId="{5B6F2BE7-3D84-4B5E-9065-D7CB14B9FA4B}" dt="2023-05-04T09:12:46.312" v="119" actId="478"/>
            <ac:spMkLst>
              <pc:docMk/>
              <pc:sldMasterMk cId="0" sldId="2147483648"/>
              <pc:sldLayoutMk cId="2620237141" sldId="2147483707"/>
              <ac:spMk id="4" creationId="{00000000-0000-0000-0000-000000000000}"/>
            </ac:spMkLst>
          </pc:spChg>
          <pc:spChg chg="del">
            <ac:chgData name="Khang Nguyễn Tấn Trần Minh" userId="c3808258-e92d-4bf9-b981-ea938a204001" providerId="ADAL" clId="{5B6F2BE7-3D84-4B5E-9065-D7CB14B9FA4B}" dt="2023-05-04T09:12:46.312" v="119" actId="478"/>
            <ac:spMkLst>
              <pc:docMk/>
              <pc:sldMasterMk cId="0" sldId="2147483648"/>
              <pc:sldLayoutMk cId="2620237141" sldId="2147483707"/>
              <ac:spMk id="5" creationId="{00000000-0000-0000-0000-000000000000}"/>
            </ac:spMkLst>
          </pc:spChg>
          <pc:spChg chg="mod">
            <ac:chgData name="Khang Nguyễn Tấn Trần Minh" userId="c3808258-e92d-4bf9-b981-ea938a204001" providerId="ADAL" clId="{5B6F2BE7-3D84-4B5E-9065-D7CB14B9FA4B}" dt="2023-05-04T09:09:05.364" v="105" actId="255"/>
            <ac:spMkLst>
              <pc:docMk/>
              <pc:sldMasterMk cId="0" sldId="2147483648"/>
              <pc:sldLayoutMk cId="2620237141" sldId="2147483707"/>
              <ac:spMk id="6" creationId="{72215DFE-C786-4C03-A1F8-74645480087D}"/>
            </ac:spMkLst>
          </pc:spChg>
        </pc:sldLayoutChg>
        <pc:sldLayoutChg chg="delSp modSp mod">
          <pc:chgData name="Khang Nguyễn Tấn Trần Minh" userId="c3808258-e92d-4bf9-b981-ea938a204001" providerId="ADAL" clId="{5B6F2BE7-3D84-4B5E-9065-D7CB14B9FA4B}" dt="2023-05-04T10:17:34.714" v="396" actId="6014"/>
          <pc:sldLayoutMkLst>
            <pc:docMk/>
            <pc:sldMasterMk cId="0" sldId="2147483648"/>
            <pc:sldLayoutMk cId="963645740" sldId="2147483708"/>
          </pc:sldLayoutMkLst>
          <pc:spChg chg="mod">
            <ac:chgData name="Khang Nguyễn Tấn Trần Minh" userId="c3808258-e92d-4bf9-b981-ea938a204001" providerId="ADAL" clId="{5B6F2BE7-3D84-4B5E-9065-D7CB14B9FA4B}" dt="2023-05-04T09:04:20.427" v="34" actId="14100"/>
            <ac:spMkLst>
              <pc:docMk/>
              <pc:sldMasterMk cId="0" sldId="2147483648"/>
              <pc:sldLayoutMk cId="963645740" sldId="2147483708"/>
              <ac:spMk id="3" creationId="{00000000-0000-0000-0000-000000000000}"/>
            </ac:spMkLst>
          </pc:spChg>
          <pc:spChg chg="mod">
            <ac:chgData name="Khang Nguyễn Tấn Trần Minh" userId="c3808258-e92d-4bf9-b981-ea938a204001" providerId="ADAL" clId="{5B6F2BE7-3D84-4B5E-9065-D7CB14B9FA4B}" dt="2023-05-04T09:05:05.181" v="73" actId="1076"/>
            <ac:spMkLst>
              <pc:docMk/>
              <pc:sldMasterMk cId="0" sldId="2147483648"/>
              <pc:sldLayoutMk cId="963645740" sldId="2147483708"/>
              <ac:spMk id="4" creationId="{00000000-0000-0000-0000-000000000000}"/>
            </ac:spMkLst>
          </pc:spChg>
          <pc:spChg chg="del">
            <ac:chgData name="Khang Nguyễn Tấn Trần Minh" userId="c3808258-e92d-4bf9-b981-ea938a204001" providerId="ADAL" clId="{5B6F2BE7-3D84-4B5E-9065-D7CB14B9FA4B}" dt="2023-05-04T09:12:26.242" v="117" actId="478"/>
            <ac:spMkLst>
              <pc:docMk/>
              <pc:sldMasterMk cId="0" sldId="2147483648"/>
              <pc:sldLayoutMk cId="963645740" sldId="2147483708"/>
              <ac:spMk id="5" creationId="{00000000-0000-0000-0000-000000000000}"/>
            </ac:spMkLst>
          </pc:spChg>
          <pc:spChg chg="del">
            <ac:chgData name="Khang Nguyễn Tấn Trần Minh" userId="c3808258-e92d-4bf9-b981-ea938a204001" providerId="ADAL" clId="{5B6F2BE7-3D84-4B5E-9065-D7CB14B9FA4B}" dt="2023-05-04T09:12:26.242" v="117" actId="478"/>
            <ac:spMkLst>
              <pc:docMk/>
              <pc:sldMasterMk cId="0" sldId="2147483648"/>
              <pc:sldLayoutMk cId="963645740" sldId="2147483708"/>
              <ac:spMk id="6" creationId="{00000000-0000-0000-0000-000000000000}"/>
            </ac:spMkLst>
          </pc:spChg>
        </pc:sldLayoutChg>
        <pc:sldLayoutChg chg="del">
          <pc:chgData name="Khang Nguyễn Tấn Trần Minh" userId="c3808258-e92d-4bf9-b981-ea938a204001" providerId="ADAL" clId="{5B6F2BE7-3D84-4B5E-9065-D7CB14B9FA4B}" dt="2023-05-04T09:07:52.787" v="100" actId="2696"/>
          <pc:sldLayoutMkLst>
            <pc:docMk/>
            <pc:sldMasterMk cId="0" sldId="2147483648"/>
            <pc:sldLayoutMk cId="2528506823" sldId="2147483709"/>
          </pc:sldLayoutMkLst>
        </pc:sldLayoutChg>
        <pc:sldLayoutChg chg="delSp modSp mod">
          <pc:chgData name="Khang Nguyễn Tấn Trần Minh" userId="c3808258-e92d-4bf9-b981-ea938a204001" providerId="ADAL" clId="{5B6F2BE7-3D84-4B5E-9065-D7CB14B9FA4B}" dt="2023-05-04T10:19:56.793" v="412" actId="6014"/>
          <pc:sldLayoutMkLst>
            <pc:docMk/>
            <pc:sldMasterMk cId="0" sldId="2147483648"/>
            <pc:sldLayoutMk cId="418613066" sldId="2147483710"/>
          </pc:sldLayoutMkLst>
          <pc:spChg chg="mod">
            <ac:chgData name="Khang Nguyễn Tấn Trần Minh" userId="c3808258-e92d-4bf9-b981-ea938a204001" providerId="ADAL" clId="{5B6F2BE7-3D84-4B5E-9065-D7CB14B9FA4B}" dt="2023-05-04T09:07:19.807" v="98" actId="14100"/>
            <ac:spMkLst>
              <pc:docMk/>
              <pc:sldMasterMk cId="0" sldId="2147483648"/>
              <pc:sldLayoutMk cId="418613066" sldId="2147483710"/>
              <ac:spMk id="3" creationId="{00000000-0000-0000-0000-000000000000}"/>
            </ac:spMkLst>
          </pc:spChg>
          <pc:spChg chg="del">
            <ac:chgData name="Khang Nguyễn Tấn Trần Minh" userId="c3808258-e92d-4bf9-b981-ea938a204001" providerId="ADAL" clId="{5B6F2BE7-3D84-4B5E-9065-D7CB14B9FA4B}" dt="2023-05-04T09:12:55.940" v="121" actId="478"/>
            <ac:spMkLst>
              <pc:docMk/>
              <pc:sldMasterMk cId="0" sldId="2147483648"/>
              <pc:sldLayoutMk cId="418613066" sldId="2147483710"/>
              <ac:spMk id="5" creationId="{00000000-0000-0000-0000-000000000000}"/>
            </ac:spMkLst>
          </pc:spChg>
          <pc:spChg chg="del">
            <ac:chgData name="Khang Nguyễn Tấn Trần Minh" userId="c3808258-e92d-4bf9-b981-ea938a204001" providerId="ADAL" clId="{5B6F2BE7-3D84-4B5E-9065-D7CB14B9FA4B}" dt="2023-05-04T09:12:55.940" v="121" actId="478"/>
            <ac:spMkLst>
              <pc:docMk/>
              <pc:sldMasterMk cId="0" sldId="2147483648"/>
              <pc:sldLayoutMk cId="418613066" sldId="2147483710"/>
              <ac:spMk id="6" creationId="{00000000-0000-0000-0000-000000000000}"/>
            </ac:spMkLst>
          </pc:spChg>
          <pc:spChg chg="mod">
            <ac:chgData name="Khang Nguyễn Tấn Trần Minh" userId="c3808258-e92d-4bf9-b981-ea938a204001" providerId="ADAL" clId="{5B6F2BE7-3D84-4B5E-9065-D7CB14B9FA4B}" dt="2023-05-04T09:10:02.427" v="107" actId="255"/>
            <ac:spMkLst>
              <pc:docMk/>
              <pc:sldMasterMk cId="0" sldId="2147483648"/>
              <pc:sldLayoutMk cId="418613066" sldId="2147483710"/>
              <ac:spMk id="8" creationId="{96160E72-CB3B-4B35-B991-A52F0E9D9B5B}"/>
            </ac:spMkLst>
          </pc:spChg>
        </pc:sldLayoutChg>
        <pc:sldLayoutChg chg="addSp delSp modSp mod">
          <pc:chgData name="Khang Nguyễn Tấn Trần Minh" userId="c3808258-e92d-4bf9-b981-ea938a204001" providerId="ADAL" clId="{5B6F2BE7-3D84-4B5E-9065-D7CB14B9FA4B}" dt="2023-05-04T10:20:18.436" v="415" actId="6014"/>
          <pc:sldLayoutMkLst>
            <pc:docMk/>
            <pc:sldMasterMk cId="0" sldId="2147483648"/>
            <pc:sldLayoutMk cId="788554045" sldId="2147483711"/>
          </pc:sldLayoutMkLst>
          <pc:spChg chg="mod">
            <ac:chgData name="Khang Nguyễn Tấn Trần Minh" userId="c3808258-e92d-4bf9-b981-ea938a204001" providerId="ADAL" clId="{5B6F2BE7-3D84-4B5E-9065-D7CB14B9FA4B}" dt="2023-05-04T10:13:46.436" v="385" actId="14100"/>
            <ac:spMkLst>
              <pc:docMk/>
              <pc:sldMasterMk cId="0" sldId="2147483648"/>
              <pc:sldLayoutMk cId="788554045" sldId="2147483711"/>
              <ac:spMk id="3" creationId="{00000000-0000-0000-0000-000000000000}"/>
            </ac:spMkLst>
          </pc:spChg>
          <pc:spChg chg="add mod">
            <ac:chgData name="Khang Nguyễn Tấn Trần Minh" userId="c3808258-e92d-4bf9-b981-ea938a204001" providerId="ADAL" clId="{5B6F2BE7-3D84-4B5E-9065-D7CB14B9FA4B}" dt="2023-05-04T10:13:32.917" v="374"/>
            <ac:spMkLst>
              <pc:docMk/>
              <pc:sldMasterMk cId="0" sldId="2147483648"/>
              <pc:sldLayoutMk cId="788554045" sldId="2147483711"/>
              <ac:spMk id="4" creationId="{D4A4C1F9-81CD-D56F-EC94-62A54EC01336}"/>
            </ac:spMkLst>
          </pc:spChg>
          <pc:spChg chg="del">
            <ac:chgData name="Khang Nguyễn Tấn Trần Minh" userId="c3808258-e92d-4bf9-b981-ea938a204001" providerId="ADAL" clId="{5B6F2BE7-3D84-4B5E-9065-D7CB14B9FA4B}" dt="2023-05-04T09:13:00.902" v="122" actId="478"/>
            <ac:spMkLst>
              <pc:docMk/>
              <pc:sldMasterMk cId="0" sldId="2147483648"/>
              <pc:sldLayoutMk cId="788554045" sldId="2147483711"/>
              <ac:spMk id="5" creationId="{00000000-0000-0000-0000-000000000000}"/>
            </ac:spMkLst>
          </pc:spChg>
          <pc:spChg chg="del">
            <ac:chgData name="Khang Nguyễn Tấn Trần Minh" userId="c3808258-e92d-4bf9-b981-ea938a204001" providerId="ADAL" clId="{5B6F2BE7-3D84-4B5E-9065-D7CB14B9FA4B}" dt="2023-05-04T09:13:00.902" v="122" actId="478"/>
            <ac:spMkLst>
              <pc:docMk/>
              <pc:sldMasterMk cId="0" sldId="2147483648"/>
              <pc:sldLayoutMk cId="788554045" sldId="2147483711"/>
              <ac:spMk id="6" creationId="{00000000-0000-0000-0000-000000000000}"/>
            </ac:spMkLst>
          </pc:spChg>
          <pc:spChg chg="mod">
            <ac:chgData name="Khang Nguyễn Tấn Trần Minh" userId="c3808258-e92d-4bf9-b981-ea938a204001" providerId="ADAL" clId="{5B6F2BE7-3D84-4B5E-9065-D7CB14B9FA4B}" dt="2023-05-04T10:13:42.680" v="384" actId="1036"/>
            <ac:spMkLst>
              <pc:docMk/>
              <pc:sldMasterMk cId="0" sldId="2147483648"/>
              <pc:sldLayoutMk cId="788554045" sldId="2147483711"/>
              <ac:spMk id="8" creationId="{96160E72-CB3B-4B35-B991-A52F0E9D9B5B}"/>
            </ac:spMkLst>
          </pc:spChg>
        </pc:sldLayoutChg>
        <pc:sldLayoutChg chg="mod">
          <pc:chgData name="Khang Nguyễn Tấn Trần Minh" userId="c3808258-e92d-4bf9-b981-ea938a204001" providerId="ADAL" clId="{5B6F2BE7-3D84-4B5E-9065-D7CB14B9FA4B}" dt="2023-05-04T10:18:31.951" v="404" actId="6014"/>
          <pc:sldLayoutMkLst>
            <pc:docMk/>
            <pc:sldMasterMk cId="0" sldId="2147483648"/>
            <pc:sldLayoutMk cId="3901276885" sldId="2147483712"/>
          </pc:sldLayoutMkLst>
        </pc:sldLayoutChg>
        <pc:sldLayoutChg chg="modSp mod">
          <pc:chgData name="Khang Nguyễn Tấn Trần Minh" userId="c3808258-e92d-4bf9-b981-ea938a204001" providerId="ADAL" clId="{5B6F2BE7-3D84-4B5E-9065-D7CB14B9FA4B}" dt="2023-05-04T10:18:43.032" v="406" actId="6014"/>
          <pc:sldLayoutMkLst>
            <pc:docMk/>
            <pc:sldMasterMk cId="0" sldId="2147483648"/>
            <pc:sldLayoutMk cId="1285875025" sldId="2147483713"/>
          </pc:sldLayoutMkLst>
          <pc:spChg chg="mod">
            <ac:chgData name="Khang Nguyễn Tấn Trần Minh" userId="c3808258-e92d-4bf9-b981-ea938a204001" providerId="ADAL" clId="{5B6F2BE7-3D84-4B5E-9065-D7CB14B9FA4B}" dt="2023-05-04T09:22:29.071" v="184" actId="14100"/>
            <ac:spMkLst>
              <pc:docMk/>
              <pc:sldMasterMk cId="0" sldId="2147483648"/>
              <pc:sldLayoutMk cId="1285875025" sldId="2147483713"/>
              <ac:spMk id="3" creationId="{00000000-0000-0000-0000-000000000000}"/>
            </ac:spMkLst>
          </pc:spChg>
        </pc:sldLayoutChg>
        <pc:sldLayoutChg chg="modSp del">
          <pc:chgData name="Khang Nguyễn Tấn Trần Minh" userId="c3808258-e92d-4bf9-b981-ea938a204001" providerId="ADAL" clId="{5B6F2BE7-3D84-4B5E-9065-D7CB14B9FA4B}" dt="2023-05-04T09:50:44.848" v="331" actId="2696"/>
          <pc:sldLayoutMkLst>
            <pc:docMk/>
            <pc:sldMasterMk cId="0" sldId="2147483648"/>
            <pc:sldLayoutMk cId="3958690635" sldId="2147483714"/>
          </pc:sldLayoutMkLst>
          <pc:spChg chg="mod">
            <ac:chgData name="Khang Nguyễn Tấn Trần Minh" userId="c3808258-e92d-4bf9-b981-ea938a204001" providerId="ADAL" clId="{5B6F2BE7-3D84-4B5E-9065-D7CB14B9FA4B}" dt="2023-05-04T09:22:35.848" v="185" actId="14100"/>
            <ac:spMkLst>
              <pc:docMk/>
              <pc:sldMasterMk cId="0" sldId="2147483648"/>
              <pc:sldLayoutMk cId="3958690635" sldId="2147483714"/>
              <ac:spMk id="3" creationId="{00000000-0000-0000-0000-000000000000}"/>
            </ac:spMkLst>
          </pc:spChg>
        </pc:sldLayoutChg>
        <pc:sldLayoutChg chg="modSp mod">
          <pc:chgData name="Khang Nguyễn Tấn Trần Minh" userId="c3808258-e92d-4bf9-b981-ea938a204001" providerId="ADAL" clId="{5B6F2BE7-3D84-4B5E-9065-D7CB14B9FA4B}" dt="2023-05-04T10:19:06.187" v="408" actId="6014"/>
          <pc:sldLayoutMkLst>
            <pc:docMk/>
            <pc:sldMasterMk cId="0" sldId="2147483648"/>
            <pc:sldLayoutMk cId="2016639908" sldId="2147483715"/>
          </pc:sldLayoutMkLst>
          <pc:spChg chg="mod">
            <ac:chgData name="Khang Nguyễn Tấn Trần Minh" userId="c3808258-e92d-4bf9-b981-ea938a204001" providerId="ADAL" clId="{5B6F2BE7-3D84-4B5E-9065-D7CB14B9FA4B}" dt="2023-05-04T10:12:06.651" v="359" actId="14100"/>
            <ac:spMkLst>
              <pc:docMk/>
              <pc:sldMasterMk cId="0" sldId="2147483648"/>
              <pc:sldLayoutMk cId="2016639908" sldId="2147483715"/>
              <ac:spMk id="3" creationId="{00000000-0000-0000-0000-000000000000}"/>
            </ac:spMkLst>
          </pc:spChg>
        </pc:sldLayoutChg>
        <pc:sldLayoutChg chg="modSp mod">
          <pc:chgData name="Khang Nguyễn Tấn Trần Minh" userId="c3808258-e92d-4bf9-b981-ea938a204001" providerId="ADAL" clId="{5B6F2BE7-3D84-4B5E-9065-D7CB14B9FA4B}" dt="2023-05-04T10:16:40.744" v="391" actId="6014"/>
          <pc:sldLayoutMkLst>
            <pc:docMk/>
            <pc:sldMasterMk cId="0" sldId="2147483648"/>
            <pc:sldLayoutMk cId="1674919865" sldId="2147483717"/>
          </pc:sldLayoutMkLst>
          <pc:spChg chg="mod">
            <ac:chgData name="Khang Nguyễn Tấn Trần Minh" userId="c3808258-e92d-4bf9-b981-ea938a204001" providerId="ADAL" clId="{5B6F2BE7-3D84-4B5E-9065-D7CB14B9FA4B}" dt="2023-05-04T09:21:59.207" v="182" actId="14100"/>
            <ac:spMkLst>
              <pc:docMk/>
              <pc:sldMasterMk cId="0" sldId="2147483648"/>
              <pc:sldLayoutMk cId="1674919865" sldId="2147483717"/>
              <ac:spMk id="3" creationId="{ABE249C8-BF7A-4990-B3B9-274312BE8A3E}"/>
            </ac:spMkLst>
          </pc:spChg>
        </pc:sldLayoutChg>
        <pc:sldLayoutChg chg="mod">
          <pc:chgData name="Khang Nguyễn Tấn Trần Minh" userId="c3808258-e92d-4bf9-b981-ea938a204001" providerId="ADAL" clId="{5B6F2BE7-3D84-4B5E-9065-D7CB14B9FA4B}" dt="2023-05-04T10:20:57.359" v="418" actId="6014"/>
          <pc:sldLayoutMkLst>
            <pc:docMk/>
            <pc:sldMasterMk cId="0" sldId="2147483648"/>
            <pc:sldLayoutMk cId="3906246569" sldId="2147483718"/>
          </pc:sldLayoutMkLst>
        </pc:sldLayoutChg>
        <pc:sldLayoutChg chg="addSp modSp mod">
          <pc:chgData name="Khang Nguyễn Tấn Trần Minh" userId="c3808258-e92d-4bf9-b981-ea938a204001" providerId="ADAL" clId="{5B6F2BE7-3D84-4B5E-9065-D7CB14B9FA4B}" dt="2023-05-04T10:21:36.470" v="423" actId="6014"/>
          <pc:sldLayoutMkLst>
            <pc:docMk/>
            <pc:sldMasterMk cId="0" sldId="2147483648"/>
            <pc:sldLayoutMk cId="3613338590" sldId="2147483719"/>
          </pc:sldLayoutMkLst>
          <pc:spChg chg="mod">
            <ac:chgData name="Khang Nguyễn Tấn Trần Minh" userId="c3808258-e92d-4bf9-b981-ea938a204001" providerId="ADAL" clId="{5B6F2BE7-3D84-4B5E-9065-D7CB14B9FA4B}" dt="2023-05-04T09:24:55.778" v="191" actId="14100"/>
            <ac:spMkLst>
              <pc:docMk/>
              <pc:sldMasterMk cId="0" sldId="2147483648"/>
              <pc:sldLayoutMk cId="3613338590" sldId="2147483719"/>
              <ac:spMk id="3" creationId="{00000000-0000-0000-0000-000000000000}"/>
            </ac:spMkLst>
          </pc:spChg>
          <pc:spChg chg="add mod">
            <ac:chgData name="Khang Nguyễn Tấn Trần Minh" userId="c3808258-e92d-4bf9-b981-ea938a204001" providerId="ADAL" clId="{5B6F2BE7-3D84-4B5E-9065-D7CB14B9FA4B}" dt="2023-05-04T09:24:38.185" v="189"/>
            <ac:spMkLst>
              <pc:docMk/>
              <pc:sldMasterMk cId="0" sldId="2147483648"/>
              <pc:sldLayoutMk cId="3613338590" sldId="2147483719"/>
              <ac:spMk id="4" creationId="{166FD81B-D664-FF76-F971-91B15C5A35D7}"/>
            </ac:spMkLst>
          </pc:spChg>
          <pc:spChg chg="mod">
            <ac:chgData name="Khang Nguyễn Tấn Trần Minh" userId="c3808258-e92d-4bf9-b981-ea938a204001" providerId="ADAL" clId="{5B6F2BE7-3D84-4B5E-9065-D7CB14B9FA4B}" dt="2023-05-04T09:24:55.778" v="191" actId="14100"/>
            <ac:spMkLst>
              <pc:docMk/>
              <pc:sldMasterMk cId="0" sldId="2147483648"/>
              <pc:sldLayoutMk cId="3613338590" sldId="2147483719"/>
              <ac:spMk id="7" creationId="{1E586163-080C-4D92-9FF5-83B9A124C31B}"/>
            </ac:spMkLst>
          </pc:spChg>
          <pc:spChg chg="mod">
            <ac:chgData name="Khang Nguyễn Tấn Trần Minh" userId="c3808258-e92d-4bf9-b981-ea938a204001" providerId="ADAL" clId="{5B6F2BE7-3D84-4B5E-9065-D7CB14B9FA4B}" dt="2023-05-04T09:24:55.778" v="191" actId="14100"/>
            <ac:spMkLst>
              <pc:docMk/>
              <pc:sldMasterMk cId="0" sldId="2147483648"/>
              <pc:sldLayoutMk cId="3613338590" sldId="2147483719"/>
              <ac:spMk id="8" creationId="{60879BDB-29CC-404E-9DCA-E89C7B9070DD}"/>
            </ac:spMkLst>
          </pc:spChg>
          <pc:spChg chg="mod">
            <ac:chgData name="Khang Nguyễn Tấn Trần Minh" userId="c3808258-e92d-4bf9-b981-ea938a204001" providerId="ADAL" clId="{5B6F2BE7-3D84-4B5E-9065-D7CB14B9FA4B}" dt="2023-05-04T09:24:55.778" v="191" actId="14100"/>
            <ac:spMkLst>
              <pc:docMk/>
              <pc:sldMasterMk cId="0" sldId="2147483648"/>
              <pc:sldLayoutMk cId="3613338590" sldId="2147483719"/>
              <ac:spMk id="9" creationId="{2494B703-5983-4A4F-B197-D2C64EAA9F6A}"/>
            </ac:spMkLst>
          </pc:spChg>
        </pc:sldLayoutChg>
        <pc:sldLayoutChg chg="modSp mod">
          <pc:chgData name="Khang Nguyễn Tấn Trần Minh" userId="c3808258-e92d-4bf9-b981-ea938a204001" providerId="ADAL" clId="{5B6F2BE7-3D84-4B5E-9065-D7CB14B9FA4B}" dt="2023-05-04T09:30:53.117" v="240" actId="20577"/>
          <pc:sldLayoutMkLst>
            <pc:docMk/>
            <pc:sldMasterMk cId="0" sldId="2147483648"/>
            <pc:sldLayoutMk cId="2394464083" sldId="2147483720"/>
          </pc:sldLayoutMkLst>
          <pc:spChg chg="mod">
            <ac:chgData name="Khang Nguyễn Tấn Trần Minh" userId="c3808258-e92d-4bf9-b981-ea938a204001" providerId="ADAL" clId="{5B6F2BE7-3D84-4B5E-9065-D7CB14B9FA4B}" dt="2023-05-04T09:30:53.117" v="240" actId="20577"/>
            <ac:spMkLst>
              <pc:docMk/>
              <pc:sldMasterMk cId="0" sldId="2147483648"/>
              <pc:sldLayoutMk cId="2394464083" sldId="2147483720"/>
              <ac:spMk id="2" creationId="{00000000-0000-0000-0000-000000000000}"/>
            </ac:spMkLst>
          </pc:spChg>
        </pc:sldLayoutChg>
        <pc:sldLayoutChg chg="delSp modSp mod">
          <pc:chgData name="Khang Nguyễn Tấn Trần Minh" userId="c3808258-e92d-4bf9-b981-ea938a204001" providerId="ADAL" clId="{5B6F2BE7-3D84-4B5E-9065-D7CB14B9FA4B}" dt="2023-05-04T09:45:20.043" v="328" actId="6014"/>
          <pc:sldLayoutMkLst>
            <pc:docMk/>
            <pc:sldMasterMk cId="0" sldId="2147483648"/>
            <pc:sldLayoutMk cId="2009819241" sldId="2147483721"/>
          </pc:sldLayoutMkLst>
          <pc:spChg chg="del mod">
            <ac:chgData name="Khang Nguyễn Tấn Trần Minh" userId="c3808258-e92d-4bf9-b981-ea938a204001" providerId="ADAL" clId="{5B6F2BE7-3D84-4B5E-9065-D7CB14B9FA4B}" dt="2023-05-04T09:37:13.249" v="273" actId="478"/>
            <ac:spMkLst>
              <pc:docMk/>
              <pc:sldMasterMk cId="0" sldId="2147483648"/>
              <pc:sldLayoutMk cId="2009819241" sldId="2147483721"/>
              <ac:spMk id="7" creationId="{9C027E77-6012-42D7-99B0-1D322EEAFE5D}"/>
            </ac:spMkLst>
          </pc:spChg>
          <pc:spChg chg="mod">
            <ac:chgData name="Khang Nguyễn Tấn Trần Minh" userId="c3808258-e92d-4bf9-b981-ea938a204001" providerId="ADAL" clId="{5B6F2BE7-3D84-4B5E-9065-D7CB14B9FA4B}" dt="2023-05-04T09:38:19.317" v="287" actId="6549"/>
            <ac:spMkLst>
              <pc:docMk/>
              <pc:sldMasterMk cId="0" sldId="2147483648"/>
              <pc:sldLayoutMk cId="2009819241" sldId="2147483721"/>
              <ac:spMk id="8" creationId="{F597A347-30EE-4B72-93DA-C4CBE7049AF0}"/>
            </ac:spMkLst>
          </pc:spChg>
          <pc:spChg chg="mod">
            <ac:chgData name="Khang Nguyễn Tấn Trần Minh" userId="c3808258-e92d-4bf9-b981-ea938a204001" providerId="ADAL" clId="{5B6F2BE7-3D84-4B5E-9065-D7CB14B9FA4B}" dt="2023-05-04T09:38:22.364" v="288" actId="6549"/>
            <ac:spMkLst>
              <pc:docMk/>
              <pc:sldMasterMk cId="0" sldId="2147483648"/>
              <pc:sldLayoutMk cId="2009819241" sldId="2147483721"/>
              <ac:spMk id="9" creationId="{CCF626F4-8319-BB9A-3962-FB52D8DEB450}"/>
            </ac:spMkLst>
          </pc:spChg>
        </pc:sldLayoutChg>
        <pc:sldLayoutChg chg="modSp mod ord">
          <pc:chgData name="Khang Nguyễn Tấn Trần Minh" userId="c3808258-e92d-4bf9-b981-ea938a204001" providerId="ADAL" clId="{5B6F2BE7-3D84-4B5E-9065-D7CB14B9FA4B}" dt="2023-05-04T09:45:06.127" v="327" actId="6014"/>
          <pc:sldLayoutMkLst>
            <pc:docMk/>
            <pc:sldMasterMk cId="0" sldId="2147483648"/>
            <pc:sldLayoutMk cId="2030370261" sldId="2147483722"/>
          </pc:sldLayoutMkLst>
          <pc:spChg chg="mod">
            <ac:chgData name="Khang Nguyễn Tấn Trần Minh" userId="c3808258-e92d-4bf9-b981-ea938a204001" providerId="ADAL" clId="{5B6F2BE7-3D84-4B5E-9065-D7CB14B9FA4B}" dt="2023-05-04T09:39:57.428" v="322"/>
            <ac:spMkLst>
              <pc:docMk/>
              <pc:sldMasterMk cId="0" sldId="2147483648"/>
              <pc:sldLayoutMk cId="2030370261" sldId="2147483722"/>
              <ac:spMk id="3" creationId="{00000000-0000-0000-0000-000000000000}"/>
            </ac:spMkLst>
          </pc:spChg>
        </pc:sldLayoutChg>
        <pc:sldLayoutChg chg="mod">
          <pc:chgData name="Khang Nguyễn Tấn Trần Minh" userId="c3808258-e92d-4bf9-b981-ea938a204001" providerId="ADAL" clId="{5B6F2BE7-3D84-4B5E-9065-D7CB14B9FA4B}" dt="2023-05-04T09:45:38.183" v="329" actId="6014"/>
          <pc:sldLayoutMkLst>
            <pc:docMk/>
            <pc:sldMasterMk cId="0" sldId="2147483648"/>
            <pc:sldLayoutMk cId="999954831" sldId="2147483723"/>
          </pc:sldLayoutMkLst>
        </pc:sldLayoutChg>
        <pc:sldLayoutChg chg="addSp modSp mod">
          <pc:chgData name="Khang Nguyễn Tấn Trần Minh" userId="c3808258-e92d-4bf9-b981-ea938a204001" providerId="ADAL" clId="{5B6F2BE7-3D84-4B5E-9065-D7CB14B9FA4B}" dt="2023-05-04T10:16:06.564" v="389" actId="6014"/>
          <pc:sldLayoutMkLst>
            <pc:docMk/>
            <pc:sldMasterMk cId="0" sldId="2147483648"/>
            <pc:sldLayoutMk cId="1304103253" sldId="2147483724"/>
          </pc:sldLayoutMkLst>
          <pc:spChg chg="mod">
            <ac:chgData name="Khang Nguyễn Tấn Trần Minh" userId="c3808258-e92d-4bf9-b981-ea938a204001" providerId="ADAL" clId="{5B6F2BE7-3D84-4B5E-9065-D7CB14B9FA4B}" dt="2023-05-04T10:07:57.709" v="338" actId="14100"/>
            <ac:spMkLst>
              <pc:docMk/>
              <pc:sldMasterMk cId="0" sldId="2147483648"/>
              <pc:sldLayoutMk cId="1304103253" sldId="2147483724"/>
              <ac:spMk id="3" creationId="{00000000-0000-0000-0000-000000000000}"/>
            </ac:spMkLst>
          </pc:spChg>
          <pc:spChg chg="add mod">
            <ac:chgData name="Khang Nguyễn Tấn Trần Minh" userId="c3808258-e92d-4bf9-b981-ea938a204001" providerId="ADAL" clId="{5B6F2BE7-3D84-4B5E-9065-D7CB14B9FA4B}" dt="2023-05-04T10:07:52.843" v="337"/>
            <ac:spMkLst>
              <pc:docMk/>
              <pc:sldMasterMk cId="0" sldId="2147483648"/>
              <pc:sldLayoutMk cId="1304103253" sldId="2147483724"/>
              <ac:spMk id="4" creationId="{5204C06E-4BFD-7AE1-C5B0-925E1CA3A006}"/>
            </ac:spMkLst>
          </pc:spChg>
        </pc:sldLayoutChg>
        <pc:sldLayoutChg chg="addSp modSp mod">
          <pc:chgData name="Khang Nguyễn Tấn Trần Minh" userId="c3808258-e92d-4bf9-b981-ea938a204001" providerId="ADAL" clId="{5B6F2BE7-3D84-4B5E-9065-D7CB14B9FA4B}" dt="2023-05-04T10:15:53.318" v="387" actId="6014"/>
          <pc:sldLayoutMkLst>
            <pc:docMk/>
            <pc:sldMasterMk cId="0" sldId="2147483648"/>
            <pc:sldLayoutMk cId="1854227740" sldId="2147483725"/>
          </pc:sldLayoutMkLst>
          <pc:spChg chg="mod">
            <ac:chgData name="Khang Nguyễn Tấn Trần Minh" userId="c3808258-e92d-4bf9-b981-ea938a204001" providerId="ADAL" clId="{5B6F2BE7-3D84-4B5E-9065-D7CB14B9FA4B}" dt="2023-05-04T10:08:08.197" v="340" actId="14100"/>
            <ac:spMkLst>
              <pc:docMk/>
              <pc:sldMasterMk cId="0" sldId="2147483648"/>
              <pc:sldLayoutMk cId="1854227740" sldId="2147483725"/>
              <ac:spMk id="3" creationId="{00000000-0000-0000-0000-000000000000}"/>
            </ac:spMkLst>
          </pc:spChg>
          <pc:spChg chg="add mod">
            <ac:chgData name="Khang Nguyễn Tấn Trần Minh" userId="c3808258-e92d-4bf9-b981-ea938a204001" providerId="ADAL" clId="{5B6F2BE7-3D84-4B5E-9065-D7CB14B9FA4B}" dt="2023-05-04T10:08:03.554" v="339"/>
            <ac:spMkLst>
              <pc:docMk/>
              <pc:sldMasterMk cId="0" sldId="2147483648"/>
              <pc:sldLayoutMk cId="1854227740" sldId="2147483725"/>
              <ac:spMk id="4" creationId="{EC143EFF-2D7C-66B4-AFBA-F0B1D61C26BE}"/>
            </ac:spMkLst>
          </pc:spChg>
        </pc:sldLayoutChg>
        <pc:sldLayoutChg chg="addSp modSp mod">
          <pc:chgData name="Khang Nguyễn Tấn Trần Minh" userId="c3808258-e92d-4bf9-b981-ea938a204001" providerId="ADAL" clId="{5B6F2BE7-3D84-4B5E-9065-D7CB14B9FA4B}" dt="2023-05-04T10:16:35.852" v="390" actId="6014"/>
          <pc:sldLayoutMkLst>
            <pc:docMk/>
            <pc:sldMasterMk cId="0" sldId="2147483648"/>
            <pc:sldLayoutMk cId="3846093007" sldId="2147483726"/>
          </pc:sldLayoutMkLst>
          <pc:spChg chg="add mod">
            <ac:chgData name="Khang Nguyễn Tấn Trần Minh" userId="c3808258-e92d-4bf9-b981-ea938a204001" providerId="ADAL" clId="{5B6F2BE7-3D84-4B5E-9065-D7CB14B9FA4B}" dt="2023-05-04T10:08:20.782" v="341"/>
            <ac:spMkLst>
              <pc:docMk/>
              <pc:sldMasterMk cId="0" sldId="2147483648"/>
              <pc:sldLayoutMk cId="3846093007" sldId="2147483726"/>
              <ac:spMk id="2" creationId="{6A22855E-2136-B0AC-54BE-3BB2AF005D9A}"/>
            </ac:spMkLst>
          </pc:spChg>
          <pc:spChg chg="mod">
            <ac:chgData name="Khang Nguyễn Tấn Trần Minh" userId="c3808258-e92d-4bf9-b981-ea938a204001" providerId="ADAL" clId="{5B6F2BE7-3D84-4B5E-9065-D7CB14B9FA4B}" dt="2023-05-04T10:08:25.694" v="342" actId="14100"/>
            <ac:spMkLst>
              <pc:docMk/>
              <pc:sldMasterMk cId="0" sldId="2147483648"/>
              <pc:sldLayoutMk cId="3846093007" sldId="2147483726"/>
              <ac:spMk id="3" creationId="{ABE249C8-BF7A-4990-B3B9-274312BE8A3E}"/>
            </ac:spMkLst>
          </pc:spChg>
        </pc:sldLayoutChg>
        <pc:sldLayoutChg chg="addSp modSp mod">
          <pc:chgData name="Khang Nguyễn Tấn Trần Minh" userId="c3808258-e92d-4bf9-b981-ea938a204001" providerId="ADAL" clId="{5B6F2BE7-3D84-4B5E-9065-D7CB14B9FA4B}" dt="2023-05-04T10:17:13.026" v="393" actId="6014"/>
          <pc:sldLayoutMkLst>
            <pc:docMk/>
            <pc:sldMasterMk cId="0" sldId="2147483648"/>
            <pc:sldLayoutMk cId="2359938909" sldId="2147483727"/>
          </pc:sldLayoutMkLst>
          <pc:spChg chg="mod">
            <ac:chgData name="Khang Nguyễn Tấn Trần Minh" userId="c3808258-e92d-4bf9-b981-ea938a204001" providerId="ADAL" clId="{5B6F2BE7-3D84-4B5E-9065-D7CB14B9FA4B}" dt="2023-05-04T10:09:05.920" v="344" actId="14100"/>
            <ac:spMkLst>
              <pc:docMk/>
              <pc:sldMasterMk cId="0" sldId="2147483648"/>
              <pc:sldLayoutMk cId="2359938909" sldId="2147483727"/>
              <ac:spMk id="3" creationId="{00000000-0000-0000-0000-000000000000}"/>
            </ac:spMkLst>
          </pc:spChg>
          <pc:spChg chg="mod">
            <ac:chgData name="Khang Nguyễn Tấn Trần Minh" userId="c3808258-e92d-4bf9-b981-ea938a204001" providerId="ADAL" clId="{5B6F2BE7-3D84-4B5E-9065-D7CB14B9FA4B}" dt="2023-05-04T10:09:05.920" v="344" actId="14100"/>
            <ac:spMkLst>
              <pc:docMk/>
              <pc:sldMasterMk cId="0" sldId="2147483648"/>
              <pc:sldLayoutMk cId="2359938909" sldId="2147483727"/>
              <ac:spMk id="4" creationId="{00000000-0000-0000-0000-000000000000}"/>
            </ac:spMkLst>
          </pc:spChg>
          <pc:spChg chg="add mod">
            <ac:chgData name="Khang Nguyễn Tấn Trần Minh" userId="c3808258-e92d-4bf9-b981-ea938a204001" providerId="ADAL" clId="{5B6F2BE7-3D84-4B5E-9065-D7CB14B9FA4B}" dt="2023-05-04T10:08:59.100" v="343"/>
            <ac:spMkLst>
              <pc:docMk/>
              <pc:sldMasterMk cId="0" sldId="2147483648"/>
              <pc:sldLayoutMk cId="2359938909" sldId="2147483727"/>
              <ac:spMk id="5" creationId="{B16425CE-E883-3624-A5E7-4BF4CB536FFC}"/>
            </ac:spMkLst>
          </pc:spChg>
        </pc:sldLayoutChg>
        <pc:sldLayoutChg chg="addSp modSp add del mod">
          <pc:chgData name="Khang Nguyễn Tấn Trần Minh" userId="c3808258-e92d-4bf9-b981-ea938a204001" providerId="ADAL" clId="{5B6F2BE7-3D84-4B5E-9065-D7CB14B9FA4B}" dt="2023-05-04T10:17:39.046" v="398" actId="2696"/>
          <pc:sldLayoutMkLst>
            <pc:docMk/>
            <pc:sldMasterMk cId="0" sldId="2147483648"/>
            <pc:sldLayoutMk cId="989622958" sldId="2147483728"/>
          </pc:sldLayoutMkLst>
          <pc:spChg chg="mod">
            <ac:chgData name="Khang Nguyễn Tấn Trần Minh" userId="c3808258-e92d-4bf9-b981-ea938a204001" providerId="ADAL" clId="{5B6F2BE7-3D84-4B5E-9065-D7CB14B9FA4B}" dt="2023-05-04T10:09:24.771" v="346" actId="14100"/>
            <ac:spMkLst>
              <pc:docMk/>
              <pc:sldMasterMk cId="0" sldId="2147483648"/>
              <pc:sldLayoutMk cId="989622958" sldId="2147483728"/>
              <ac:spMk id="3" creationId="{00000000-0000-0000-0000-000000000000}"/>
            </ac:spMkLst>
          </pc:spChg>
          <pc:spChg chg="mod">
            <ac:chgData name="Khang Nguyễn Tấn Trần Minh" userId="c3808258-e92d-4bf9-b981-ea938a204001" providerId="ADAL" clId="{5B6F2BE7-3D84-4B5E-9065-D7CB14B9FA4B}" dt="2023-05-04T10:09:24.771" v="346" actId="14100"/>
            <ac:spMkLst>
              <pc:docMk/>
              <pc:sldMasterMk cId="0" sldId="2147483648"/>
              <pc:sldLayoutMk cId="989622958" sldId="2147483728"/>
              <ac:spMk id="4" creationId="{00000000-0000-0000-0000-000000000000}"/>
            </ac:spMkLst>
          </pc:spChg>
          <pc:spChg chg="add mod">
            <ac:chgData name="Khang Nguyễn Tấn Trần Minh" userId="c3808258-e92d-4bf9-b981-ea938a204001" providerId="ADAL" clId="{5B6F2BE7-3D84-4B5E-9065-D7CB14B9FA4B}" dt="2023-05-04T10:09:16.406" v="345"/>
            <ac:spMkLst>
              <pc:docMk/>
              <pc:sldMasterMk cId="0" sldId="2147483648"/>
              <pc:sldLayoutMk cId="989622958" sldId="2147483728"/>
              <ac:spMk id="5" creationId="{028212B4-9DFE-2A94-C8E6-5E7E3C27E079}"/>
            </ac:spMkLst>
          </pc:spChg>
        </pc:sldLayoutChg>
        <pc:sldLayoutChg chg="addSp modSp mod">
          <pc:chgData name="Khang Nguyễn Tấn Trần Minh" userId="c3808258-e92d-4bf9-b981-ea938a204001" providerId="ADAL" clId="{5B6F2BE7-3D84-4B5E-9065-D7CB14B9FA4B}" dt="2023-05-04T10:17:56.247" v="399" actId="6014"/>
          <pc:sldLayoutMkLst>
            <pc:docMk/>
            <pc:sldMasterMk cId="0" sldId="2147483648"/>
            <pc:sldLayoutMk cId="1373676361" sldId="2147483729"/>
          </pc:sldLayoutMkLst>
          <pc:spChg chg="mod">
            <ac:chgData name="Khang Nguyễn Tấn Trần Minh" userId="c3808258-e92d-4bf9-b981-ea938a204001" providerId="ADAL" clId="{5B6F2BE7-3D84-4B5E-9065-D7CB14B9FA4B}" dt="2023-05-04T10:09:35.463" v="348" actId="14100"/>
            <ac:spMkLst>
              <pc:docMk/>
              <pc:sldMasterMk cId="0" sldId="2147483648"/>
              <pc:sldLayoutMk cId="1373676361" sldId="2147483729"/>
              <ac:spMk id="3" creationId="{00000000-0000-0000-0000-000000000000}"/>
            </ac:spMkLst>
          </pc:spChg>
          <pc:spChg chg="mod">
            <ac:chgData name="Khang Nguyễn Tấn Trần Minh" userId="c3808258-e92d-4bf9-b981-ea938a204001" providerId="ADAL" clId="{5B6F2BE7-3D84-4B5E-9065-D7CB14B9FA4B}" dt="2023-05-04T10:09:35.463" v="348" actId="14100"/>
            <ac:spMkLst>
              <pc:docMk/>
              <pc:sldMasterMk cId="0" sldId="2147483648"/>
              <pc:sldLayoutMk cId="1373676361" sldId="2147483729"/>
              <ac:spMk id="4" creationId="{00000000-0000-0000-0000-000000000000}"/>
            </ac:spMkLst>
          </pc:spChg>
          <pc:spChg chg="add mod">
            <ac:chgData name="Khang Nguyễn Tấn Trần Minh" userId="c3808258-e92d-4bf9-b981-ea938a204001" providerId="ADAL" clId="{5B6F2BE7-3D84-4B5E-9065-D7CB14B9FA4B}" dt="2023-05-04T10:09:29.211" v="347"/>
            <ac:spMkLst>
              <pc:docMk/>
              <pc:sldMasterMk cId="0" sldId="2147483648"/>
              <pc:sldLayoutMk cId="1373676361" sldId="2147483729"/>
              <ac:spMk id="5" creationId="{797E723B-E223-C420-ED51-5B5A20516705}"/>
            </ac:spMkLst>
          </pc:spChg>
        </pc:sldLayoutChg>
        <pc:sldLayoutChg chg="addSp modSp mod">
          <pc:chgData name="Khang Nguyễn Tấn Trần Minh" userId="c3808258-e92d-4bf9-b981-ea938a204001" providerId="ADAL" clId="{5B6F2BE7-3D84-4B5E-9065-D7CB14B9FA4B}" dt="2023-05-04T10:18:08.196" v="401" actId="6014"/>
          <pc:sldLayoutMkLst>
            <pc:docMk/>
            <pc:sldMasterMk cId="0" sldId="2147483648"/>
            <pc:sldLayoutMk cId="516248891" sldId="2147483730"/>
          </pc:sldLayoutMkLst>
          <pc:spChg chg="mod">
            <ac:chgData name="Khang Nguyễn Tấn Trần Minh" userId="c3808258-e92d-4bf9-b981-ea938a204001" providerId="ADAL" clId="{5B6F2BE7-3D84-4B5E-9065-D7CB14B9FA4B}" dt="2023-05-04T10:09:46.170" v="350" actId="14100"/>
            <ac:spMkLst>
              <pc:docMk/>
              <pc:sldMasterMk cId="0" sldId="2147483648"/>
              <pc:sldLayoutMk cId="516248891" sldId="2147483730"/>
              <ac:spMk id="3" creationId="{00000000-0000-0000-0000-000000000000}"/>
            </ac:spMkLst>
          </pc:spChg>
          <pc:spChg chg="add mod">
            <ac:chgData name="Khang Nguyễn Tấn Trần Minh" userId="c3808258-e92d-4bf9-b981-ea938a204001" providerId="ADAL" clId="{5B6F2BE7-3D84-4B5E-9065-D7CB14B9FA4B}" dt="2023-05-04T10:09:40.148" v="349"/>
            <ac:spMkLst>
              <pc:docMk/>
              <pc:sldMasterMk cId="0" sldId="2147483648"/>
              <pc:sldLayoutMk cId="516248891" sldId="2147483730"/>
              <ac:spMk id="4" creationId="{BCC583C3-4424-7F8E-3E7B-CA6ADF0427B0}"/>
            </ac:spMkLst>
          </pc:spChg>
          <pc:spChg chg="mod">
            <ac:chgData name="Khang Nguyễn Tấn Trần Minh" userId="c3808258-e92d-4bf9-b981-ea938a204001" providerId="ADAL" clId="{5B6F2BE7-3D84-4B5E-9065-D7CB14B9FA4B}" dt="2023-05-04T10:09:46.170" v="350" actId="14100"/>
            <ac:spMkLst>
              <pc:docMk/>
              <pc:sldMasterMk cId="0" sldId="2147483648"/>
              <pc:sldLayoutMk cId="516248891" sldId="2147483730"/>
              <ac:spMk id="6" creationId="{72215DFE-C786-4C03-A1F8-74645480087D}"/>
            </ac:spMkLst>
          </pc:spChg>
        </pc:sldLayoutChg>
        <pc:sldLayoutChg chg="addSp modSp mod">
          <pc:chgData name="Khang Nguyễn Tấn Trần Minh" userId="c3808258-e92d-4bf9-b981-ea938a204001" providerId="ADAL" clId="{5B6F2BE7-3D84-4B5E-9065-D7CB14B9FA4B}" dt="2023-05-04T10:18:24.980" v="403" actId="6014"/>
          <pc:sldLayoutMkLst>
            <pc:docMk/>
            <pc:sldMasterMk cId="0" sldId="2147483648"/>
            <pc:sldLayoutMk cId="5163302" sldId="2147483731"/>
          </pc:sldLayoutMkLst>
          <pc:spChg chg="mod">
            <ac:chgData name="Khang Nguyễn Tấn Trần Minh" userId="c3808258-e92d-4bf9-b981-ea938a204001" providerId="ADAL" clId="{5B6F2BE7-3D84-4B5E-9065-D7CB14B9FA4B}" dt="2023-05-04T10:09:56.237" v="352" actId="14100"/>
            <ac:spMkLst>
              <pc:docMk/>
              <pc:sldMasterMk cId="0" sldId="2147483648"/>
              <pc:sldLayoutMk cId="5163302" sldId="2147483731"/>
              <ac:spMk id="3" creationId="{00000000-0000-0000-0000-000000000000}"/>
            </ac:spMkLst>
          </pc:spChg>
          <pc:spChg chg="add mod">
            <ac:chgData name="Khang Nguyễn Tấn Trần Minh" userId="c3808258-e92d-4bf9-b981-ea938a204001" providerId="ADAL" clId="{5B6F2BE7-3D84-4B5E-9065-D7CB14B9FA4B}" dt="2023-05-04T10:09:49.531" v="351"/>
            <ac:spMkLst>
              <pc:docMk/>
              <pc:sldMasterMk cId="0" sldId="2147483648"/>
              <pc:sldLayoutMk cId="5163302" sldId="2147483731"/>
              <ac:spMk id="4" creationId="{55D3D54F-B6A2-F83D-2883-0F1C5B49BCD4}"/>
            </ac:spMkLst>
          </pc:spChg>
          <pc:spChg chg="mod">
            <ac:chgData name="Khang Nguyễn Tấn Trần Minh" userId="c3808258-e92d-4bf9-b981-ea938a204001" providerId="ADAL" clId="{5B6F2BE7-3D84-4B5E-9065-D7CB14B9FA4B}" dt="2023-05-04T10:09:56.237" v="352" actId="14100"/>
            <ac:spMkLst>
              <pc:docMk/>
              <pc:sldMasterMk cId="0" sldId="2147483648"/>
              <pc:sldLayoutMk cId="5163302" sldId="2147483731"/>
              <ac:spMk id="6" creationId="{72215DFE-C786-4C03-A1F8-74645480087D}"/>
            </ac:spMkLst>
          </pc:spChg>
        </pc:sldLayoutChg>
        <pc:sldLayoutChg chg="addSp modSp mod">
          <pc:chgData name="Khang Nguyễn Tấn Trần Minh" userId="c3808258-e92d-4bf9-b981-ea938a204001" providerId="ADAL" clId="{5B6F2BE7-3D84-4B5E-9065-D7CB14B9FA4B}" dt="2023-05-04T10:18:37.136" v="405" actId="6014"/>
          <pc:sldLayoutMkLst>
            <pc:docMk/>
            <pc:sldMasterMk cId="0" sldId="2147483648"/>
            <pc:sldLayoutMk cId="377557769" sldId="2147483732"/>
          </pc:sldLayoutMkLst>
          <pc:spChg chg="mod">
            <ac:chgData name="Khang Nguyễn Tấn Trần Minh" userId="c3808258-e92d-4bf9-b981-ea938a204001" providerId="ADAL" clId="{5B6F2BE7-3D84-4B5E-9065-D7CB14B9FA4B}" dt="2023-05-04T10:11:30.404" v="354" actId="14100"/>
            <ac:spMkLst>
              <pc:docMk/>
              <pc:sldMasterMk cId="0" sldId="2147483648"/>
              <pc:sldLayoutMk cId="377557769" sldId="2147483732"/>
              <ac:spMk id="4" creationId="{00000000-0000-0000-0000-000000000000}"/>
            </ac:spMkLst>
          </pc:spChg>
          <pc:spChg chg="mod">
            <ac:chgData name="Khang Nguyễn Tấn Trần Minh" userId="c3808258-e92d-4bf9-b981-ea938a204001" providerId="ADAL" clId="{5B6F2BE7-3D84-4B5E-9065-D7CB14B9FA4B}" dt="2023-05-04T10:11:30.404" v="354" actId="14100"/>
            <ac:spMkLst>
              <pc:docMk/>
              <pc:sldMasterMk cId="0" sldId="2147483648"/>
              <pc:sldLayoutMk cId="377557769" sldId="2147483732"/>
              <ac:spMk id="6" creationId="{00000000-0000-0000-0000-000000000000}"/>
            </ac:spMkLst>
          </pc:spChg>
          <pc:spChg chg="add mod">
            <ac:chgData name="Khang Nguyễn Tấn Trần Minh" userId="c3808258-e92d-4bf9-b981-ea938a204001" providerId="ADAL" clId="{5B6F2BE7-3D84-4B5E-9065-D7CB14B9FA4B}" dt="2023-05-04T10:11:23.731" v="353"/>
            <ac:spMkLst>
              <pc:docMk/>
              <pc:sldMasterMk cId="0" sldId="2147483648"/>
              <pc:sldLayoutMk cId="377557769" sldId="2147483732"/>
              <ac:spMk id="7" creationId="{895A939C-68D5-2DF8-CDA1-EB138EB7C0CD}"/>
            </ac:spMkLst>
          </pc:spChg>
        </pc:sldLayoutChg>
        <pc:sldLayoutChg chg="addSp modSp mod">
          <pc:chgData name="Khang Nguyễn Tấn Trần Minh" userId="c3808258-e92d-4bf9-b981-ea938a204001" providerId="ADAL" clId="{5B6F2BE7-3D84-4B5E-9065-D7CB14B9FA4B}" dt="2023-05-04T10:18:49.210" v="407" actId="6014"/>
          <pc:sldLayoutMkLst>
            <pc:docMk/>
            <pc:sldMasterMk cId="0" sldId="2147483648"/>
            <pc:sldLayoutMk cId="1496161169" sldId="2147483733"/>
          </pc:sldLayoutMkLst>
          <pc:spChg chg="mod">
            <ac:chgData name="Khang Nguyễn Tấn Trần Minh" userId="c3808258-e92d-4bf9-b981-ea938a204001" providerId="ADAL" clId="{5B6F2BE7-3D84-4B5E-9065-D7CB14B9FA4B}" dt="2023-05-04T10:11:44.086" v="356" actId="14100"/>
            <ac:spMkLst>
              <pc:docMk/>
              <pc:sldMasterMk cId="0" sldId="2147483648"/>
              <pc:sldLayoutMk cId="1496161169" sldId="2147483733"/>
              <ac:spMk id="4" creationId="{00000000-0000-0000-0000-000000000000}"/>
            </ac:spMkLst>
          </pc:spChg>
          <pc:spChg chg="add mod">
            <ac:chgData name="Khang Nguyễn Tấn Trần Minh" userId="c3808258-e92d-4bf9-b981-ea938a204001" providerId="ADAL" clId="{5B6F2BE7-3D84-4B5E-9065-D7CB14B9FA4B}" dt="2023-05-04T10:11:37.160" v="355"/>
            <ac:spMkLst>
              <pc:docMk/>
              <pc:sldMasterMk cId="0" sldId="2147483648"/>
              <pc:sldLayoutMk cId="1496161169" sldId="2147483733"/>
              <ac:spMk id="5" creationId="{E44EB4D9-43E9-2D6E-F53C-2767330A2DF4}"/>
            </ac:spMkLst>
          </pc:spChg>
          <pc:spChg chg="mod">
            <ac:chgData name="Khang Nguyễn Tấn Trần Minh" userId="c3808258-e92d-4bf9-b981-ea938a204001" providerId="ADAL" clId="{5B6F2BE7-3D84-4B5E-9065-D7CB14B9FA4B}" dt="2023-05-04T10:11:44.086" v="356" actId="14100"/>
            <ac:spMkLst>
              <pc:docMk/>
              <pc:sldMasterMk cId="0" sldId="2147483648"/>
              <pc:sldLayoutMk cId="1496161169" sldId="2147483733"/>
              <ac:spMk id="6" creationId="{00000000-0000-0000-0000-000000000000}"/>
            </ac:spMkLst>
          </pc:spChg>
        </pc:sldLayoutChg>
        <pc:sldLayoutChg chg="addSp modSp mod">
          <pc:chgData name="Khang Nguyễn Tấn Trần Minh" userId="c3808258-e92d-4bf9-b981-ea938a204001" providerId="ADAL" clId="{5B6F2BE7-3D84-4B5E-9065-D7CB14B9FA4B}" dt="2023-05-04T10:19:11.973" v="409" actId="6014"/>
          <pc:sldLayoutMkLst>
            <pc:docMk/>
            <pc:sldMasterMk cId="0" sldId="2147483648"/>
            <pc:sldLayoutMk cId="3721317589" sldId="2147483734"/>
          </pc:sldLayoutMkLst>
          <pc:spChg chg="mod">
            <ac:chgData name="Khang Nguyễn Tấn Trần Minh" userId="c3808258-e92d-4bf9-b981-ea938a204001" providerId="ADAL" clId="{5B6F2BE7-3D84-4B5E-9065-D7CB14B9FA4B}" dt="2023-05-04T10:12:12.144" v="360" actId="14100"/>
            <ac:spMkLst>
              <pc:docMk/>
              <pc:sldMasterMk cId="0" sldId="2147483648"/>
              <pc:sldLayoutMk cId="3721317589" sldId="2147483734"/>
              <ac:spMk id="3" creationId="{00000000-0000-0000-0000-000000000000}"/>
            </ac:spMkLst>
          </pc:spChg>
          <pc:spChg chg="mod">
            <ac:chgData name="Khang Nguyễn Tấn Trần Minh" userId="c3808258-e92d-4bf9-b981-ea938a204001" providerId="ADAL" clId="{5B6F2BE7-3D84-4B5E-9065-D7CB14B9FA4B}" dt="2023-05-04T10:11:57.238" v="358" actId="14100"/>
            <ac:spMkLst>
              <pc:docMk/>
              <pc:sldMasterMk cId="0" sldId="2147483648"/>
              <pc:sldLayoutMk cId="3721317589" sldId="2147483734"/>
              <ac:spMk id="4" creationId="{00000000-0000-0000-0000-000000000000}"/>
            </ac:spMkLst>
          </pc:spChg>
          <pc:spChg chg="add mod">
            <ac:chgData name="Khang Nguyễn Tấn Trần Minh" userId="c3808258-e92d-4bf9-b981-ea938a204001" providerId="ADAL" clId="{5B6F2BE7-3D84-4B5E-9065-D7CB14B9FA4B}" dt="2023-05-04T10:11:51.157" v="357"/>
            <ac:spMkLst>
              <pc:docMk/>
              <pc:sldMasterMk cId="0" sldId="2147483648"/>
              <pc:sldLayoutMk cId="3721317589" sldId="2147483734"/>
              <ac:spMk id="5" creationId="{10B9B77A-A705-2B88-D26C-888E54B9A2A2}"/>
            </ac:spMkLst>
          </pc:spChg>
        </pc:sldLayoutChg>
        <pc:sldLayoutChg chg="addSp modSp mod">
          <pc:chgData name="Khang Nguyễn Tấn Trần Minh" userId="c3808258-e92d-4bf9-b981-ea938a204001" providerId="ADAL" clId="{5B6F2BE7-3D84-4B5E-9065-D7CB14B9FA4B}" dt="2023-05-04T10:19:51.292" v="411" actId="6014"/>
          <pc:sldLayoutMkLst>
            <pc:docMk/>
            <pc:sldMasterMk cId="0" sldId="2147483648"/>
            <pc:sldLayoutMk cId="1729188282" sldId="2147483735"/>
          </pc:sldLayoutMkLst>
          <pc:spChg chg="mod">
            <ac:chgData name="Khang Nguyễn Tấn Trần Minh" userId="c3808258-e92d-4bf9-b981-ea938a204001" providerId="ADAL" clId="{5B6F2BE7-3D84-4B5E-9065-D7CB14B9FA4B}" dt="2023-05-04T10:12:43.273" v="362" actId="14100"/>
            <ac:spMkLst>
              <pc:docMk/>
              <pc:sldMasterMk cId="0" sldId="2147483648"/>
              <pc:sldLayoutMk cId="1729188282" sldId="2147483735"/>
              <ac:spMk id="3" creationId="{00000000-0000-0000-0000-000000000000}"/>
            </ac:spMkLst>
          </pc:spChg>
          <pc:spChg chg="add mod">
            <ac:chgData name="Khang Nguyễn Tấn Trần Minh" userId="c3808258-e92d-4bf9-b981-ea938a204001" providerId="ADAL" clId="{5B6F2BE7-3D84-4B5E-9065-D7CB14B9FA4B}" dt="2023-05-04T10:12:23.710" v="361"/>
            <ac:spMkLst>
              <pc:docMk/>
              <pc:sldMasterMk cId="0" sldId="2147483648"/>
              <pc:sldLayoutMk cId="1729188282" sldId="2147483735"/>
              <ac:spMk id="4" creationId="{57311796-72DC-4BB7-31C2-CB4F68F76B24}"/>
            </ac:spMkLst>
          </pc:spChg>
          <pc:spChg chg="mod">
            <ac:chgData name="Khang Nguyễn Tấn Trần Minh" userId="c3808258-e92d-4bf9-b981-ea938a204001" providerId="ADAL" clId="{5B6F2BE7-3D84-4B5E-9065-D7CB14B9FA4B}" dt="2023-05-04T10:13:11.577" v="371" actId="1036"/>
            <ac:spMkLst>
              <pc:docMk/>
              <pc:sldMasterMk cId="0" sldId="2147483648"/>
              <pc:sldLayoutMk cId="1729188282" sldId="2147483735"/>
              <ac:spMk id="8" creationId="{96160E72-CB3B-4B35-B991-A52F0E9D9B5B}"/>
            </ac:spMkLst>
          </pc:spChg>
        </pc:sldLayoutChg>
        <pc:sldLayoutChg chg="addSp modSp mod">
          <pc:chgData name="Khang Nguyễn Tấn Trần Minh" userId="c3808258-e92d-4bf9-b981-ea938a204001" providerId="ADAL" clId="{5B6F2BE7-3D84-4B5E-9065-D7CB14B9FA4B}" dt="2023-05-04T10:20:02.157" v="413" actId="6014"/>
          <pc:sldLayoutMkLst>
            <pc:docMk/>
            <pc:sldMasterMk cId="0" sldId="2147483648"/>
            <pc:sldLayoutMk cId="1795428293" sldId="2147483736"/>
          </pc:sldLayoutMkLst>
          <pc:spChg chg="add mod">
            <ac:chgData name="Khang Nguyễn Tấn Trần Minh" userId="c3808258-e92d-4bf9-b981-ea938a204001" providerId="ADAL" clId="{5B6F2BE7-3D84-4B5E-9065-D7CB14B9FA4B}" dt="2023-05-04T10:13:22.678" v="372"/>
            <ac:spMkLst>
              <pc:docMk/>
              <pc:sldMasterMk cId="0" sldId="2147483648"/>
              <pc:sldLayoutMk cId="1795428293" sldId="2147483736"/>
              <ac:spMk id="4" creationId="{DD504C8E-CD1E-7326-602A-6498C81631E4}"/>
            </ac:spMkLst>
          </pc:spChg>
          <pc:spChg chg="mod">
            <ac:chgData name="Khang Nguyễn Tấn Trần Minh" userId="c3808258-e92d-4bf9-b981-ea938a204001" providerId="ADAL" clId="{5B6F2BE7-3D84-4B5E-9065-D7CB14B9FA4B}" dt="2023-05-04T10:13:26.778" v="373" actId="14100"/>
            <ac:spMkLst>
              <pc:docMk/>
              <pc:sldMasterMk cId="0" sldId="2147483648"/>
              <pc:sldLayoutMk cId="1795428293" sldId="2147483736"/>
              <ac:spMk id="8" creationId="{96160E72-CB3B-4B35-B991-A52F0E9D9B5B}"/>
            </ac:spMkLst>
          </pc:spChg>
        </pc:sldLayoutChg>
        <pc:sldLayoutChg chg="mod ord">
          <pc:chgData name="Khang Nguyễn Tấn Trần Minh" userId="c3808258-e92d-4bf9-b981-ea938a204001" providerId="ADAL" clId="{5B6F2BE7-3D84-4B5E-9065-D7CB14B9FA4B}" dt="2023-05-04T10:20:10.002" v="414" actId="6014"/>
          <pc:sldLayoutMkLst>
            <pc:docMk/>
            <pc:sldMasterMk cId="0" sldId="2147483648"/>
            <pc:sldLayoutMk cId="4019919018" sldId="2147483737"/>
          </pc:sldLayoutMkLst>
        </pc:sldLayoutChg>
      </pc:sldMasterChg>
    </pc:docChg>
  </pc:docChgLst>
  <pc:docChgLst>
    <pc:chgData name="Khang Nguyen" userId="d78365940f7d9640" providerId="LiveId" clId="{35C7E309-74D5-4C22-9983-7CE5420B7F7D}"/>
    <pc:docChg chg="custSel addSld delSld modSld modMainMaster">
      <pc:chgData name="Khang Nguyen" userId="d78365940f7d9640" providerId="LiveId" clId="{35C7E309-74D5-4C22-9983-7CE5420B7F7D}" dt="2024-06-21T01:53:09.793" v="122" actId="478"/>
      <pc:docMkLst>
        <pc:docMk/>
      </pc:docMkLst>
      <pc:sldChg chg="modSp del mod">
        <pc:chgData name="Khang Nguyen" userId="d78365940f7d9640" providerId="LiveId" clId="{35C7E309-74D5-4C22-9983-7CE5420B7F7D}" dt="2024-06-04T08:12:40.184" v="14" actId="47"/>
        <pc:sldMkLst>
          <pc:docMk/>
          <pc:sldMk cId="2513082708" sldId="329"/>
        </pc:sldMkLst>
        <pc:spChg chg="mod">
          <ac:chgData name="Khang Nguyen" userId="d78365940f7d9640" providerId="LiveId" clId="{35C7E309-74D5-4C22-9983-7CE5420B7F7D}" dt="2024-06-04T08:11:24.893" v="10" actId="6549"/>
          <ac:spMkLst>
            <pc:docMk/>
            <pc:sldMk cId="2513082708" sldId="329"/>
            <ac:spMk id="2" creationId="{A2F805E7-BCE4-FAEE-98DF-55D674334D43}"/>
          </ac:spMkLst>
        </pc:spChg>
      </pc:sldChg>
      <pc:sldChg chg="del">
        <pc:chgData name="Khang Nguyen" userId="d78365940f7d9640" providerId="LiveId" clId="{35C7E309-74D5-4C22-9983-7CE5420B7F7D}" dt="2024-05-25T02:42:20.210" v="2" actId="47"/>
        <pc:sldMkLst>
          <pc:docMk/>
          <pc:sldMk cId="3634581261" sldId="331"/>
        </pc:sldMkLst>
      </pc:sldChg>
      <pc:sldChg chg="del">
        <pc:chgData name="Khang Nguyen" userId="d78365940f7d9640" providerId="LiveId" clId="{35C7E309-74D5-4C22-9983-7CE5420B7F7D}" dt="2024-05-25T02:42:20.210" v="2" actId="47"/>
        <pc:sldMkLst>
          <pc:docMk/>
          <pc:sldMk cId="3811616199" sldId="333"/>
        </pc:sldMkLst>
      </pc:sldChg>
      <pc:sldChg chg="del">
        <pc:chgData name="Khang Nguyen" userId="d78365940f7d9640" providerId="LiveId" clId="{35C7E309-74D5-4C22-9983-7CE5420B7F7D}" dt="2024-05-25T02:42:20.210" v="2" actId="47"/>
        <pc:sldMkLst>
          <pc:docMk/>
          <pc:sldMk cId="1418652103" sldId="334"/>
        </pc:sldMkLst>
      </pc:sldChg>
      <pc:sldChg chg="del">
        <pc:chgData name="Khang Nguyen" userId="d78365940f7d9640" providerId="LiveId" clId="{35C7E309-74D5-4C22-9983-7CE5420B7F7D}" dt="2024-05-25T02:42:20.210" v="2" actId="47"/>
        <pc:sldMkLst>
          <pc:docMk/>
          <pc:sldMk cId="1389685829" sldId="335"/>
        </pc:sldMkLst>
      </pc:sldChg>
      <pc:sldChg chg="del">
        <pc:chgData name="Khang Nguyen" userId="d78365940f7d9640" providerId="LiveId" clId="{35C7E309-74D5-4C22-9983-7CE5420B7F7D}" dt="2024-05-25T02:42:20.210" v="2" actId="47"/>
        <pc:sldMkLst>
          <pc:docMk/>
          <pc:sldMk cId="3787785886" sldId="336"/>
        </pc:sldMkLst>
      </pc:sldChg>
      <pc:sldChg chg="add del">
        <pc:chgData name="Khang Nguyen" userId="d78365940f7d9640" providerId="LiveId" clId="{35C7E309-74D5-4C22-9983-7CE5420B7F7D}" dt="2024-06-04T08:12:14.967" v="12" actId="47"/>
        <pc:sldMkLst>
          <pc:docMk/>
          <pc:sldMk cId="1584680975" sldId="1580"/>
        </pc:sldMkLst>
      </pc:sldChg>
      <pc:sldChg chg="addSp delSp modSp new mod modClrScheme chgLayout">
        <pc:chgData name="Khang Nguyen" userId="d78365940f7d9640" providerId="LiveId" clId="{35C7E309-74D5-4C22-9983-7CE5420B7F7D}" dt="2024-05-25T02:42:34.974" v="8" actId="700"/>
        <pc:sldMkLst>
          <pc:docMk/>
          <pc:sldMk cId="1962140461" sldId="1581"/>
        </pc:sldMkLst>
        <pc:spChg chg="del mod ord">
          <ac:chgData name="Khang Nguyen" userId="d78365940f7d9640" providerId="LiveId" clId="{35C7E309-74D5-4C22-9983-7CE5420B7F7D}" dt="2024-05-25T02:42:34.974" v="8" actId="700"/>
          <ac:spMkLst>
            <pc:docMk/>
            <pc:sldMk cId="1962140461" sldId="1581"/>
            <ac:spMk id="2" creationId="{AF3926FB-7950-6127-9C64-05F2C70A6C2B}"/>
          </ac:spMkLst>
        </pc:spChg>
        <pc:spChg chg="del mod ord">
          <ac:chgData name="Khang Nguyen" userId="d78365940f7d9640" providerId="LiveId" clId="{35C7E309-74D5-4C22-9983-7CE5420B7F7D}" dt="2024-05-25T02:42:34.974" v="8" actId="700"/>
          <ac:spMkLst>
            <pc:docMk/>
            <pc:sldMk cId="1962140461" sldId="1581"/>
            <ac:spMk id="3" creationId="{FA452EDE-A417-AEF2-1A42-9C7E3211F7DA}"/>
          </ac:spMkLst>
        </pc:spChg>
        <pc:spChg chg="del">
          <ac:chgData name="Khang Nguyen" userId="d78365940f7d9640" providerId="LiveId" clId="{35C7E309-74D5-4C22-9983-7CE5420B7F7D}" dt="2024-05-25T02:42:34.974" v="8" actId="700"/>
          <ac:spMkLst>
            <pc:docMk/>
            <pc:sldMk cId="1962140461" sldId="1581"/>
            <ac:spMk id="4" creationId="{F8C8C6BB-043E-7E16-8333-6EB049B7879B}"/>
          </ac:spMkLst>
        </pc:spChg>
        <pc:spChg chg="add mod ord">
          <ac:chgData name="Khang Nguyen" userId="d78365940f7d9640" providerId="LiveId" clId="{35C7E309-74D5-4C22-9983-7CE5420B7F7D}" dt="2024-05-25T02:42:34.974" v="8" actId="700"/>
          <ac:spMkLst>
            <pc:docMk/>
            <pc:sldMk cId="1962140461" sldId="1581"/>
            <ac:spMk id="5" creationId="{1F4EDFB0-8C63-F6A5-A7FB-BF92440C092C}"/>
          </ac:spMkLst>
        </pc:spChg>
        <pc:spChg chg="add mod ord">
          <ac:chgData name="Khang Nguyen" userId="d78365940f7d9640" providerId="LiveId" clId="{35C7E309-74D5-4C22-9983-7CE5420B7F7D}" dt="2024-05-25T02:42:34.974" v="8" actId="700"/>
          <ac:spMkLst>
            <pc:docMk/>
            <pc:sldMk cId="1962140461" sldId="1581"/>
            <ac:spMk id="6" creationId="{47A35324-87C7-D6C1-63D7-3755FEAFA1E0}"/>
          </ac:spMkLst>
        </pc:spChg>
      </pc:sldChg>
      <pc:sldChg chg="modSp add mod">
        <pc:chgData name="Khang Nguyen" userId="d78365940f7d9640" providerId="LiveId" clId="{35C7E309-74D5-4C22-9983-7CE5420B7F7D}" dt="2024-06-11T02:56:01.714" v="121" actId="207"/>
        <pc:sldMkLst>
          <pc:docMk/>
          <pc:sldMk cId="689292315" sldId="1685"/>
        </pc:sldMkLst>
        <pc:spChg chg="mod">
          <ac:chgData name="Khang Nguyen" userId="d78365940f7d9640" providerId="LiveId" clId="{35C7E309-74D5-4C22-9983-7CE5420B7F7D}" dt="2024-06-11T02:54:40.880" v="47" actId="207"/>
          <ac:spMkLst>
            <pc:docMk/>
            <pc:sldMk cId="689292315" sldId="1685"/>
            <ac:spMk id="2" creationId="{AB12137B-A093-1901-CF92-D46190AC2D12}"/>
          </ac:spMkLst>
        </pc:spChg>
        <pc:spChg chg="mod">
          <ac:chgData name="Khang Nguyen" userId="d78365940f7d9640" providerId="LiveId" clId="{35C7E309-74D5-4C22-9983-7CE5420B7F7D}" dt="2024-06-04T08:12:42.689" v="15" actId="6549"/>
          <ac:spMkLst>
            <pc:docMk/>
            <pc:sldMk cId="689292315" sldId="1685"/>
            <ac:spMk id="3" creationId="{BBCCE99F-98AE-48D4-96DD-B4149671A560}"/>
          </ac:spMkLst>
        </pc:spChg>
        <pc:spChg chg="mod">
          <ac:chgData name="Khang Nguyen" userId="d78365940f7d9640" providerId="LiveId" clId="{35C7E309-74D5-4C22-9983-7CE5420B7F7D}" dt="2024-06-11T02:56:01.714" v="121" actId="207"/>
          <ac:spMkLst>
            <pc:docMk/>
            <pc:sldMk cId="689292315" sldId="1685"/>
            <ac:spMk id="5" creationId="{3CEF2D3F-9DF7-4E24-9981-359DB558E96B}"/>
          </ac:spMkLst>
        </pc:spChg>
      </pc:sldChg>
      <pc:sldChg chg="add">
        <pc:chgData name="Khang Nguyen" userId="d78365940f7d9640" providerId="LiveId" clId="{35C7E309-74D5-4C22-9983-7CE5420B7F7D}" dt="2024-06-04T08:12:12.864" v="11"/>
        <pc:sldMkLst>
          <pc:docMk/>
          <pc:sldMk cId="2729217778" sldId="1960"/>
        </pc:sldMkLst>
      </pc:sldChg>
      <pc:sldMasterChg chg="modSp modSldLayout">
        <pc:chgData name="Khang Nguyen" userId="d78365940f7d9640" providerId="LiveId" clId="{35C7E309-74D5-4C22-9983-7CE5420B7F7D}" dt="2024-06-21T01:53:09.793" v="122" actId="478"/>
        <pc:sldMasterMkLst>
          <pc:docMk/>
          <pc:sldMasterMk cId="0" sldId="2147483648"/>
        </pc:sldMasterMkLst>
        <pc:spChg chg="mod">
          <ac:chgData name="Khang Nguyen" userId="d78365940f7d9640" providerId="LiveId" clId="{35C7E309-74D5-4C22-9983-7CE5420B7F7D}" dt="2024-06-04T08:11:15.228" v="9" actId="207"/>
          <ac:spMkLst>
            <pc:docMk/>
            <pc:sldMasterMk cId="0" sldId="2147483648"/>
            <ac:spMk id="1027" creationId="{00000000-0000-0000-0000-000000000000}"/>
          </ac:spMkLst>
        </pc:spChg>
        <pc:sldLayoutChg chg="delSp">
          <pc:chgData name="Khang Nguyen" userId="d78365940f7d9640" providerId="LiveId" clId="{35C7E309-74D5-4C22-9983-7CE5420B7F7D}" dt="2024-06-21T01:53:09.793" v="122" actId="478"/>
          <pc:sldLayoutMkLst>
            <pc:docMk/>
            <pc:sldMasterMk cId="0" sldId="2147483648"/>
            <pc:sldLayoutMk cId="405831110" sldId="2147483739"/>
          </pc:sldLayoutMkLst>
          <pc:spChg chg="del">
            <ac:chgData name="Khang Nguyen" userId="d78365940f7d9640" providerId="LiveId" clId="{35C7E309-74D5-4C22-9983-7CE5420B7F7D}" dt="2024-06-21T01:53:09.793" v="122" actId="478"/>
            <ac:spMkLst>
              <pc:docMk/>
              <pc:sldMasterMk cId="0" sldId="2147483648"/>
              <pc:sldLayoutMk cId="405831110" sldId="2147483739"/>
              <ac:spMk id="4" creationId="{00000000-0000-0000-0000-000000000000}"/>
            </ac:spMkLst>
          </pc:spChg>
        </pc:sldLayoutChg>
      </pc:sldMasterChg>
    </pc:docChg>
  </pc:docChgLst>
  <pc:docChgLst>
    <pc:chgData name="Nguyễn Tấn Trần Minh Khang" userId="c3808258-e92d-4bf9-b981-ea938a204001" providerId="ADAL" clId="{55A3E27D-B594-41B9-9D10-C9CCA0249D5D}"/>
    <pc:docChg chg="custSel addSld delSld modSld">
      <pc:chgData name="Nguyễn Tấn Trần Minh Khang" userId="c3808258-e92d-4bf9-b981-ea938a204001" providerId="ADAL" clId="{55A3E27D-B594-41B9-9D10-C9CCA0249D5D}" dt="2023-05-12T09:36:01.627" v="55" actId="20577"/>
      <pc:docMkLst>
        <pc:docMk/>
      </pc:docMkLst>
      <pc:sldChg chg="modSp mod">
        <pc:chgData name="Nguyễn Tấn Trần Minh Khang" userId="c3808258-e92d-4bf9-b981-ea938a204001" providerId="ADAL" clId="{55A3E27D-B594-41B9-9D10-C9CCA0249D5D}" dt="2023-05-12T09:36:01.627" v="55" actId="20577"/>
        <pc:sldMkLst>
          <pc:docMk/>
          <pc:sldMk cId="1418652103" sldId="334"/>
        </pc:sldMkLst>
        <pc:spChg chg="mod">
          <ac:chgData name="Nguyễn Tấn Trần Minh Khang" userId="c3808258-e92d-4bf9-b981-ea938a204001" providerId="ADAL" clId="{55A3E27D-B594-41B9-9D10-C9CCA0249D5D}" dt="2023-05-12T09:32:38.195" v="4" actId="20577"/>
          <ac:spMkLst>
            <pc:docMk/>
            <pc:sldMk cId="1418652103" sldId="334"/>
            <ac:spMk id="4" creationId="{1AB13242-DD4D-89D2-74BC-F0E9AB7E6039}"/>
          </ac:spMkLst>
        </pc:spChg>
        <pc:spChg chg="mod">
          <ac:chgData name="Nguyễn Tấn Trần Minh Khang" userId="c3808258-e92d-4bf9-b981-ea938a204001" providerId="ADAL" clId="{55A3E27D-B594-41B9-9D10-C9CCA0249D5D}" dt="2023-05-12T09:36:01.627" v="55" actId="20577"/>
          <ac:spMkLst>
            <pc:docMk/>
            <pc:sldMk cId="1418652103" sldId="334"/>
            <ac:spMk id="5" creationId="{140734C9-E94F-D731-0888-8A757681A86A}"/>
          </ac:spMkLst>
        </pc:spChg>
      </pc:sldChg>
      <pc:sldChg chg="del">
        <pc:chgData name="Nguyễn Tấn Trần Minh Khang" userId="c3808258-e92d-4bf9-b981-ea938a204001" providerId="ADAL" clId="{55A3E27D-B594-41B9-9D10-C9CCA0249D5D}" dt="2023-05-12T09:32:30.746" v="0" actId="47"/>
        <pc:sldMkLst>
          <pc:docMk/>
          <pc:sldMk cId="497330402" sldId="335"/>
        </pc:sldMkLst>
      </pc:sldChg>
      <pc:sldChg chg="add del">
        <pc:chgData name="Nguyễn Tấn Trần Minh Khang" userId="c3808258-e92d-4bf9-b981-ea938a204001" providerId="ADAL" clId="{55A3E27D-B594-41B9-9D10-C9CCA0249D5D}" dt="2023-05-12T09:33:11.818" v="25" actId="47"/>
        <pc:sldMkLst>
          <pc:docMk/>
          <pc:sldMk cId="1312028551" sldId="335"/>
        </pc:sldMkLst>
      </pc:sldChg>
      <pc:sldChg chg="addSp delSp modSp new mod modClrScheme chgLayout">
        <pc:chgData name="Nguyễn Tấn Trần Minh Khang" userId="c3808258-e92d-4bf9-b981-ea938a204001" providerId="ADAL" clId="{55A3E27D-B594-41B9-9D10-C9CCA0249D5D}" dt="2023-05-12T09:34:36.160" v="29" actId="700"/>
        <pc:sldMkLst>
          <pc:docMk/>
          <pc:sldMk cId="1389685829" sldId="335"/>
        </pc:sldMkLst>
        <pc:spChg chg="del mod ord">
          <ac:chgData name="Nguyễn Tấn Trần Minh Khang" userId="c3808258-e92d-4bf9-b981-ea938a204001" providerId="ADAL" clId="{55A3E27D-B594-41B9-9D10-C9CCA0249D5D}" dt="2023-05-12T09:33:55.606" v="27" actId="700"/>
          <ac:spMkLst>
            <pc:docMk/>
            <pc:sldMk cId="1389685829" sldId="335"/>
            <ac:spMk id="2" creationId="{6E416D9B-E048-201A-2ED8-9A40A7E71C4D}"/>
          </ac:spMkLst>
        </pc:spChg>
        <pc:spChg chg="del mod ord">
          <ac:chgData name="Nguyễn Tấn Trần Minh Khang" userId="c3808258-e92d-4bf9-b981-ea938a204001" providerId="ADAL" clId="{55A3E27D-B594-41B9-9D10-C9CCA0249D5D}" dt="2023-05-12T09:33:55.606" v="27" actId="700"/>
          <ac:spMkLst>
            <pc:docMk/>
            <pc:sldMk cId="1389685829" sldId="335"/>
            <ac:spMk id="3" creationId="{2B221100-A4A1-AF90-D1FE-F64B84F1B96B}"/>
          </ac:spMkLst>
        </pc:spChg>
        <pc:spChg chg="add del mod ord">
          <ac:chgData name="Nguyễn Tấn Trần Minh Khang" userId="c3808258-e92d-4bf9-b981-ea938a204001" providerId="ADAL" clId="{55A3E27D-B594-41B9-9D10-C9CCA0249D5D}" dt="2023-05-12T09:34:10.812" v="28" actId="700"/>
          <ac:spMkLst>
            <pc:docMk/>
            <pc:sldMk cId="1389685829" sldId="335"/>
            <ac:spMk id="4" creationId="{51BF8A63-5221-BF1B-04DA-A2EB2C35011A}"/>
          </ac:spMkLst>
        </pc:spChg>
        <pc:spChg chg="add del mod ord">
          <ac:chgData name="Nguyễn Tấn Trần Minh Khang" userId="c3808258-e92d-4bf9-b981-ea938a204001" providerId="ADAL" clId="{55A3E27D-B594-41B9-9D10-C9CCA0249D5D}" dt="2023-05-12T09:34:10.812" v="28" actId="700"/>
          <ac:spMkLst>
            <pc:docMk/>
            <pc:sldMk cId="1389685829" sldId="335"/>
            <ac:spMk id="5" creationId="{B31D502F-C6E4-839D-9146-561B8ACD481E}"/>
          </ac:spMkLst>
        </pc:spChg>
        <pc:spChg chg="add del mod ord">
          <ac:chgData name="Nguyễn Tấn Trần Minh Khang" userId="c3808258-e92d-4bf9-b981-ea938a204001" providerId="ADAL" clId="{55A3E27D-B594-41B9-9D10-C9CCA0249D5D}" dt="2023-05-12T09:34:10.812" v="28" actId="700"/>
          <ac:spMkLst>
            <pc:docMk/>
            <pc:sldMk cId="1389685829" sldId="335"/>
            <ac:spMk id="6" creationId="{B8A8F07C-6E44-809F-180F-B8286B1D47A1}"/>
          </ac:spMkLst>
        </pc:spChg>
        <pc:spChg chg="add del mod ord">
          <ac:chgData name="Nguyễn Tấn Trần Minh Khang" userId="c3808258-e92d-4bf9-b981-ea938a204001" providerId="ADAL" clId="{55A3E27D-B594-41B9-9D10-C9CCA0249D5D}" dt="2023-05-12T09:34:36.160" v="29" actId="700"/>
          <ac:spMkLst>
            <pc:docMk/>
            <pc:sldMk cId="1389685829" sldId="335"/>
            <ac:spMk id="7" creationId="{ADE1EDA1-458C-2EE5-AC0B-A07F7D7C2222}"/>
          </ac:spMkLst>
        </pc:spChg>
        <pc:spChg chg="add del mod ord">
          <ac:chgData name="Nguyễn Tấn Trần Minh Khang" userId="c3808258-e92d-4bf9-b981-ea938a204001" providerId="ADAL" clId="{55A3E27D-B594-41B9-9D10-C9CCA0249D5D}" dt="2023-05-12T09:34:36.160" v="29" actId="700"/>
          <ac:spMkLst>
            <pc:docMk/>
            <pc:sldMk cId="1389685829" sldId="335"/>
            <ac:spMk id="8" creationId="{C7826691-18AE-2658-26E1-3CA8BBB48AED}"/>
          </ac:spMkLst>
        </pc:spChg>
        <pc:spChg chg="add del mod ord">
          <ac:chgData name="Nguyễn Tấn Trần Minh Khang" userId="c3808258-e92d-4bf9-b981-ea938a204001" providerId="ADAL" clId="{55A3E27D-B594-41B9-9D10-C9CCA0249D5D}" dt="2023-05-12T09:34:36.160" v="29" actId="700"/>
          <ac:spMkLst>
            <pc:docMk/>
            <pc:sldMk cId="1389685829" sldId="335"/>
            <ac:spMk id="9" creationId="{D3B0C90A-8FED-0C11-70AF-AF50F9C4AF50}"/>
          </ac:spMkLst>
        </pc:spChg>
        <pc:spChg chg="add del mod ord">
          <ac:chgData name="Nguyễn Tấn Trần Minh Khang" userId="c3808258-e92d-4bf9-b981-ea938a204001" providerId="ADAL" clId="{55A3E27D-B594-41B9-9D10-C9CCA0249D5D}" dt="2023-05-12T09:34:36.160" v="29" actId="700"/>
          <ac:spMkLst>
            <pc:docMk/>
            <pc:sldMk cId="1389685829" sldId="335"/>
            <ac:spMk id="10" creationId="{F588B214-5DF2-E219-7B4C-51E20FA801F5}"/>
          </ac:spMkLst>
        </pc:spChg>
        <pc:spChg chg="add mod ord">
          <ac:chgData name="Nguyễn Tấn Trần Minh Khang" userId="c3808258-e92d-4bf9-b981-ea938a204001" providerId="ADAL" clId="{55A3E27D-B594-41B9-9D10-C9CCA0249D5D}" dt="2023-05-12T09:34:36.160" v="29" actId="700"/>
          <ac:spMkLst>
            <pc:docMk/>
            <pc:sldMk cId="1389685829" sldId="335"/>
            <ac:spMk id="11" creationId="{FB907C43-46C3-B1FF-1816-F574A18E0E0F}"/>
          </ac:spMkLst>
        </pc:spChg>
        <pc:spChg chg="add mod ord">
          <ac:chgData name="Nguyễn Tấn Trần Minh Khang" userId="c3808258-e92d-4bf9-b981-ea938a204001" providerId="ADAL" clId="{55A3E27D-B594-41B9-9D10-C9CCA0249D5D}" dt="2023-05-12T09:34:36.160" v="29" actId="700"/>
          <ac:spMkLst>
            <pc:docMk/>
            <pc:sldMk cId="1389685829" sldId="335"/>
            <ac:spMk id="12" creationId="{199A7CCF-8679-FAAE-BDFC-C319E3DF6E7B}"/>
          </ac:spMkLst>
        </pc:spChg>
        <pc:spChg chg="add mod ord">
          <ac:chgData name="Nguyễn Tấn Trần Minh Khang" userId="c3808258-e92d-4bf9-b981-ea938a204001" providerId="ADAL" clId="{55A3E27D-B594-41B9-9D10-C9CCA0249D5D}" dt="2023-05-12T09:34:36.160" v="29" actId="700"/>
          <ac:spMkLst>
            <pc:docMk/>
            <pc:sldMk cId="1389685829" sldId="335"/>
            <ac:spMk id="13" creationId="{A6FEF869-55E0-1168-6805-0FBFC8F748B6}"/>
          </ac:spMkLst>
        </pc:spChg>
      </pc:sldChg>
      <pc:sldChg chg="del">
        <pc:chgData name="Nguyễn Tấn Trần Minh Khang" userId="c3808258-e92d-4bf9-b981-ea938a204001" providerId="ADAL" clId="{55A3E27D-B594-41B9-9D10-C9CCA0249D5D}" dt="2023-05-12T09:33:02.141" v="23" actId="47"/>
        <pc:sldMkLst>
          <pc:docMk/>
          <pc:sldMk cId="3069712246" sldId="336"/>
        </pc:sldMkLst>
      </pc:sldChg>
      <pc:sldChg chg="new">
        <pc:chgData name="Nguyễn Tấn Trần Minh Khang" userId="c3808258-e92d-4bf9-b981-ea938a204001" providerId="ADAL" clId="{55A3E27D-B594-41B9-9D10-C9CCA0249D5D}" dt="2023-05-12T09:34:48.665" v="30" actId="680"/>
        <pc:sldMkLst>
          <pc:docMk/>
          <pc:sldMk cId="3787785886" sldId="33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717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717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717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49E2CB30-4184-4C1B-912F-A6AED0718E53}" type="slidenum">
              <a:rPr lang="en-US"/>
              <a:pPr>
                <a:defRPr/>
              </a:pPr>
              <a:t>‹#›</a:t>
            </a:fld>
            <a:endParaRPr lang="en-US"/>
          </a:p>
        </p:txBody>
      </p:sp>
    </p:spTree>
    <p:extLst>
      <p:ext uri="{BB962C8B-B14F-4D97-AF65-F5344CB8AC3E}">
        <p14:creationId xmlns:p14="http://schemas.microsoft.com/office/powerpoint/2010/main" val="13484866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3174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5859DDC-9015-4B39-98F8-9F9A698DFEA6}" type="slidenum">
              <a:rPr lang="en-US"/>
              <a:pPr>
                <a:defRPr/>
              </a:pPr>
              <a:t>‹#›</a:t>
            </a:fld>
            <a:endParaRPr lang="en-US"/>
          </a:p>
        </p:txBody>
      </p:sp>
    </p:spTree>
    <p:extLst>
      <p:ext uri="{BB962C8B-B14F-4D97-AF65-F5344CB8AC3E}">
        <p14:creationId xmlns:p14="http://schemas.microsoft.com/office/powerpoint/2010/main" val="399086281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0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3" name="Subtitle 2"/>
          <p:cNvSpPr>
            <a:spLocks noGrp="1"/>
          </p:cNvSpPr>
          <p:nvPr>
            <p:ph type="subTitle" idx="1" hasCustomPrompt="1"/>
          </p:nvPr>
        </p:nvSpPr>
        <p:spPr>
          <a:xfrm>
            <a:off x="1828800" y="3886200"/>
            <a:ext cx="8534400" cy="1752600"/>
          </a:xfrm>
        </p:spPr>
        <p:txBody>
          <a:bodyPr/>
          <a:lstStyle>
            <a:lvl1pPr marL="514350" indent="-514350" algn="l">
              <a:buFont typeface="+mj-lt"/>
              <a:buAutoNum type="arabicPeriod"/>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lvl="0"/>
            <a:r>
              <a:rPr lang="en-US"/>
              <a:t>Click to edit Master text styles</a:t>
            </a:r>
          </a:p>
        </p:txBody>
      </p:sp>
    </p:spTree>
    <p:extLst>
      <p:ext uri="{BB962C8B-B14F-4D97-AF65-F5344CB8AC3E}">
        <p14:creationId xmlns:p14="http://schemas.microsoft.com/office/powerpoint/2010/main" val="203037026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8" name="Content Placeholder 2">
            <a:extLst>
              <a:ext uri="{FF2B5EF4-FFF2-40B4-BE49-F238E27FC236}">
                <a16:creationId xmlns:a16="http://schemas.microsoft.com/office/drawing/2014/main" id="{F597A347-30EE-4B72-93DA-C4CBE7049AF0}"/>
              </a:ext>
            </a:extLst>
          </p:cNvPr>
          <p:cNvSpPr>
            <a:spLocks noGrp="1"/>
          </p:cNvSpPr>
          <p:nvPr>
            <p:ph idx="13"/>
          </p:nvPr>
        </p:nvSpPr>
        <p:spPr>
          <a:xfrm>
            <a:off x="304800" y="3886200"/>
            <a:ext cx="5715000" cy="1752600"/>
          </a:xfrm>
        </p:spPr>
        <p:txBody>
          <a:bodyPr/>
          <a:lstStyle>
            <a:lvl1pPr>
              <a:spcBef>
                <a:spcPts val="30"/>
              </a:spcBef>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Click to edit Master text styles</a:t>
            </a:r>
          </a:p>
          <a:p>
            <a:pPr marL="1143000" marR="0" lvl="2" indent="-228600" algn="l" defTabSz="914400" rtl="0" eaLnBrk="0" fontAlgn="base" latinLnBrk="0" hangingPunct="0">
              <a:lnSpc>
                <a:spcPct val="100000"/>
              </a:lnSpc>
              <a:spcBef>
                <a:spcPct val="20000"/>
              </a:spcBef>
              <a:spcAft>
                <a:spcPct val="0"/>
              </a:spcAft>
              <a:buClrTx/>
              <a:buSzTx/>
              <a:buFontTx/>
              <a:buChar char="•"/>
              <a:tabLst/>
              <a:defRPr/>
            </a:pPr>
            <a:r>
              <a:rPr lang="en-US"/>
              <a:t>Click to edit Master text styles</a:t>
            </a:r>
          </a:p>
        </p:txBody>
      </p:sp>
      <p:sp>
        <p:nvSpPr>
          <p:cNvPr id="9" name="Content Placeholder 2">
            <a:extLst>
              <a:ext uri="{FF2B5EF4-FFF2-40B4-BE49-F238E27FC236}">
                <a16:creationId xmlns:a16="http://schemas.microsoft.com/office/drawing/2014/main" id="{CCF626F4-8319-BB9A-3962-FB52D8DEB450}"/>
              </a:ext>
            </a:extLst>
          </p:cNvPr>
          <p:cNvSpPr>
            <a:spLocks noGrp="1"/>
          </p:cNvSpPr>
          <p:nvPr>
            <p:ph idx="14"/>
          </p:nvPr>
        </p:nvSpPr>
        <p:spPr>
          <a:xfrm>
            <a:off x="6172200" y="3886200"/>
            <a:ext cx="5715002" cy="1752600"/>
          </a:xfrm>
        </p:spPr>
        <p:txBody>
          <a:bodyPr/>
          <a:lstStyle>
            <a:lvl1pPr>
              <a:spcBef>
                <a:spcPts val="30"/>
              </a:spcBef>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Click to edit Master text styles</a:t>
            </a:r>
          </a:p>
          <a:p>
            <a:pPr marL="1143000" marR="0" lvl="2" indent="-228600" algn="l" defTabSz="914400" rtl="0" eaLnBrk="0" fontAlgn="base" latinLnBrk="0" hangingPunct="0">
              <a:lnSpc>
                <a:spcPct val="100000"/>
              </a:lnSpc>
              <a:spcBef>
                <a:spcPct val="20000"/>
              </a:spcBef>
              <a:spcAft>
                <a:spcPct val="0"/>
              </a:spcAft>
              <a:buClrTx/>
              <a:buSzTx/>
              <a:buFontTx/>
              <a:buChar char="•"/>
              <a:tabLst/>
              <a:defRPr/>
            </a:pPr>
            <a:r>
              <a:rPr lang="en-US"/>
              <a:t>Click to edit Master text styles</a:t>
            </a:r>
          </a:p>
        </p:txBody>
      </p:sp>
    </p:spTree>
    <p:extLst>
      <p:ext uri="{BB962C8B-B14F-4D97-AF65-F5344CB8AC3E}">
        <p14:creationId xmlns:p14="http://schemas.microsoft.com/office/powerpoint/2010/main" val="200981924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3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7" name="Content Placeholder 2">
            <a:extLst>
              <a:ext uri="{FF2B5EF4-FFF2-40B4-BE49-F238E27FC236}">
                <a16:creationId xmlns:a16="http://schemas.microsoft.com/office/drawing/2014/main" id="{9C027E77-6012-42D7-99B0-1D322EEAFE5D}"/>
              </a:ext>
            </a:extLst>
          </p:cNvPr>
          <p:cNvSpPr>
            <a:spLocks noGrp="1"/>
          </p:cNvSpPr>
          <p:nvPr>
            <p:ph idx="12"/>
          </p:nvPr>
        </p:nvSpPr>
        <p:spPr>
          <a:xfrm>
            <a:off x="4086803" y="3886200"/>
            <a:ext cx="3999344" cy="1752600"/>
          </a:xfrm>
        </p:spPr>
        <p:txBody>
          <a:bodyPr/>
          <a:lstStyle>
            <a:lvl1pPr>
              <a:spcBef>
                <a:spcPts val="30"/>
              </a:spcBef>
              <a:defRPr sz="1400">
                <a:solidFill>
                  <a:srgbClr val="0066FF"/>
                </a:solidFill>
              </a:defRPr>
            </a:lvl1pPr>
            <a:lvl2pPr>
              <a:defRPr sz="1400">
                <a:solidFill>
                  <a:srgbClr val="0066FF"/>
                </a:solidFill>
              </a:defRPr>
            </a:lvl2pPr>
            <a:lvl3pPr>
              <a:defRPr sz="1400">
                <a:solidFill>
                  <a:srgbClr val="0066FF"/>
                </a:solidFill>
              </a:defRPr>
            </a:lvl3pPr>
            <a:lvl4pPr>
              <a:defRPr sz="2800">
                <a:solidFill>
                  <a:srgbClr val="0066FF"/>
                </a:solidFill>
              </a:defRPr>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Click to edit Master text styles</a:t>
            </a:r>
          </a:p>
          <a:p>
            <a:pPr marL="1143000" marR="0" lvl="2" indent="-228600" algn="l" defTabSz="914400" rtl="0" eaLnBrk="0" fontAlgn="base" latinLnBrk="0" hangingPunct="0">
              <a:lnSpc>
                <a:spcPct val="100000"/>
              </a:lnSpc>
              <a:spcBef>
                <a:spcPct val="20000"/>
              </a:spcBef>
              <a:spcAft>
                <a:spcPct val="0"/>
              </a:spcAft>
              <a:buClrTx/>
              <a:buSzTx/>
              <a:buFontTx/>
              <a:buChar char="•"/>
              <a:tabLst/>
              <a:defRPr/>
            </a:pPr>
            <a:r>
              <a:rPr lang="en-US"/>
              <a:t>Click to edit Master text styles</a:t>
            </a:r>
          </a:p>
          <a:p>
            <a:pPr lvl="2"/>
            <a:endParaRPr lang="en-US"/>
          </a:p>
        </p:txBody>
      </p:sp>
      <p:sp>
        <p:nvSpPr>
          <p:cNvPr id="8" name="Content Placeholder 2">
            <a:extLst>
              <a:ext uri="{FF2B5EF4-FFF2-40B4-BE49-F238E27FC236}">
                <a16:creationId xmlns:a16="http://schemas.microsoft.com/office/drawing/2014/main" id="{F597A347-30EE-4B72-93DA-C4CBE7049AF0}"/>
              </a:ext>
            </a:extLst>
          </p:cNvPr>
          <p:cNvSpPr>
            <a:spLocks noGrp="1"/>
          </p:cNvSpPr>
          <p:nvPr>
            <p:ph idx="13"/>
          </p:nvPr>
        </p:nvSpPr>
        <p:spPr>
          <a:xfrm>
            <a:off x="0" y="3886200"/>
            <a:ext cx="3999344" cy="1752600"/>
          </a:xfrm>
        </p:spPr>
        <p:txBody>
          <a:bodyPr/>
          <a:lstStyle>
            <a:lvl1pPr>
              <a:spcBef>
                <a:spcPts val="30"/>
              </a:spcBef>
              <a:defRPr sz="1400">
                <a:solidFill>
                  <a:srgbClr val="0066FF"/>
                </a:solidFill>
              </a:defRPr>
            </a:lvl1pPr>
            <a:lvl2pPr>
              <a:defRPr sz="1400">
                <a:solidFill>
                  <a:srgbClr val="0066FF"/>
                </a:solidFill>
              </a:defRPr>
            </a:lvl2pPr>
            <a:lvl3pPr>
              <a:defRPr sz="1400">
                <a:solidFill>
                  <a:srgbClr val="0066FF"/>
                </a:solidFill>
              </a:defRPr>
            </a:lvl3pPr>
            <a:lvl4pPr>
              <a:defRPr sz="2800">
                <a:solidFill>
                  <a:srgbClr val="0066FF"/>
                </a:solidFill>
              </a:defRPr>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Click to edit Master text styles</a:t>
            </a:r>
          </a:p>
          <a:p>
            <a:pPr marL="1143000" marR="0" lvl="2" indent="-228600" algn="l" defTabSz="914400" rtl="0" eaLnBrk="0" fontAlgn="base" latinLnBrk="0" hangingPunct="0">
              <a:lnSpc>
                <a:spcPct val="100000"/>
              </a:lnSpc>
              <a:spcBef>
                <a:spcPct val="20000"/>
              </a:spcBef>
              <a:spcAft>
                <a:spcPct val="0"/>
              </a:spcAft>
              <a:buClrTx/>
              <a:buSzTx/>
              <a:buFontTx/>
              <a:buChar char="•"/>
              <a:tabLst/>
              <a:defRPr/>
            </a:pPr>
            <a:r>
              <a:rPr lang="en-US"/>
              <a:t>Click to edit Master text styles</a:t>
            </a:r>
          </a:p>
          <a:p>
            <a:pPr lvl="2"/>
            <a:endParaRPr lang="en-US"/>
          </a:p>
        </p:txBody>
      </p:sp>
      <p:sp>
        <p:nvSpPr>
          <p:cNvPr id="9" name="Content Placeholder 2">
            <a:extLst>
              <a:ext uri="{FF2B5EF4-FFF2-40B4-BE49-F238E27FC236}">
                <a16:creationId xmlns:a16="http://schemas.microsoft.com/office/drawing/2014/main" id="{CCF626F4-8319-BB9A-3962-FB52D8DEB450}"/>
              </a:ext>
            </a:extLst>
          </p:cNvPr>
          <p:cNvSpPr>
            <a:spLocks noGrp="1"/>
          </p:cNvSpPr>
          <p:nvPr>
            <p:ph idx="14"/>
          </p:nvPr>
        </p:nvSpPr>
        <p:spPr>
          <a:xfrm>
            <a:off x="8192656" y="3886200"/>
            <a:ext cx="3999344" cy="1752600"/>
          </a:xfrm>
        </p:spPr>
        <p:txBody>
          <a:bodyPr/>
          <a:lstStyle>
            <a:lvl1pPr>
              <a:spcBef>
                <a:spcPts val="30"/>
              </a:spcBef>
              <a:defRPr sz="1400">
                <a:solidFill>
                  <a:srgbClr val="0066FF"/>
                </a:solidFill>
              </a:defRPr>
            </a:lvl1pPr>
            <a:lvl2pPr>
              <a:defRPr sz="1400">
                <a:solidFill>
                  <a:srgbClr val="0066FF"/>
                </a:solidFill>
              </a:defRPr>
            </a:lvl2pPr>
            <a:lvl3pPr>
              <a:defRPr sz="1400">
                <a:solidFill>
                  <a:srgbClr val="0066FF"/>
                </a:solidFill>
              </a:defRPr>
            </a:lvl3pPr>
            <a:lvl4pPr>
              <a:defRPr sz="2800">
                <a:solidFill>
                  <a:srgbClr val="0066FF"/>
                </a:solidFill>
              </a:defRPr>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Click to edit Master text styles</a:t>
            </a:r>
          </a:p>
          <a:p>
            <a:pPr marL="1143000" marR="0" lvl="2" indent="-228600" algn="l" defTabSz="914400" rtl="0" eaLnBrk="0" fontAlgn="base" latinLnBrk="0" hangingPunct="0">
              <a:lnSpc>
                <a:spcPct val="100000"/>
              </a:lnSpc>
              <a:spcBef>
                <a:spcPct val="20000"/>
              </a:spcBef>
              <a:spcAft>
                <a:spcPct val="0"/>
              </a:spcAft>
              <a:buClrTx/>
              <a:buSzTx/>
              <a:buFontTx/>
              <a:buChar char="•"/>
              <a:tabLst/>
              <a:defRPr/>
            </a:pPr>
            <a:r>
              <a:rPr lang="en-US"/>
              <a:t>Click to edit Master text styles</a:t>
            </a:r>
          </a:p>
          <a:p>
            <a:pPr lvl="2"/>
            <a:endParaRPr lang="en-US"/>
          </a:p>
        </p:txBody>
      </p:sp>
    </p:spTree>
    <p:extLst>
      <p:ext uri="{BB962C8B-B14F-4D97-AF65-F5344CB8AC3E}">
        <p14:creationId xmlns:p14="http://schemas.microsoft.com/office/powerpoint/2010/main" val="99995483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vi-V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32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70127187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1765536986"/>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4286862"/>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60536144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p:txBody>
          <a:bodyPr/>
          <a:lstStyle>
            <a:lvl1pPr marL="514350" indent="-514350">
              <a:buFont typeface="+mj-lt"/>
              <a:buAutoNum type="arabicPeriod"/>
              <a:defRPr sz="2800">
                <a:solidFill>
                  <a:schemeClr val="tx1"/>
                </a:solidFill>
                <a:latin typeface="Consolas" panose="020B0609020204030204" pitchFamily="49" charset="0"/>
                <a:cs typeface="Courier New" panose="02070309020205020404" pitchFamily="49" charset="0"/>
              </a:defRPr>
            </a:lvl1pPr>
            <a:lvl2pPr>
              <a:defRPr sz="2800"/>
            </a:lvl2pPr>
            <a:lvl3pPr>
              <a:defRPr sz="2800"/>
            </a:lvl3pPr>
            <a:lvl4pPr>
              <a:defRPr sz="2400"/>
            </a:lvl4pPr>
            <a:lvl5pPr>
              <a:defRPr sz="2400"/>
            </a:lvl5pPr>
          </a:lstStyle>
          <a:p>
            <a:pPr lvl="0"/>
            <a:r>
              <a:rPr lang="en-US"/>
              <a:t>Click to edit Master text styles</a:t>
            </a:r>
          </a:p>
        </p:txBody>
      </p:sp>
    </p:spTree>
    <p:extLst>
      <p:ext uri="{BB962C8B-B14F-4D97-AF65-F5344CB8AC3E}">
        <p14:creationId xmlns:p14="http://schemas.microsoft.com/office/powerpoint/2010/main" val="180783120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10972800" cy="4286863"/>
          </a:xfrm>
        </p:spPr>
        <p:txBody>
          <a:bodyPr/>
          <a:lstStyle>
            <a:lvl1pPr marL="514350" indent="-514350">
              <a:buFont typeface="+mj-lt"/>
              <a:buAutoNum type="arabicPeriod"/>
              <a:defRPr sz="2800">
                <a:solidFill>
                  <a:schemeClr val="tx1"/>
                </a:solidFill>
                <a:latin typeface="Consolas" panose="020B0609020204030204" pitchFamily="49" charset="0"/>
                <a:cs typeface="Courier New" panose="02070309020205020404" pitchFamily="49" charset="0"/>
              </a:defRPr>
            </a:lvl1pPr>
            <a:lvl2pPr>
              <a:defRPr sz="2800"/>
            </a:lvl2pPr>
            <a:lvl3pPr>
              <a:defRPr sz="2800"/>
            </a:lvl3pPr>
            <a:lvl4pPr>
              <a:defRPr sz="2400"/>
            </a:lvl4pPr>
            <a:lvl5pPr>
              <a:defRPr sz="2400"/>
            </a:lvl5pPr>
          </a:lstStyle>
          <a:p>
            <a:pPr lvl="0"/>
            <a:r>
              <a:rPr lang="en-US"/>
              <a:t>Click to edit Master text styles</a:t>
            </a:r>
          </a:p>
        </p:txBody>
      </p:sp>
      <p:sp>
        <p:nvSpPr>
          <p:cNvPr id="4" name="Content Placeholder 2">
            <a:extLst>
              <a:ext uri="{FF2B5EF4-FFF2-40B4-BE49-F238E27FC236}">
                <a16:creationId xmlns:a16="http://schemas.microsoft.com/office/drawing/2014/main" id="{5204C06E-4BFD-7AE1-C5B0-925E1CA3A006}"/>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30410325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p:txBody>
          <a:bodyPr/>
          <a:lstStyle>
            <a:lvl1pPr marL="514350" indent="-514350">
              <a:buFont typeface="+mj-lt"/>
              <a:buAutoNum type="arabicPeriod"/>
              <a:defRPr sz="2800">
                <a:solidFill>
                  <a:srgbClr val="0066FF"/>
                </a:solidFill>
                <a:latin typeface="Consolas" panose="020B0609020204030204" pitchFamily="49" charset="0"/>
                <a:cs typeface="Courier New" panose="02070309020205020404" pitchFamily="49" charset="0"/>
              </a:defRPr>
            </a:lvl1pPr>
            <a:lvl2pPr>
              <a:defRPr sz="2800"/>
            </a:lvl2pPr>
            <a:lvl3pPr>
              <a:defRPr sz="2800"/>
            </a:lvl3pPr>
            <a:lvl4pPr>
              <a:defRPr sz="2400"/>
            </a:lvl4pPr>
            <a:lvl5pPr>
              <a:defRPr sz="2400"/>
            </a:lvl5pPr>
          </a:lstStyle>
          <a:p>
            <a:pPr lvl="0"/>
            <a:r>
              <a:rPr lang="en-US"/>
              <a:t>Click to edit Master text styles</a:t>
            </a:r>
          </a:p>
        </p:txBody>
      </p:sp>
    </p:spTree>
    <p:extLst>
      <p:ext uri="{BB962C8B-B14F-4D97-AF65-F5344CB8AC3E}">
        <p14:creationId xmlns:p14="http://schemas.microsoft.com/office/powerpoint/2010/main" val="27090919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10972800" cy="4286863"/>
          </a:xfrm>
        </p:spPr>
        <p:txBody>
          <a:bodyPr/>
          <a:lstStyle>
            <a:lvl1pPr marL="514350" indent="-514350">
              <a:buFont typeface="+mj-lt"/>
              <a:buAutoNum type="arabicPeriod"/>
              <a:defRPr sz="2800">
                <a:solidFill>
                  <a:srgbClr val="0066FF"/>
                </a:solidFill>
                <a:latin typeface="Consolas" panose="020B0609020204030204" pitchFamily="49" charset="0"/>
                <a:cs typeface="Courier New" panose="02070309020205020404" pitchFamily="49" charset="0"/>
              </a:defRPr>
            </a:lvl1pPr>
            <a:lvl2pPr>
              <a:defRPr sz="2800"/>
            </a:lvl2pPr>
            <a:lvl3pPr>
              <a:defRPr sz="2800"/>
            </a:lvl3pPr>
            <a:lvl4pPr>
              <a:defRPr sz="2400"/>
            </a:lvl4pPr>
            <a:lvl5pPr>
              <a:defRPr sz="2400"/>
            </a:lvl5pPr>
          </a:lstStyle>
          <a:p>
            <a:pPr lvl="0"/>
            <a:r>
              <a:rPr lang="en-US"/>
              <a:t>Click to edit Master text styles</a:t>
            </a:r>
          </a:p>
        </p:txBody>
      </p:sp>
      <p:sp>
        <p:nvSpPr>
          <p:cNvPr id="4" name="Content Placeholder 2">
            <a:extLst>
              <a:ext uri="{FF2B5EF4-FFF2-40B4-BE49-F238E27FC236}">
                <a16:creationId xmlns:a16="http://schemas.microsoft.com/office/drawing/2014/main" id="{EC143EFF-2D7C-66B4-AFBA-F0B1D61C26BE}"/>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85422774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0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E249C8-BF7A-4990-B3B9-274312BE8A3E}"/>
              </a:ext>
            </a:extLst>
          </p:cNvPr>
          <p:cNvSpPr>
            <a:spLocks noGrp="1"/>
          </p:cNvSpPr>
          <p:nvPr>
            <p:ph idx="1"/>
          </p:nvPr>
        </p:nvSpPr>
        <p:spPr>
          <a:xfrm>
            <a:off x="609600" y="304799"/>
            <a:ext cx="10972800" cy="5821365"/>
          </a:xfrm>
        </p:spPr>
        <p:txBody>
          <a:bodyPr/>
          <a:lstStyle>
            <a:lvl1pPr>
              <a:defRPr sz="2800"/>
            </a:lvl1pPr>
            <a:lvl2pPr>
              <a:defRPr sz="28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167491986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0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E249C8-BF7A-4990-B3B9-274312BE8A3E}"/>
              </a:ext>
            </a:extLst>
          </p:cNvPr>
          <p:cNvSpPr>
            <a:spLocks noGrp="1"/>
          </p:cNvSpPr>
          <p:nvPr>
            <p:ph idx="1"/>
          </p:nvPr>
        </p:nvSpPr>
        <p:spPr>
          <a:xfrm>
            <a:off x="609600" y="304799"/>
            <a:ext cx="10972800" cy="5582265"/>
          </a:xfrm>
        </p:spPr>
        <p:txBody>
          <a:bodyPr/>
          <a:lstStyle>
            <a:lvl1pPr>
              <a:defRPr sz="2800"/>
            </a:lvl1pPr>
            <a:lvl2pPr>
              <a:defRPr sz="28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endParaRPr lang="vi-VN"/>
          </a:p>
        </p:txBody>
      </p:sp>
      <p:sp>
        <p:nvSpPr>
          <p:cNvPr id="2" name="Content Placeholder 2">
            <a:extLst>
              <a:ext uri="{FF2B5EF4-FFF2-40B4-BE49-F238E27FC236}">
                <a16:creationId xmlns:a16="http://schemas.microsoft.com/office/drawing/2014/main" id="{6A22855E-2136-B0AC-54BE-3BB2AF005D9A}"/>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84609300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6197600" y="1600201"/>
            <a:ext cx="538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56259912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6197600" y="1600201"/>
            <a:ext cx="53848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5" name="Content Placeholder 2">
            <a:extLst>
              <a:ext uri="{FF2B5EF4-FFF2-40B4-BE49-F238E27FC236}">
                <a16:creationId xmlns:a16="http://schemas.microsoft.com/office/drawing/2014/main" id="{B16425CE-E883-3624-A5E7-4BF4CB536FFC}"/>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235993890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68580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7543800" y="1600201"/>
            <a:ext cx="40386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3414253750"/>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68580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7543800" y="1600201"/>
            <a:ext cx="40386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5" name="Content Placeholder 2">
            <a:extLst>
              <a:ext uri="{FF2B5EF4-FFF2-40B4-BE49-F238E27FC236}">
                <a16:creationId xmlns:a16="http://schemas.microsoft.com/office/drawing/2014/main" id="{028212B4-9DFE-2A94-C8E6-5E7E3C27E079}"/>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989622958"/>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4041648"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4724400" y="1600200"/>
            <a:ext cx="68580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963645740"/>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wo Content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4041648"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405831110"/>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ntent 0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4041648"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4724400" y="1600200"/>
            <a:ext cx="68580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5" name="Content Placeholder 2">
            <a:extLst>
              <a:ext uri="{FF2B5EF4-FFF2-40B4-BE49-F238E27FC236}">
                <a16:creationId xmlns:a16="http://schemas.microsoft.com/office/drawing/2014/main" id="{797E723B-E223-C420-ED51-5B5A20516705}"/>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373676361"/>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0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8458200" cy="4525963"/>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endParaRPr lang="vi-VN"/>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9220200" y="1600200"/>
            <a:ext cx="2362200" cy="4525963"/>
          </a:xfrm>
        </p:spPr>
        <p:txBody>
          <a:bodyPr/>
          <a:lstStyle>
            <a:lvl1pPr>
              <a:defRPr sz="2800"/>
            </a:lvl1pPr>
            <a:lvl2pPr>
              <a:defRPr sz="2400"/>
            </a:lvl2pPr>
          </a:lstStyle>
          <a:p>
            <a:pPr lvl="0"/>
            <a:r>
              <a:rPr lang="en-US"/>
              <a:t>Click to edit Master text styles</a:t>
            </a:r>
          </a:p>
        </p:txBody>
      </p:sp>
    </p:spTree>
    <p:extLst>
      <p:ext uri="{BB962C8B-B14F-4D97-AF65-F5344CB8AC3E}">
        <p14:creationId xmlns:p14="http://schemas.microsoft.com/office/powerpoint/2010/main" val="3077042037"/>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0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8458200" cy="4286863"/>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endParaRPr lang="vi-VN"/>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9220200" y="1600200"/>
            <a:ext cx="2362200" cy="4286863"/>
          </a:xfrm>
        </p:spPr>
        <p:txBody>
          <a:bodyPr/>
          <a:lstStyle>
            <a:lvl1pPr>
              <a:defRPr sz="2800"/>
            </a:lvl1pPr>
            <a:lvl2pPr>
              <a:defRPr sz="2400"/>
            </a:lvl2pPr>
          </a:lstStyle>
          <a:p>
            <a:pPr lvl="0"/>
            <a:r>
              <a:rPr lang="en-US"/>
              <a:t>Click to edit Master text styles</a:t>
            </a:r>
          </a:p>
        </p:txBody>
      </p:sp>
      <p:sp>
        <p:nvSpPr>
          <p:cNvPr id="4" name="Content Placeholder 2">
            <a:extLst>
              <a:ext uri="{FF2B5EF4-FFF2-40B4-BE49-F238E27FC236}">
                <a16:creationId xmlns:a16="http://schemas.microsoft.com/office/drawing/2014/main" id="{BCC583C3-4424-7F8E-3E7B-CA6ADF0427B0}"/>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516248891"/>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0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2359152" cy="4525963"/>
          </a:xfrm>
        </p:spPr>
        <p:txBody>
          <a:bodyPr/>
          <a:lstStyle>
            <a:lvl1pPr algn="just">
              <a:defRPr sz="2800"/>
            </a:lvl1pPr>
            <a:lvl2pPr>
              <a:defRPr sz="2800"/>
            </a:lvl2pPr>
            <a:lvl3pPr>
              <a:defRPr sz="2800"/>
            </a:lvl3pPr>
            <a:lvl4pPr>
              <a:defRPr sz="2800"/>
            </a:lvl4pPr>
            <a:lvl5pPr>
              <a:defRPr sz="2800"/>
            </a:lvl5pPr>
          </a:lstStyle>
          <a:p>
            <a:pPr lvl="0"/>
            <a:endParaRPr lang="vi-VN"/>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3124200" y="1600200"/>
            <a:ext cx="8458200" cy="4525963"/>
          </a:xfrm>
        </p:spPr>
        <p:txBody>
          <a:bodyPr/>
          <a:lstStyle>
            <a:lvl1pPr>
              <a:defRPr sz="2800"/>
            </a:lvl1pPr>
            <a:lvl2pPr>
              <a:defRPr sz="2800"/>
            </a:lvl2pPr>
            <a:lvl3pPr>
              <a:defRPr sz="2800"/>
            </a:lvl3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2620237141"/>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1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2"/>
            <a:ext cx="2359152" cy="4286864"/>
          </a:xfrm>
        </p:spPr>
        <p:txBody>
          <a:bodyPr/>
          <a:lstStyle>
            <a:lvl1pPr algn="just">
              <a:defRPr sz="2800"/>
            </a:lvl1pPr>
            <a:lvl2pPr>
              <a:defRPr sz="2800"/>
            </a:lvl2pPr>
            <a:lvl3pPr>
              <a:defRPr sz="2800"/>
            </a:lvl3pPr>
            <a:lvl4pPr>
              <a:defRPr sz="2800"/>
            </a:lvl4pPr>
            <a:lvl5pPr>
              <a:defRPr sz="2800"/>
            </a:lvl5pPr>
          </a:lstStyle>
          <a:p>
            <a:pPr lvl="0"/>
            <a:endParaRPr lang="vi-VN"/>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3124200" y="1600201"/>
            <a:ext cx="8458200" cy="4286864"/>
          </a:xfrm>
        </p:spPr>
        <p:txBody>
          <a:bodyPr/>
          <a:lstStyle>
            <a:lvl1pPr>
              <a:defRPr sz="2800"/>
            </a:lvl1pPr>
            <a:lvl2pPr>
              <a:defRPr sz="2800"/>
            </a:lvl2pPr>
            <a:lvl3pPr>
              <a:defRPr sz="2800"/>
            </a:lvl3pPr>
          </a:lstStyle>
          <a:p>
            <a:pPr lvl="0"/>
            <a:r>
              <a:rPr lang="en-US"/>
              <a:t>Click to edit Master text styles</a:t>
            </a:r>
          </a:p>
          <a:p>
            <a:pPr lvl="1"/>
            <a:r>
              <a:rPr lang="en-US"/>
              <a:t>Second level</a:t>
            </a:r>
          </a:p>
          <a:p>
            <a:pPr lvl="2"/>
            <a:r>
              <a:rPr lang="en-US"/>
              <a:t>Third level</a:t>
            </a:r>
            <a:endParaRPr lang="vi-VN"/>
          </a:p>
        </p:txBody>
      </p:sp>
      <p:sp>
        <p:nvSpPr>
          <p:cNvPr id="4" name="Content Placeholder 2">
            <a:extLst>
              <a:ext uri="{FF2B5EF4-FFF2-40B4-BE49-F238E27FC236}">
                <a16:creationId xmlns:a16="http://schemas.microsoft.com/office/drawing/2014/main" id="{55D3D54F-B6A2-F83D-2883-0F1C5B49BCD4}"/>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5163302"/>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Two Content 1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3901276885"/>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1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71218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71218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7" name="Content Placeholder 2">
            <a:extLst>
              <a:ext uri="{FF2B5EF4-FFF2-40B4-BE49-F238E27FC236}">
                <a16:creationId xmlns:a16="http://schemas.microsoft.com/office/drawing/2014/main" id="{895A939C-68D5-2DF8-CDA1-EB138EB7C0CD}"/>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77557769"/>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ntent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10972800" cy="522287"/>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6" name="Content Placeholder 5"/>
          <p:cNvSpPr>
            <a:spLocks noGrp="1"/>
          </p:cNvSpPr>
          <p:nvPr>
            <p:ph sz="quarter" idx="4"/>
          </p:nvPr>
        </p:nvSpPr>
        <p:spPr>
          <a:xfrm>
            <a:off x="6193368" y="2174875"/>
            <a:ext cx="5389033"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1285875025"/>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ntent 1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10972800" cy="522287"/>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71218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6" name="Content Placeholder 5"/>
          <p:cNvSpPr>
            <a:spLocks noGrp="1"/>
          </p:cNvSpPr>
          <p:nvPr>
            <p:ph sz="quarter" idx="4"/>
          </p:nvPr>
        </p:nvSpPr>
        <p:spPr>
          <a:xfrm>
            <a:off x="6193368" y="2174875"/>
            <a:ext cx="5389033" cy="371218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5" name="Content Placeholder 2">
            <a:extLst>
              <a:ext uri="{FF2B5EF4-FFF2-40B4-BE49-F238E27FC236}">
                <a16:creationId xmlns:a16="http://schemas.microsoft.com/office/drawing/2014/main" id="{E44EB4D9-43E9-2D6E-F53C-2767330A2DF4}"/>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496161169"/>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01">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800" b="1"/>
            </a:lvl1pPr>
          </a:lstStyle>
          <a:p>
            <a:r>
              <a:rPr lang="en-US"/>
              <a:t>Click to edit Master title style</a:t>
            </a:r>
            <a:endParaRPr lang="vi-VN"/>
          </a:p>
        </p:txBody>
      </p:sp>
      <p:sp>
        <p:nvSpPr>
          <p:cNvPr id="3" name="Content Placeholder 2"/>
          <p:cNvSpPr>
            <a:spLocks noGrp="1"/>
          </p:cNvSpPr>
          <p:nvPr>
            <p:ph idx="1"/>
          </p:nvPr>
        </p:nvSpPr>
        <p:spPr>
          <a:xfrm>
            <a:off x="4766733" y="990599"/>
            <a:ext cx="6815667" cy="5153025"/>
          </a:xfrm>
        </p:spPr>
        <p:txBody>
          <a:bodyPr/>
          <a:lstStyle>
            <a:lvl1pPr>
              <a:defRPr sz="2800"/>
            </a:lvl1pPr>
            <a:lvl2pPr>
              <a:defRPr sz="2800"/>
            </a:lvl2pPr>
            <a:lvl3pPr>
              <a:defRPr sz="2800"/>
            </a:lvl3pPr>
            <a:lvl4pPr>
              <a:defRPr sz="2800"/>
            </a:lvl4pPr>
            <a:lvl5pPr>
              <a:defRPr sz="2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endParaRPr lang="vi-VN"/>
          </a:p>
        </p:txBody>
      </p:sp>
      <p:sp>
        <p:nvSpPr>
          <p:cNvPr id="4" name="Text Placeholder 3"/>
          <p:cNvSpPr>
            <a:spLocks noGrp="1"/>
          </p:cNvSpPr>
          <p:nvPr>
            <p:ph type="body" sz="half" idx="2"/>
          </p:nvPr>
        </p:nvSpPr>
        <p:spPr>
          <a:xfrm>
            <a:off x="609601" y="1435101"/>
            <a:ext cx="4011084" cy="4691063"/>
          </a:xfrm>
        </p:spPr>
        <p:txBody>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016639908"/>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Caption 02">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800" b="1"/>
            </a:lvl1pPr>
          </a:lstStyle>
          <a:p>
            <a:r>
              <a:rPr lang="en-US"/>
              <a:t>Click to edit Master title style</a:t>
            </a:r>
            <a:endParaRPr lang="vi-VN"/>
          </a:p>
        </p:txBody>
      </p:sp>
      <p:sp>
        <p:nvSpPr>
          <p:cNvPr id="3" name="Content Placeholder 2"/>
          <p:cNvSpPr>
            <a:spLocks noGrp="1"/>
          </p:cNvSpPr>
          <p:nvPr>
            <p:ph idx="1"/>
          </p:nvPr>
        </p:nvSpPr>
        <p:spPr>
          <a:xfrm>
            <a:off x="4766733" y="990600"/>
            <a:ext cx="6815667" cy="4896464"/>
          </a:xfrm>
        </p:spPr>
        <p:txBody>
          <a:bodyPr/>
          <a:lstStyle>
            <a:lvl1pPr>
              <a:defRPr sz="2800"/>
            </a:lvl1pPr>
            <a:lvl2pPr>
              <a:defRPr sz="2800"/>
            </a:lvl2pPr>
            <a:lvl3pPr>
              <a:defRPr sz="2800"/>
            </a:lvl3pPr>
            <a:lvl4pPr>
              <a:defRPr sz="2800"/>
            </a:lvl4pPr>
            <a:lvl5pPr>
              <a:defRPr sz="2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endParaRPr lang="vi-VN"/>
          </a:p>
        </p:txBody>
      </p:sp>
      <p:sp>
        <p:nvSpPr>
          <p:cNvPr id="4" name="Text Placeholder 3"/>
          <p:cNvSpPr>
            <a:spLocks noGrp="1"/>
          </p:cNvSpPr>
          <p:nvPr>
            <p:ph type="body" sz="half" idx="2"/>
          </p:nvPr>
        </p:nvSpPr>
        <p:spPr>
          <a:xfrm>
            <a:off x="609601" y="1435101"/>
            <a:ext cx="4011084" cy="4451963"/>
          </a:xfrm>
        </p:spPr>
        <p:txBody>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Content Placeholder 2">
            <a:extLst>
              <a:ext uri="{FF2B5EF4-FFF2-40B4-BE49-F238E27FC236}">
                <a16:creationId xmlns:a16="http://schemas.microsoft.com/office/drawing/2014/main" id="{10B9B77A-A705-2B88-D26C-888E54B9A2A2}"/>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721317589"/>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Up Down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2194560"/>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3921189"/>
            <a:ext cx="10972800" cy="2194560"/>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08040965"/>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Up Down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2103120"/>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3781425"/>
            <a:ext cx="10972800" cy="2103120"/>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
        <p:nvSpPr>
          <p:cNvPr id="4" name="Content Placeholder 2">
            <a:extLst>
              <a:ext uri="{FF2B5EF4-FFF2-40B4-BE49-F238E27FC236}">
                <a16:creationId xmlns:a16="http://schemas.microsoft.com/office/drawing/2014/main" id="{57311796-72DC-4BB7-31C2-CB4F68F76B24}"/>
              </a:ext>
            </a:extLst>
          </p:cNvPr>
          <p:cNvSpPr>
            <a:spLocks noGrp="1"/>
          </p:cNvSpPr>
          <p:nvPr>
            <p:ph idx="17"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729188282"/>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Up Down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1336608"/>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3119376"/>
            <a:ext cx="10972800" cy="3014661"/>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8613066"/>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Up Down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1336608"/>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3119377"/>
            <a:ext cx="10972800" cy="2767688"/>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
        <p:nvSpPr>
          <p:cNvPr id="4" name="Content Placeholder 2">
            <a:extLst>
              <a:ext uri="{FF2B5EF4-FFF2-40B4-BE49-F238E27FC236}">
                <a16:creationId xmlns:a16="http://schemas.microsoft.com/office/drawing/2014/main" id="{DD504C8E-CD1E-7326-602A-6498C81631E4}"/>
              </a:ext>
            </a:extLst>
          </p:cNvPr>
          <p:cNvSpPr>
            <a:spLocks noGrp="1"/>
          </p:cNvSpPr>
          <p:nvPr>
            <p:ph idx="17"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795428293"/>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Up Down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3017520"/>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4726052"/>
            <a:ext cx="10972800" cy="1335024"/>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19919018"/>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Up Down 0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2819397"/>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4552950"/>
            <a:ext cx="10972800" cy="1335024"/>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
        <p:nvSpPr>
          <p:cNvPr id="4" name="Content Placeholder 2">
            <a:extLst>
              <a:ext uri="{FF2B5EF4-FFF2-40B4-BE49-F238E27FC236}">
                <a16:creationId xmlns:a16="http://schemas.microsoft.com/office/drawing/2014/main" id="{D4A4C1F9-81CD-D56F-EC94-62A54EC01336}"/>
              </a:ext>
            </a:extLst>
          </p:cNvPr>
          <p:cNvSpPr>
            <a:spLocks noGrp="1"/>
          </p:cNvSpPr>
          <p:nvPr>
            <p:ph idx="17"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788554045"/>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ird Content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0" y="1600202"/>
            <a:ext cx="3962400" cy="45720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9FCB7F62-31CE-479A-B75D-E680BBC27871}"/>
              </a:ext>
            </a:extLst>
          </p:cNvPr>
          <p:cNvSpPr>
            <a:spLocks noGrp="1"/>
          </p:cNvSpPr>
          <p:nvPr>
            <p:ph idx="17"/>
          </p:nvPr>
        </p:nvSpPr>
        <p:spPr>
          <a:xfrm>
            <a:off x="8229600" y="1600200"/>
            <a:ext cx="3962400" cy="45720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90AFCEF9-0FFB-4670-A771-DA310A1C55BF}"/>
              </a:ext>
            </a:extLst>
          </p:cNvPr>
          <p:cNvSpPr>
            <a:spLocks noGrp="1"/>
          </p:cNvSpPr>
          <p:nvPr>
            <p:ph idx="18"/>
          </p:nvPr>
        </p:nvSpPr>
        <p:spPr>
          <a:xfrm>
            <a:off x="4114800" y="1600200"/>
            <a:ext cx="3962400" cy="45720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3865494"/>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ird Content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0" y="1600202"/>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0" y="5887064"/>
            <a:ext cx="121920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
        <p:nvSpPr>
          <p:cNvPr id="7" name="Content Placeholder 2">
            <a:extLst>
              <a:ext uri="{FF2B5EF4-FFF2-40B4-BE49-F238E27FC236}">
                <a16:creationId xmlns:a16="http://schemas.microsoft.com/office/drawing/2014/main" id="{9FCB7F62-31CE-479A-B75D-E680BBC27871}"/>
              </a:ext>
            </a:extLst>
          </p:cNvPr>
          <p:cNvSpPr>
            <a:spLocks noGrp="1"/>
          </p:cNvSpPr>
          <p:nvPr>
            <p:ph idx="17"/>
          </p:nvPr>
        </p:nvSpPr>
        <p:spPr>
          <a:xfrm>
            <a:off x="8229600" y="1600200"/>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90AFCEF9-0FFB-4670-A771-DA310A1C55BF}"/>
              </a:ext>
            </a:extLst>
          </p:cNvPr>
          <p:cNvSpPr>
            <a:spLocks noGrp="1"/>
          </p:cNvSpPr>
          <p:nvPr>
            <p:ph idx="18"/>
          </p:nvPr>
        </p:nvSpPr>
        <p:spPr>
          <a:xfrm>
            <a:off x="4114800" y="1600200"/>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906246569"/>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our Content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7" name="Content Placeholder 2">
            <a:extLst>
              <a:ext uri="{FF2B5EF4-FFF2-40B4-BE49-F238E27FC236}">
                <a16:creationId xmlns:a16="http://schemas.microsoft.com/office/drawing/2014/main" id="{D4EA549A-C581-4C37-B257-ACE55CAD4DF6}"/>
              </a:ext>
            </a:extLst>
          </p:cNvPr>
          <p:cNvSpPr>
            <a:spLocks noGrp="1"/>
          </p:cNvSpPr>
          <p:nvPr>
            <p:ph sz="half" idx="12"/>
          </p:nvPr>
        </p:nvSpPr>
        <p:spPr>
          <a:xfrm>
            <a:off x="0" y="3886200"/>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9" name="Content Placeholder 2">
            <a:extLst>
              <a:ext uri="{FF2B5EF4-FFF2-40B4-BE49-F238E27FC236}">
                <a16:creationId xmlns:a16="http://schemas.microsoft.com/office/drawing/2014/main" id="{00016720-4FC2-4205-9886-7838EB044331}"/>
              </a:ext>
            </a:extLst>
          </p:cNvPr>
          <p:cNvSpPr>
            <a:spLocks noGrp="1"/>
          </p:cNvSpPr>
          <p:nvPr>
            <p:ph sz="half" idx="13"/>
          </p:nvPr>
        </p:nvSpPr>
        <p:spPr>
          <a:xfrm>
            <a:off x="6197600" y="1608826"/>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10" name="Content Placeholder 2">
            <a:extLst>
              <a:ext uri="{FF2B5EF4-FFF2-40B4-BE49-F238E27FC236}">
                <a16:creationId xmlns:a16="http://schemas.microsoft.com/office/drawing/2014/main" id="{CE828636-495F-44E0-8340-BCE2B3F47166}"/>
              </a:ext>
            </a:extLst>
          </p:cNvPr>
          <p:cNvSpPr>
            <a:spLocks noGrp="1"/>
          </p:cNvSpPr>
          <p:nvPr>
            <p:ph sz="half" idx="14"/>
          </p:nvPr>
        </p:nvSpPr>
        <p:spPr>
          <a:xfrm>
            <a:off x="6197600" y="3894825"/>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3501676564"/>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our Content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7" name="Content Placeholder 2">
            <a:extLst>
              <a:ext uri="{FF2B5EF4-FFF2-40B4-BE49-F238E27FC236}">
                <a16:creationId xmlns:a16="http://schemas.microsoft.com/office/drawing/2014/main" id="{1E586163-080C-4D92-9FF5-83B9A124C31B}"/>
              </a:ext>
            </a:extLst>
          </p:cNvPr>
          <p:cNvSpPr>
            <a:spLocks noGrp="1"/>
          </p:cNvSpPr>
          <p:nvPr>
            <p:ph sz="half" idx="12"/>
          </p:nvPr>
        </p:nvSpPr>
        <p:spPr>
          <a:xfrm>
            <a:off x="30988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8" name="Content Placeholder 2">
            <a:extLst>
              <a:ext uri="{FF2B5EF4-FFF2-40B4-BE49-F238E27FC236}">
                <a16:creationId xmlns:a16="http://schemas.microsoft.com/office/drawing/2014/main" id="{60879BDB-29CC-404E-9DCA-E89C7B9070DD}"/>
              </a:ext>
            </a:extLst>
          </p:cNvPr>
          <p:cNvSpPr>
            <a:spLocks noGrp="1"/>
          </p:cNvSpPr>
          <p:nvPr>
            <p:ph sz="half" idx="13"/>
          </p:nvPr>
        </p:nvSpPr>
        <p:spPr>
          <a:xfrm>
            <a:off x="62103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2494B703-5983-4A4F-B197-D2C64EAA9F6A}"/>
              </a:ext>
            </a:extLst>
          </p:cNvPr>
          <p:cNvSpPr>
            <a:spLocks noGrp="1"/>
          </p:cNvSpPr>
          <p:nvPr>
            <p:ph sz="half" idx="14"/>
          </p:nvPr>
        </p:nvSpPr>
        <p:spPr>
          <a:xfrm>
            <a:off x="93472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06970055"/>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our Content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0"/>
            <a:ext cx="2844800" cy="4288536"/>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7" name="Content Placeholder 2">
            <a:extLst>
              <a:ext uri="{FF2B5EF4-FFF2-40B4-BE49-F238E27FC236}">
                <a16:creationId xmlns:a16="http://schemas.microsoft.com/office/drawing/2014/main" id="{1E586163-080C-4D92-9FF5-83B9A124C31B}"/>
              </a:ext>
            </a:extLst>
          </p:cNvPr>
          <p:cNvSpPr>
            <a:spLocks noGrp="1"/>
          </p:cNvSpPr>
          <p:nvPr>
            <p:ph sz="half" idx="12"/>
          </p:nvPr>
        </p:nvSpPr>
        <p:spPr>
          <a:xfrm>
            <a:off x="3098800" y="1600200"/>
            <a:ext cx="2844800" cy="4288536"/>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8" name="Content Placeholder 2">
            <a:extLst>
              <a:ext uri="{FF2B5EF4-FFF2-40B4-BE49-F238E27FC236}">
                <a16:creationId xmlns:a16="http://schemas.microsoft.com/office/drawing/2014/main" id="{60879BDB-29CC-404E-9DCA-E89C7B9070DD}"/>
              </a:ext>
            </a:extLst>
          </p:cNvPr>
          <p:cNvSpPr>
            <a:spLocks noGrp="1"/>
          </p:cNvSpPr>
          <p:nvPr>
            <p:ph sz="half" idx="13"/>
          </p:nvPr>
        </p:nvSpPr>
        <p:spPr>
          <a:xfrm>
            <a:off x="6210300" y="1600200"/>
            <a:ext cx="2844800" cy="4288536"/>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2494B703-5983-4A4F-B197-D2C64EAA9F6A}"/>
              </a:ext>
            </a:extLst>
          </p:cNvPr>
          <p:cNvSpPr>
            <a:spLocks noGrp="1"/>
          </p:cNvSpPr>
          <p:nvPr>
            <p:ph sz="half" idx="14"/>
          </p:nvPr>
        </p:nvSpPr>
        <p:spPr>
          <a:xfrm>
            <a:off x="9347200" y="1600200"/>
            <a:ext cx="2844800" cy="4288536"/>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4" name="Content Placeholder 2">
            <a:extLst>
              <a:ext uri="{FF2B5EF4-FFF2-40B4-BE49-F238E27FC236}">
                <a16:creationId xmlns:a16="http://schemas.microsoft.com/office/drawing/2014/main" id="{166FD81B-D664-FF76-F971-91B15C5A35D7}"/>
              </a:ext>
            </a:extLst>
          </p:cNvPr>
          <p:cNvSpPr>
            <a:spLocks noGrp="1"/>
          </p:cNvSpPr>
          <p:nvPr>
            <p:ph idx="16" hasCustomPrompt="1"/>
          </p:nvPr>
        </p:nvSpPr>
        <p:spPr>
          <a:xfrm>
            <a:off x="0" y="5887064"/>
            <a:ext cx="121920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613338590"/>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Content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8077200" cy="990599"/>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4" name="Content Placeholder 3"/>
          <p:cNvSpPr>
            <a:spLocks noGrp="1"/>
          </p:cNvSpPr>
          <p:nvPr>
            <p:ph sz="half" idx="2"/>
          </p:nvPr>
        </p:nvSpPr>
        <p:spPr>
          <a:xfrm>
            <a:off x="8763000" y="1600201"/>
            <a:ext cx="2819400" cy="990599"/>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1" name="Content Placeholder 2">
            <a:extLst>
              <a:ext uri="{FF2B5EF4-FFF2-40B4-BE49-F238E27FC236}">
                <a16:creationId xmlns:a16="http://schemas.microsoft.com/office/drawing/2014/main" id="{E4A1A4A6-69C0-4EC3-B5CC-CC08837714D4}"/>
              </a:ext>
            </a:extLst>
          </p:cNvPr>
          <p:cNvSpPr>
            <a:spLocks noGrp="1"/>
          </p:cNvSpPr>
          <p:nvPr>
            <p:ph sz="half" idx="12"/>
          </p:nvPr>
        </p:nvSpPr>
        <p:spPr>
          <a:xfrm>
            <a:off x="609600" y="2680855"/>
            <a:ext cx="8077200" cy="900545"/>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2" name="Content Placeholder 3">
            <a:extLst>
              <a:ext uri="{FF2B5EF4-FFF2-40B4-BE49-F238E27FC236}">
                <a16:creationId xmlns:a16="http://schemas.microsoft.com/office/drawing/2014/main" id="{3E39D719-3B3B-4F96-BE3F-4E767D23D3DC}"/>
              </a:ext>
            </a:extLst>
          </p:cNvPr>
          <p:cNvSpPr>
            <a:spLocks noGrp="1"/>
          </p:cNvSpPr>
          <p:nvPr>
            <p:ph sz="half" idx="13"/>
          </p:nvPr>
        </p:nvSpPr>
        <p:spPr>
          <a:xfrm>
            <a:off x="8763000" y="2680855"/>
            <a:ext cx="2819400" cy="900545"/>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3" name="Content Placeholder 2">
            <a:extLst>
              <a:ext uri="{FF2B5EF4-FFF2-40B4-BE49-F238E27FC236}">
                <a16:creationId xmlns:a16="http://schemas.microsoft.com/office/drawing/2014/main" id="{D7791AFD-E53B-48D7-8A3C-24F9B9314932}"/>
              </a:ext>
            </a:extLst>
          </p:cNvPr>
          <p:cNvSpPr>
            <a:spLocks noGrp="1"/>
          </p:cNvSpPr>
          <p:nvPr>
            <p:ph sz="half" idx="14"/>
          </p:nvPr>
        </p:nvSpPr>
        <p:spPr>
          <a:xfrm>
            <a:off x="609600" y="3733801"/>
            <a:ext cx="8077200" cy="990599"/>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4" name="Content Placeholder 3">
            <a:extLst>
              <a:ext uri="{FF2B5EF4-FFF2-40B4-BE49-F238E27FC236}">
                <a16:creationId xmlns:a16="http://schemas.microsoft.com/office/drawing/2014/main" id="{7784060D-E07A-4765-948A-FC9071F8DDC5}"/>
              </a:ext>
            </a:extLst>
          </p:cNvPr>
          <p:cNvSpPr>
            <a:spLocks noGrp="1"/>
          </p:cNvSpPr>
          <p:nvPr>
            <p:ph sz="half" idx="15"/>
          </p:nvPr>
        </p:nvSpPr>
        <p:spPr>
          <a:xfrm>
            <a:off x="8763000" y="3733801"/>
            <a:ext cx="2819400" cy="990599"/>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5" name="Content Placeholder 2">
            <a:extLst>
              <a:ext uri="{FF2B5EF4-FFF2-40B4-BE49-F238E27FC236}">
                <a16:creationId xmlns:a16="http://schemas.microsoft.com/office/drawing/2014/main" id="{A67EFF06-2483-4600-B6B9-3D1CE50220DD}"/>
              </a:ext>
            </a:extLst>
          </p:cNvPr>
          <p:cNvSpPr>
            <a:spLocks noGrp="1"/>
          </p:cNvSpPr>
          <p:nvPr>
            <p:ph sz="half" idx="16"/>
          </p:nvPr>
        </p:nvSpPr>
        <p:spPr>
          <a:xfrm>
            <a:off x="609600" y="4814455"/>
            <a:ext cx="8077200" cy="900545"/>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6" name="Content Placeholder 3">
            <a:extLst>
              <a:ext uri="{FF2B5EF4-FFF2-40B4-BE49-F238E27FC236}">
                <a16:creationId xmlns:a16="http://schemas.microsoft.com/office/drawing/2014/main" id="{C22FA758-800C-4200-9C64-1F16B8C51CA7}"/>
              </a:ext>
            </a:extLst>
          </p:cNvPr>
          <p:cNvSpPr>
            <a:spLocks noGrp="1"/>
          </p:cNvSpPr>
          <p:nvPr>
            <p:ph sz="half" idx="17"/>
          </p:nvPr>
        </p:nvSpPr>
        <p:spPr>
          <a:xfrm>
            <a:off x="8763000" y="4814455"/>
            <a:ext cx="2819400" cy="900545"/>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endParaRPr lang="en-US"/>
          </a:p>
        </p:txBody>
      </p:sp>
    </p:spTree>
    <p:extLst>
      <p:ext uri="{BB962C8B-B14F-4D97-AF65-F5344CB8AC3E}">
        <p14:creationId xmlns:p14="http://schemas.microsoft.com/office/powerpoint/2010/main" val="1809676352"/>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Tree>
    <p:extLst>
      <p:ext uri="{BB962C8B-B14F-4D97-AF65-F5344CB8AC3E}">
        <p14:creationId xmlns:p14="http://schemas.microsoft.com/office/powerpoint/2010/main" val="4112719614"/>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reative 01">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1066801"/>
            <a:ext cx="5994400" cy="5059363"/>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8" name="Content Placeholder 3">
            <a:extLst>
              <a:ext uri="{FF2B5EF4-FFF2-40B4-BE49-F238E27FC236}">
                <a16:creationId xmlns:a16="http://schemas.microsoft.com/office/drawing/2014/main" id="{B49A9FAE-4758-4C46-8541-F381798C5CD5}"/>
              </a:ext>
            </a:extLst>
          </p:cNvPr>
          <p:cNvSpPr>
            <a:spLocks noGrp="1"/>
          </p:cNvSpPr>
          <p:nvPr>
            <p:ph sz="half" idx="12"/>
          </p:nvPr>
        </p:nvSpPr>
        <p:spPr>
          <a:xfrm>
            <a:off x="6197600" y="0"/>
            <a:ext cx="5994400" cy="914401"/>
          </a:xfrm>
          <a:solidFill>
            <a:srgbClr val="00B0F0"/>
          </a:solidFill>
        </p:spPr>
        <p:txBody>
          <a:bodyPr/>
          <a:lstStyle>
            <a:lvl1pPr marL="0" indent="0">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vi-VN"/>
          </a:p>
        </p:txBody>
      </p:sp>
    </p:spTree>
    <p:extLst>
      <p:ext uri="{BB962C8B-B14F-4D97-AF65-F5344CB8AC3E}">
        <p14:creationId xmlns:p14="http://schemas.microsoft.com/office/powerpoint/2010/main" val="1875669295"/>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reative 02">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1066801"/>
            <a:ext cx="3022600" cy="5059363"/>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8" name="Content Placeholder 3">
            <a:extLst>
              <a:ext uri="{FF2B5EF4-FFF2-40B4-BE49-F238E27FC236}">
                <a16:creationId xmlns:a16="http://schemas.microsoft.com/office/drawing/2014/main" id="{B49A9FAE-4758-4C46-8541-F381798C5CD5}"/>
              </a:ext>
            </a:extLst>
          </p:cNvPr>
          <p:cNvSpPr>
            <a:spLocks noGrp="1"/>
          </p:cNvSpPr>
          <p:nvPr>
            <p:ph sz="half" idx="12"/>
          </p:nvPr>
        </p:nvSpPr>
        <p:spPr>
          <a:xfrm>
            <a:off x="6197600" y="0"/>
            <a:ext cx="5994400" cy="914401"/>
          </a:xfrm>
          <a:solidFill>
            <a:srgbClr val="00B0F0"/>
          </a:solidFill>
        </p:spPr>
        <p:txBody>
          <a:bodyPr/>
          <a:lstStyle>
            <a:lvl1pPr marL="0" indent="0">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vi-VN"/>
          </a:p>
        </p:txBody>
      </p:sp>
      <p:sp>
        <p:nvSpPr>
          <p:cNvPr id="7" name="Content Placeholder 3">
            <a:extLst>
              <a:ext uri="{FF2B5EF4-FFF2-40B4-BE49-F238E27FC236}">
                <a16:creationId xmlns:a16="http://schemas.microsoft.com/office/drawing/2014/main" id="{41B544BE-4259-4202-9EEF-29A5F771B6E3}"/>
              </a:ext>
            </a:extLst>
          </p:cNvPr>
          <p:cNvSpPr>
            <a:spLocks noGrp="1"/>
          </p:cNvSpPr>
          <p:nvPr>
            <p:ph sz="half" idx="13"/>
          </p:nvPr>
        </p:nvSpPr>
        <p:spPr>
          <a:xfrm>
            <a:off x="9239864" y="1066800"/>
            <a:ext cx="2952136" cy="5059363"/>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2150584009"/>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reative 03">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914400"/>
            <a:ext cx="5994400" cy="5257800"/>
          </a:xfrm>
          <a:solidFill>
            <a:schemeClr val="bg1"/>
          </a:solidFill>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1469903849"/>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reative 04">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0"/>
            <a:ext cx="5994400" cy="6172200"/>
          </a:xfrm>
          <a:solidFill>
            <a:schemeClr val="bg1"/>
          </a:solidFill>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3303610944"/>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3719429"/>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8600" y="2130426"/>
            <a:ext cx="11811000" cy="3508374"/>
          </a:xfrm>
        </p:spPr>
        <p:txBody>
          <a:bodyPr/>
          <a:lstStyle>
            <a:lvl1pPr>
              <a:defRPr sz="2000"/>
            </a:lvl1pPr>
          </a:lstStyle>
          <a:p>
            <a:r>
              <a:rPr lang="en-US" sz="4800"/>
              <a:t>Cảm ơn quí vị đã lắng nghe</a:t>
            </a:r>
            <a:br>
              <a:rPr lang="en-US" sz="4800"/>
            </a:br>
            <a:br>
              <a:rPr lang="en-US" sz="4800"/>
            </a:br>
            <a:r>
              <a:rPr lang="en-US" sz="4800">
                <a:solidFill>
                  <a:srgbClr val="0066FF"/>
                </a:solidFill>
              </a:rPr>
              <a:t>ĐẠI HỌC QUỐC GIA TP.HCM</a:t>
            </a:r>
            <a:br>
              <a:rPr lang="en-US" sz="4800">
                <a:solidFill>
                  <a:srgbClr val="0066FF"/>
                </a:solidFill>
              </a:rPr>
            </a:br>
            <a:r>
              <a:rPr lang="en-US" sz="4400">
                <a:solidFill>
                  <a:srgbClr val="FF0000"/>
                </a:solidFill>
              </a:rPr>
              <a:t>TR</a:t>
            </a:r>
            <a:r>
              <a:rPr lang="vi-VN" sz="4400">
                <a:solidFill>
                  <a:srgbClr val="FF0000"/>
                </a:solidFill>
              </a:rPr>
              <a:t>Ư</a:t>
            </a:r>
            <a:r>
              <a:rPr lang="en-US" sz="4400">
                <a:solidFill>
                  <a:srgbClr val="FF0000"/>
                </a:solidFill>
              </a:rPr>
              <a:t>ỜNG ĐH CÔNG NGHỆ THÔNG TIN</a:t>
            </a:r>
            <a:br>
              <a:rPr lang="en-US" sz="4400">
                <a:solidFill>
                  <a:srgbClr val="FF0000"/>
                </a:solidFill>
              </a:rPr>
            </a:br>
            <a:r>
              <a:rPr lang="en-US" sz="4400">
                <a:solidFill>
                  <a:srgbClr val="0066FF"/>
                </a:solidFill>
              </a:rPr>
              <a:t>TOÀN DIỆN – SÁNG TẠO – PHỤNG SỰ</a:t>
            </a:r>
            <a:r>
              <a:rPr lang="en-US" sz="4400"/>
              <a:t> </a:t>
            </a:r>
            <a:endParaRPr lang="vi-VN"/>
          </a:p>
        </p:txBody>
      </p:sp>
    </p:spTree>
    <p:extLst>
      <p:ext uri="{BB962C8B-B14F-4D97-AF65-F5344CB8AC3E}">
        <p14:creationId xmlns:p14="http://schemas.microsoft.com/office/powerpoint/2010/main" val="2394464083"/>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2_Title Slide 05">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3508374"/>
          </a:xfrm>
        </p:spPr>
        <p:txBody>
          <a:bodyPr/>
          <a:lstStyle>
            <a:lvl1pPr>
              <a:defRPr>
                <a:solidFill>
                  <a:srgbClr val="FF0000"/>
                </a:solidFill>
              </a:defRPr>
            </a:lvl1pPr>
          </a:lstStyle>
          <a:p>
            <a:r>
              <a:rPr lang="en-US"/>
              <a:t>Click to edit Master title style</a:t>
            </a:r>
            <a:endParaRPr lang="vi-VN"/>
          </a:p>
        </p:txBody>
      </p:sp>
    </p:spTree>
    <p:extLst>
      <p:ext uri="{BB962C8B-B14F-4D97-AF65-F5344CB8AC3E}">
        <p14:creationId xmlns:p14="http://schemas.microsoft.com/office/powerpoint/2010/main" val="2601791323"/>
      </p:ext>
    </p:extLst>
  </p:cSld>
  <p:clrMapOvr>
    <a:masterClrMapping/>
  </p:clrMapOvr>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1.pn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1">
            <a:lum/>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9" name="TextBox 8"/>
          <p:cNvSpPr txBox="1"/>
          <p:nvPr userDrawn="1"/>
        </p:nvSpPr>
        <p:spPr>
          <a:xfrm>
            <a:off x="11379200" y="6324600"/>
            <a:ext cx="812800" cy="369332"/>
          </a:xfrm>
          <a:prstGeom prst="rect">
            <a:avLst/>
          </a:prstGeom>
          <a:noFill/>
        </p:spPr>
        <p:txBody>
          <a:bodyPr wrap="square" rtlCol="0">
            <a:spAutoFit/>
          </a:bodyPr>
          <a:lstStyle/>
          <a:p>
            <a:pPr algn="ctr"/>
            <a:fld id="{4A916C17-A3B0-4CE4-88CA-9129F443D2C0}" type="slidenum">
              <a:rPr lang="en-US" smtClean="0"/>
              <a:pPr algn="ctr"/>
              <a:t>‹#›</a:t>
            </a:fld>
            <a:endParaRPr lang="en-US"/>
          </a:p>
        </p:txBody>
      </p:sp>
    </p:spTree>
  </p:cSld>
  <p:clrMap bg1="lt1" tx1="dk1" bg2="lt2" tx2="dk2" accent1="accent1" accent2="accent2" accent3="accent3" accent4="accent4" accent5="accent5" accent6="accent6" hlink="hlink" folHlink="folHlink"/>
  <p:sldLayoutIdLst>
    <p:sldLayoutId id="2147483722" r:id="rId1"/>
    <p:sldLayoutId id="2147483721" r:id="rId2"/>
    <p:sldLayoutId id="2147483723" r:id="rId3"/>
    <p:sldLayoutId id="2147483652" r:id="rId4"/>
    <p:sldLayoutId id="2147483650" r:id="rId5"/>
    <p:sldLayoutId id="2147483677" r:id="rId6"/>
    <p:sldLayoutId id="2147483691" r:id="rId7"/>
    <p:sldLayoutId id="2147483724" r:id="rId8"/>
    <p:sldLayoutId id="2147483699" r:id="rId9"/>
    <p:sldLayoutId id="2147483725" r:id="rId10"/>
    <p:sldLayoutId id="2147483717" r:id="rId11"/>
    <p:sldLayoutId id="2147483726" r:id="rId12"/>
    <p:sldLayoutId id="2147483653" r:id="rId13"/>
    <p:sldLayoutId id="2147483727" r:id="rId14"/>
    <p:sldLayoutId id="2147483706" r:id="rId15"/>
    <p:sldLayoutId id="2147483728" r:id="rId16"/>
    <p:sldLayoutId id="2147483708" r:id="rId17"/>
    <p:sldLayoutId id="2147483739" r:id="rId18"/>
    <p:sldLayoutId id="2147483729" r:id="rId19"/>
    <p:sldLayoutId id="2147483700" r:id="rId20"/>
    <p:sldLayoutId id="2147483730" r:id="rId21"/>
    <p:sldLayoutId id="2147483707" r:id="rId22"/>
    <p:sldLayoutId id="2147483731" r:id="rId23"/>
    <p:sldLayoutId id="2147483712" r:id="rId24"/>
    <p:sldLayoutId id="2147483732" r:id="rId25"/>
    <p:sldLayoutId id="2147483713" r:id="rId26"/>
    <p:sldLayoutId id="2147483733" r:id="rId27"/>
    <p:sldLayoutId id="2147483715" r:id="rId28"/>
    <p:sldLayoutId id="2147483734" r:id="rId29"/>
    <p:sldLayoutId id="2147483701" r:id="rId30"/>
    <p:sldLayoutId id="2147483735" r:id="rId31"/>
    <p:sldLayoutId id="2147483710" r:id="rId32"/>
    <p:sldLayoutId id="2147483736" r:id="rId33"/>
    <p:sldLayoutId id="2147483737" r:id="rId34"/>
    <p:sldLayoutId id="2147483711" r:id="rId35"/>
    <p:sldLayoutId id="2147483686" r:id="rId36"/>
    <p:sldLayoutId id="2147483718" r:id="rId37"/>
    <p:sldLayoutId id="2147483694" r:id="rId38"/>
    <p:sldLayoutId id="2147483688" r:id="rId39"/>
    <p:sldLayoutId id="2147483719" r:id="rId40"/>
    <p:sldLayoutId id="2147483687" r:id="rId41"/>
    <p:sldLayoutId id="2147483655" r:id="rId42"/>
    <p:sldLayoutId id="2147483702" r:id="rId43"/>
    <p:sldLayoutId id="2147483703" r:id="rId44"/>
    <p:sldLayoutId id="2147483704" r:id="rId45"/>
    <p:sldLayoutId id="2147483705" r:id="rId46"/>
    <p:sldLayoutId id="2147483716" r:id="rId47"/>
    <p:sldLayoutId id="2147483720" r:id="rId48"/>
    <p:sldLayoutId id="2147483738" r:id="rId49"/>
  </p:sldLayoutIdLst>
  <p:transition/>
  <p:hf sldNum="0" hdr="0" ftr="0" dt="0"/>
  <p:txStyles>
    <p:titleStyle>
      <a:lvl1pPr algn="ctr" rtl="0" eaLnBrk="0" fontAlgn="base" hangingPunct="0">
        <a:spcBef>
          <a:spcPct val="0"/>
        </a:spcBef>
        <a:spcAft>
          <a:spcPct val="0"/>
        </a:spcAft>
        <a:defRPr sz="4400" b="1">
          <a:solidFill>
            <a:srgbClr val="FF0000"/>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just" rtl="0" eaLnBrk="0" fontAlgn="base" hangingPunct="0">
        <a:spcBef>
          <a:spcPct val="20000"/>
        </a:spcBef>
        <a:spcAft>
          <a:spcPct val="0"/>
        </a:spcAft>
        <a:buFont typeface="Arial" panose="020B0604020202020204" pitchFamily="34" charset="0"/>
        <a:buChar char="─"/>
        <a:defRPr sz="2800">
          <a:solidFill>
            <a:srgbClr val="0066FF"/>
          </a:solidFill>
          <a:latin typeface="+mn-lt"/>
          <a:ea typeface="+mn-ea"/>
          <a:cs typeface="+mn-cs"/>
        </a:defRPr>
      </a:lvl1pPr>
      <a:lvl2pPr marL="742950" indent="-285750" algn="just" rtl="0" eaLnBrk="0" fontAlgn="base" hangingPunct="0">
        <a:spcBef>
          <a:spcPct val="20000"/>
        </a:spcBef>
        <a:spcAft>
          <a:spcPct val="0"/>
        </a:spcAft>
        <a:buFont typeface="Arial" panose="020B0604020202020204" pitchFamily="34" charset="0"/>
        <a:buChar char="+"/>
        <a:defRPr sz="2800">
          <a:solidFill>
            <a:srgbClr val="FF0000"/>
          </a:solidFill>
          <a:latin typeface="+mn-lt"/>
        </a:defRPr>
      </a:lvl2pPr>
      <a:lvl3pPr marL="1143000" indent="-228600" algn="just" rtl="0" eaLnBrk="0" fontAlgn="base" hangingPunct="0">
        <a:spcBef>
          <a:spcPct val="20000"/>
        </a:spcBef>
        <a:spcAft>
          <a:spcPct val="0"/>
        </a:spcAft>
        <a:buChar char="•"/>
        <a:defRPr sz="2800">
          <a:solidFill>
            <a:srgbClr val="0066FF"/>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5.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84C86-7609-D4A3-1353-AEB012BFE77C}"/>
              </a:ext>
            </a:extLst>
          </p:cNvPr>
          <p:cNvSpPr>
            <a:spLocks noGrp="1"/>
          </p:cNvSpPr>
          <p:nvPr>
            <p:ph type="ctrTitle"/>
          </p:nvPr>
        </p:nvSpPr>
        <p:spPr/>
        <p:txBody>
          <a:bodyPr/>
          <a:lstStyle/>
          <a:p>
            <a:r>
              <a:rPr lang="en-US"/>
              <a:t>THIẾT KẾ GIAO DIỆN</a:t>
            </a:r>
          </a:p>
        </p:txBody>
      </p:sp>
      <p:sp>
        <p:nvSpPr>
          <p:cNvPr id="3" name="Subtitle 2">
            <a:extLst>
              <a:ext uri="{FF2B5EF4-FFF2-40B4-BE49-F238E27FC236}">
                <a16:creationId xmlns:a16="http://schemas.microsoft.com/office/drawing/2014/main" id="{57C4F488-B428-666E-969C-22FA8787B94D}"/>
              </a:ext>
            </a:extLst>
          </p:cNvPr>
          <p:cNvSpPr>
            <a:spLocks noGrp="1"/>
          </p:cNvSpPr>
          <p:nvPr>
            <p:ph type="subTitle" idx="1"/>
          </p:nvPr>
        </p:nvSpPr>
        <p:spPr/>
        <p:txBody>
          <a:bodyPr/>
          <a:lstStyle/>
          <a:p>
            <a:r>
              <a:rPr lang="en-US"/>
              <a:t>TS. Nguyễn Tấn Trần Minh Khang</a:t>
            </a:r>
          </a:p>
        </p:txBody>
      </p:sp>
    </p:spTree>
    <p:extLst>
      <p:ext uri="{BB962C8B-B14F-4D97-AF65-F5344CB8AC3E}">
        <p14:creationId xmlns:p14="http://schemas.microsoft.com/office/powerpoint/2010/main" val="1862696496"/>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0D6980E-F1CC-08EE-D6C3-24E137E1CE09}"/>
              </a:ext>
            </a:extLst>
          </p:cNvPr>
          <p:cNvSpPr>
            <a:spLocks noGrp="1"/>
          </p:cNvSpPr>
          <p:nvPr>
            <p:ph type="title"/>
          </p:nvPr>
        </p:nvSpPr>
        <p:spPr/>
        <p:txBody>
          <a:bodyPr/>
          <a:lstStyle/>
          <a:p>
            <a:r>
              <a:rPr lang="en-US"/>
              <a:t>Content</a:t>
            </a:r>
          </a:p>
        </p:txBody>
      </p:sp>
      <p:sp>
        <p:nvSpPr>
          <p:cNvPr id="6" name="Content Placeholder 5">
            <a:extLst>
              <a:ext uri="{FF2B5EF4-FFF2-40B4-BE49-F238E27FC236}">
                <a16:creationId xmlns:a16="http://schemas.microsoft.com/office/drawing/2014/main" id="{5E3FA065-3E74-BDB4-DBB9-C7A63DDDAB3D}"/>
              </a:ext>
            </a:extLst>
          </p:cNvPr>
          <p:cNvSpPr>
            <a:spLocks noGrp="1"/>
          </p:cNvSpPr>
          <p:nvPr>
            <p:ph idx="1"/>
          </p:nvPr>
        </p:nvSpPr>
        <p:spPr/>
        <p:txBody>
          <a:bodyPr/>
          <a:lstStyle/>
          <a:p>
            <a:pPr marL="514350" indent="-514350">
              <a:buFont typeface="+mj-lt"/>
              <a:buAutoNum type="arabicPeriod"/>
            </a:pPr>
            <a:r>
              <a:rPr lang="en-US"/>
              <a:t>Mục đích</a:t>
            </a:r>
          </a:p>
          <a:p>
            <a:pPr marL="514350" indent="-514350">
              <a:buFont typeface="+mj-lt"/>
              <a:buAutoNum type="arabicPeriod"/>
            </a:pPr>
            <a:r>
              <a:rPr lang="en-US">
                <a:solidFill>
                  <a:srgbClr val="FF0000"/>
                </a:solidFill>
              </a:rPr>
              <a:t>Kết quả</a:t>
            </a:r>
          </a:p>
          <a:p>
            <a:pPr marL="514350" indent="-514350">
              <a:buFont typeface="+mj-lt"/>
              <a:buAutoNum type="arabicPeriod"/>
            </a:pPr>
            <a:r>
              <a:rPr lang="en-US"/>
              <a:t>Kiến trúc màn hình</a:t>
            </a:r>
          </a:p>
          <a:p>
            <a:pPr marL="514350" indent="-514350">
              <a:buFont typeface="+mj-lt"/>
              <a:buAutoNum type="arabicPeriod"/>
            </a:pPr>
            <a:r>
              <a:rPr lang="en-US">
                <a:solidFill>
                  <a:srgbClr val="FF0000"/>
                </a:solidFill>
              </a:rPr>
              <a:t>Cách thức tiến hành</a:t>
            </a:r>
          </a:p>
          <a:p>
            <a:pPr marL="514350" indent="-514350">
              <a:buFont typeface="+mj-lt"/>
              <a:buAutoNum type="arabicPeriod"/>
            </a:pPr>
            <a:r>
              <a:rPr lang="en-US"/>
              <a:t>Lưu ý</a:t>
            </a:r>
          </a:p>
          <a:p>
            <a:pPr marL="514350" indent="-514350">
              <a:buFont typeface="+mj-lt"/>
              <a:buAutoNum type="arabicPeriod"/>
            </a:pPr>
            <a:r>
              <a:rPr lang="en-US">
                <a:solidFill>
                  <a:srgbClr val="FF0000"/>
                </a:solidFill>
              </a:rPr>
              <a:t>Bài tập thiết kế giao diện</a:t>
            </a:r>
          </a:p>
        </p:txBody>
      </p:sp>
    </p:spTree>
    <p:extLst>
      <p:ext uri="{BB962C8B-B14F-4D97-AF65-F5344CB8AC3E}">
        <p14:creationId xmlns:p14="http://schemas.microsoft.com/office/powerpoint/2010/main" val="2055790810"/>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98783-3085-A252-9D8F-DC7FE4E2749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0A338C5-7D87-E692-7BDF-BE528BA5D04C}"/>
              </a:ext>
            </a:extLst>
          </p:cNvPr>
          <p:cNvSpPr>
            <a:spLocks noGrp="1"/>
          </p:cNvSpPr>
          <p:nvPr>
            <p:ph type="title"/>
          </p:nvPr>
        </p:nvSpPr>
        <p:spPr/>
        <p:txBody>
          <a:bodyPr/>
          <a:lstStyle/>
          <a:p>
            <a:r>
              <a:rPr lang="en-US"/>
              <a:t>Content</a:t>
            </a:r>
          </a:p>
        </p:txBody>
      </p:sp>
      <p:sp>
        <p:nvSpPr>
          <p:cNvPr id="6" name="Content Placeholder 5">
            <a:extLst>
              <a:ext uri="{FF2B5EF4-FFF2-40B4-BE49-F238E27FC236}">
                <a16:creationId xmlns:a16="http://schemas.microsoft.com/office/drawing/2014/main" id="{875200F5-7AE9-EFC7-7D2B-B81F17C78360}"/>
              </a:ext>
            </a:extLst>
          </p:cNvPr>
          <p:cNvSpPr>
            <a:spLocks noGrp="1"/>
          </p:cNvSpPr>
          <p:nvPr>
            <p:ph idx="1"/>
          </p:nvPr>
        </p:nvSpPr>
        <p:spPr/>
        <p:txBody>
          <a:bodyPr/>
          <a:lstStyle/>
          <a:p>
            <a:pPr marL="514350" indent="-514350">
              <a:buFont typeface="+mj-lt"/>
              <a:buAutoNum type="arabicPeriod"/>
            </a:pPr>
            <a:r>
              <a:rPr lang="en-US">
                <a:solidFill>
                  <a:schemeClr val="tx1"/>
                </a:solidFill>
                <a:highlight>
                  <a:srgbClr val="FFFF00"/>
                </a:highlight>
              </a:rPr>
              <a:t>Mục đích</a:t>
            </a:r>
          </a:p>
          <a:p>
            <a:pPr marL="514350" indent="-514350">
              <a:buFont typeface="+mj-lt"/>
              <a:buAutoNum type="arabicPeriod"/>
            </a:pPr>
            <a:r>
              <a:rPr lang="en-US">
                <a:solidFill>
                  <a:srgbClr val="FF0000"/>
                </a:solidFill>
              </a:rPr>
              <a:t>Kết quả</a:t>
            </a:r>
          </a:p>
          <a:p>
            <a:pPr marL="514350" indent="-514350">
              <a:buFont typeface="+mj-lt"/>
              <a:buAutoNum type="arabicPeriod"/>
            </a:pPr>
            <a:r>
              <a:rPr lang="en-US"/>
              <a:t>Kiến trúc màn hình</a:t>
            </a:r>
          </a:p>
          <a:p>
            <a:pPr marL="514350" indent="-514350">
              <a:buFont typeface="+mj-lt"/>
              <a:buAutoNum type="arabicPeriod"/>
            </a:pPr>
            <a:r>
              <a:rPr lang="en-US">
                <a:solidFill>
                  <a:srgbClr val="FF0000"/>
                </a:solidFill>
              </a:rPr>
              <a:t>Cách thức tiến hành</a:t>
            </a:r>
          </a:p>
          <a:p>
            <a:pPr marL="514350" indent="-514350">
              <a:buFont typeface="+mj-lt"/>
              <a:buAutoNum type="arabicPeriod"/>
            </a:pPr>
            <a:r>
              <a:rPr lang="en-US"/>
              <a:t>Lưu ý</a:t>
            </a:r>
          </a:p>
          <a:p>
            <a:pPr marL="514350" indent="-514350">
              <a:buFont typeface="+mj-lt"/>
              <a:buAutoNum type="arabicPeriod"/>
            </a:pPr>
            <a:r>
              <a:rPr lang="en-US">
                <a:solidFill>
                  <a:srgbClr val="FF0000"/>
                </a:solidFill>
              </a:rPr>
              <a:t>Bài tập thiết kế giao diện</a:t>
            </a:r>
          </a:p>
        </p:txBody>
      </p:sp>
    </p:spTree>
    <p:extLst>
      <p:ext uri="{BB962C8B-B14F-4D97-AF65-F5344CB8AC3E}">
        <p14:creationId xmlns:p14="http://schemas.microsoft.com/office/powerpoint/2010/main" val="282084661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AE855A6-8370-AF08-A2A9-033AD6D61775}"/>
              </a:ext>
            </a:extLst>
          </p:cNvPr>
          <p:cNvSpPr>
            <a:spLocks noGrp="1"/>
          </p:cNvSpPr>
          <p:nvPr>
            <p:ph type="title"/>
          </p:nvPr>
        </p:nvSpPr>
        <p:spPr/>
        <p:txBody>
          <a:bodyPr/>
          <a:lstStyle/>
          <a:p>
            <a:r>
              <a:rPr lang="en-US"/>
              <a:t>Thiết kế giao diện</a:t>
            </a:r>
          </a:p>
        </p:txBody>
      </p:sp>
      <p:pic>
        <p:nvPicPr>
          <p:cNvPr id="1028" name="Picture 4" descr="Scrum Framework] Sprint là gì? - Scrum Viet">
            <a:extLst>
              <a:ext uri="{FF2B5EF4-FFF2-40B4-BE49-F238E27FC236}">
                <a16:creationId xmlns:a16="http://schemas.microsoft.com/office/drawing/2014/main" id="{253EBEA4-C634-75F6-25B6-3BACEB178FC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95400" y="2260451"/>
            <a:ext cx="9601200" cy="3205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205542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E0EB9-1EA3-C023-48F0-2BB329690EA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4D42DA9-11AC-E8FD-9673-5ABD984C9479}"/>
              </a:ext>
            </a:extLst>
          </p:cNvPr>
          <p:cNvSpPr>
            <a:spLocks noGrp="1"/>
          </p:cNvSpPr>
          <p:nvPr>
            <p:ph type="title"/>
          </p:nvPr>
        </p:nvSpPr>
        <p:spPr/>
        <p:txBody>
          <a:bodyPr/>
          <a:lstStyle/>
          <a:p>
            <a:r>
              <a:rPr lang="en-US"/>
              <a:t>Thiết kế giao diện</a:t>
            </a:r>
          </a:p>
        </p:txBody>
      </p:sp>
      <p:pic>
        <p:nvPicPr>
          <p:cNvPr id="2050" name="Picture 2" descr="Implementing Scrum and the Agile Management Process | College of Business  and Economics | Western Washington University">
            <a:extLst>
              <a:ext uri="{FF2B5EF4-FFF2-40B4-BE49-F238E27FC236}">
                <a16:creationId xmlns:a16="http://schemas.microsoft.com/office/drawing/2014/main" id="{71ED7F07-EB81-AA3D-EBD7-BCBEC2322AF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64935" y="1600200"/>
            <a:ext cx="8662130"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419805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EDDE3-14F9-0346-B923-877B1398987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DEE347B-86C3-8EC0-0C0C-CF9D9B863C63}"/>
              </a:ext>
            </a:extLst>
          </p:cNvPr>
          <p:cNvSpPr>
            <a:spLocks noGrp="1"/>
          </p:cNvSpPr>
          <p:nvPr>
            <p:ph type="title"/>
          </p:nvPr>
        </p:nvSpPr>
        <p:spPr/>
        <p:txBody>
          <a:bodyPr/>
          <a:lstStyle/>
          <a:p>
            <a:r>
              <a:rPr lang="en-US"/>
              <a:t>Thiết kế giao diện</a:t>
            </a:r>
          </a:p>
        </p:txBody>
      </p:sp>
      <p:pic>
        <p:nvPicPr>
          <p:cNvPr id="4" name="Content Placeholder 3">
            <a:extLst>
              <a:ext uri="{FF2B5EF4-FFF2-40B4-BE49-F238E27FC236}">
                <a16:creationId xmlns:a16="http://schemas.microsoft.com/office/drawing/2014/main" id="{958062CD-880A-C285-85B0-33186CF80E69}"/>
              </a:ext>
            </a:extLst>
          </p:cNvPr>
          <p:cNvPicPr>
            <a:picLocks noGrp="1" noChangeAspect="1"/>
          </p:cNvPicPr>
          <p:nvPr>
            <p:ph idx="1"/>
          </p:nvPr>
        </p:nvPicPr>
        <p:blipFill>
          <a:blip r:embed="rId2"/>
          <a:stretch>
            <a:fillRect/>
          </a:stretch>
        </p:blipFill>
        <p:spPr bwMode="auto">
          <a:xfrm>
            <a:off x="2933142" y="1600200"/>
            <a:ext cx="6325716"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980601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30FCA-CF70-B93A-BA5F-A39024841301}"/>
              </a:ext>
            </a:extLst>
          </p:cNvPr>
          <p:cNvSpPr>
            <a:spLocks noGrp="1"/>
          </p:cNvSpPr>
          <p:nvPr>
            <p:ph type="title"/>
          </p:nvPr>
        </p:nvSpPr>
        <p:spPr/>
        <p:txBody>
          <a:bodyPr/>
          <a:lstStyle/>
          <a:p>
            <a:r>
              <a:rPr lang="en-US"/>
              <a:t>Mục đích Thiết kế giao diện</a:t>
            </a:r>
          </a:p>
        </p:txBody>
      </p:sp>
      <p:sp>
        <p:nvSpPr>
          <p:cNvPr id="3" name="Content Placeholder 2">
            <a:extLst>
              <a:ext uri="{FF2B5EF4-FFF2-40B4-BE49-F238E27FC236}">
                <a16:creationId xmlns:a16="http://schemas.microsoft.com/office/drawing/2014/main" id="{8B124FF4-826B-B8CB-C4FB-9C1FF48DD8E0}"/>
              </a:ext>
            </a:extLst>
          </p:cNvPr>
          <p:cNvSpPr>
            <a:spLocks noGrp="1"/>
          </p:cNvSpPr>
          <p:nvPr>
            <p:ph sz="half" idx="1"/>
          </p:nvPr>
        </p:nvSpPr>
        <p:spPr/>
        <p:txBody>
          <a:bodyPr/>
          <a:lstStyle/>
          <a:p>
            <a:r>
              <a:rPr lang="vi-VN"/>
              <a:t>Mục đích của việc thiết kế giao diện là nhằm mô tả cách thức giao tiếp giữa người sử dụng và phần mềm.</a:t>
            </a:r>
          </a:p>
          <a:p>
            <a:endParaRPr lang="en-US"/>
          </a:p>
        </p:txBody>
      </p:sp>
      <p:pic>
        <p:nvPicPr>
          <p:cNvPr id="6" name="Content Placeholder 5">
            <a:extLst>
              <a:ext uri="{FF2B5EF4-FFF2-40B4-BE49-F238E27FC236}">
                <a16:creationId xmlns:a16="http://schemas.microsoft.com/office/drawing/2014/main" id="{06C853B4-E223-1B48-A87F-5E494EA4AEE9}"/>
              </a:ext>
            </a:extLst>
          </p:cNvPr>
          <p:cNvPicPr>
            <a:picLocks noGrp="1" noChangeAspect="1"/>
          </p:cNvPicPr>
          <p:nvPr>
            <p:ph sz="half" idx="2"/>
          </p:nvPr>
        </p:nvPicPr>
        <p:blipFill>
          <a:blip r:embed="rId2"/>
          <a:stretch>
            <a:fillRect/>
          </a:stretch>
        </p:blipFill>
        <p:spPr>
          <a:xfrm>
            <a:off x="6197600" y="1938193"/>
            <a:ext cx="5384800" cy="3849976"/>
          </a:xfrm>
          <a:prstGeom prst="rect">
            <a:avLst/>
          </a:prstGeom>
        </p:spPr>
      </p:pic>
    </p:spTree>
    <p:extLst>
      <p:ext uri="{BB962C8B-B14F-4D97-AF65-F5344CB8AC3E}">
        <p14:creationId xmlns:p14="http://schemas.microsoft.com/office/powerpoint/2010/main" val="319800188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2D408-D1DF-CB19-28A5-CCC36C49F9D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04428C7-0C11-DF5D-8386-F6600891F29E}"/>
              </a:ext>
            </a:extLst>
          </p:cNvPr>
          <p:cNvSpPr>
            <a:spLocks noGrp="1"/>
          </p:cNvSpPr>
          <p:nvPr>
            <p:ph type="title"/>
          </p:nvPr>
        </p:nvSpPr>
        <p:spPr/>
        <p:txBody>
          <a:bodyPr/>
          <a:lstStyle/>
          <a:p>
            <a:r>
              <a:rPr lang="en-US"/>
              <a:t>Content</a:t>
            </a:r>
          </a:p>
        </p:txBody>
      </p:sp>
      <p:sp>
        <p:nvSpPr>
          <p:cNvPr id="6" name="Content Placeholder 5">
            <a:extLst>
              <a:ext uri="{FF2B5EF4-FFF2-40B4-BE49-F238E27FC236}">
                <a16:creationId xmlns:a16="http://schemas.microsoft.com/office/drawing/2014/main" id="{FE7245F4-5EAD-26DC-A7A0-8EEA29145A47}"/>
              </a:ext>
            </a:extLst>
          </p:cNvPr>
          <p:cNvSpPr>
            <a:spLocks noGrp="1"/>
          </p:cNvSpPr>
          <p:nvPr>
            <p:ph idx="1"/>
          </p:nvPr>
        </p:nvSpPr>
        <p:spPr/>
        <p:txBody>
          <a:bodyPr/>
          <a:lstStyle/>
          <a:p>
            <a:pPr marL="514350" indent="-514350">
              <a:buFont typeface="+mj-lt"/>
              <a:buAutoNum type="arabicPeriod"/>
            </a:pPr>
            <a:r>
              <a:rPr lang="en-US"/>
              <a:t>Mục đích</a:t>
            </a:r>
          </a:p>
          <a:p>
            <a:pPr marL="514350" indent="-514350">
              <a:buFont typeface="+mj-lt"/>
              <a:buAutoNum type="arabicPeriod"/>
            </a:pPr>
            <a:r>
              <a:rPr lang="en-US">
                <a:solidFill>
                  <a:schemeClr val="tx1"/>
                </a:solidFill>
                <a:highlight>
                  <a:srgbClr val="FFFF00"/>
                </a:highlight>
              </a:rPr>
              <a:t>Kết quả</a:t>
            </a:r>
          </a:p>
          <a:p>
            <a:pPr marL="514350" indent="-514350">
              <a:buFont typeface="+mj-lt"/>
              <a:buAutoNum type="arabicPeriod"/>
            </a:pPr>
            <a:r>
              <a:rPr lang="en-US"/>
              <a:t>Kiến trúc màn hình</a:t>
            </a:r>
          </a:p>
          <a:p>
            <a:pPr marL="514350" indent="-514350">
              <a:buFont typeface="+mj-lt"/>
              <a:buAutoNum type="arabicPeriod"/>
            </a:pPr>
            <a:r>
              <a:rPr lang="en-US">
                <a:solidFill>
                  <a:srgbClr val="FF0000"/>
                </a:solidFill>
              </a:rPr>
              <a:t>Cách thức tiến hành</a:t>
            </a:r>
          </a:p>
          <a:p>
            <a:pPr marL="514350" indent="-514350">
              <a:buFont typeface="+mj-lt"/>
              <a:buAutoNum type="arabicPeriod"/>
            </a:pPr>
            <a:r>
              <a:rPr lang="en-US"/>
              <a:t>Lưu ý</a:t>
            </a:r>
          </a:p>
          <a:p>
            <a:pPr marL="514350" indent="-514350">
              <a:buFont typeface="+mj-lt"/>
              <a:buAutoNum type="arabicPeriod"/>
            </a:pPr>
            <a:r>
              <a:rPr lang="en-US">
                <a:solidFill>
                  <a:srgbClr val="FF0000"/>
                </a:solidFill>
              </a:rPr>
              <a:t>Bài tập thiết kế giao diện</a:t>
            </a:r>
          </a:p>
        </p:txBody>
      </p:sp>
    </p:spTree>
    <p:extLst>
      <p:ext uri="{BB962C8B-B14F-4D97-AF65-F5344CB8AC3E}">
        <p14:creationId xmlns:p14="http://schemas.microsoft.com/office/powerpoint/2010/main" val="419157120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FCAC8-8267-49A6-C429-5C4D48CE0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8F083B-3BD0-0CFD-3C62-89D52E5B847D}"/>
              </a:ext>
            </a:extLst>
          </p:cNvPr>
          <p:cNvSpPr>
            <a:spLocks noGrp="1"/>
          </p:cNvSpPr>
          <p:nvPr>
            <p:ph type="title"/>
          </p:nvPr>
        </p:nvSpPr>
        <p:spPr/>
        <p:txBody>
          <a:bodyPr/>
          <a:lstStyle/>
          <a:p>
            <a:r>
              <a:rPr lang="en-US"/>
              <a:t>Kết quả Thiết kế giao diện</a:t>
            </a:r>
          </a:p>
        </p:txBody>
      </p:sp>
      <p:sp>
        <p:nvSpPr>
          <p:cNvPr id="3" name="Content Placeholder 2">
            <a:extLst>
              <a:ext uri="{FF2B5EF4-FFF2-40B4-BE49-F238E27FC236}">
                <a16:creationId xmlns:a16="http://schemas.microsoft.com/office/drawing/2014/main" id="{99C1BD82-053B-5EEC-A949-607D2775A34C}"/>
              </a:ext>
            </a:extLst>
          </p:cNvPr>
          <p:cNvSpPr>
            <a:spLocks noGrp="1"/>
          </p:cNvSpPr>
          <p:nvPr>
            <p:ph idx="1"/>
          </p:nvPr>
        </p:nvSpPr>
        <p:spPr/>
        <p:txBody>
          <a:bodyPr/>
          <a:lstStyle/>
          <a:p>
            <a:r>
              <a:rPr lang="vi-VN"/>
              <a:t>Danh sách các màn hình.</a:t>
            </a:r>
          </a:p>
          <a:p>
            <a:r>
              <a:rPr lang="vi-VN">
                <a:solidFill>
                  <a:srgbClr val="FF0000"/>
                </a:solidFill>
              </a:rPr>
              <a:t>Thông tin chi tiết của từng màn hình.</a:t>
            </a:r>
          </a:p>
          <a:p>
            <a:r>
              <a:rPr lang="vi-VN"/>
              <a:t>Màn hình thực đơn (Màn hình chính).</a:t>
            </a:r>
          </a:p>
          <a:p>
            <a:r>
              <a:rPr lang="vi-VN">
                <a:solidFill>
                  <a:srgbClr val="FF0000"/>
                </a:solidFill>
              </a:rPr>
              <a:t>Sơ đồ màn hình</a:t>
            </a:r>
            <a:r>
              <a:rPr lang="en-US">
                <a:solidFill>
                  <a:srgbClr val="FF0000"/>
                </a:solidFill>
              </a:rPr>
              <a:t>.</a:t>
            </a:r>
            <a:endParaRPr lang="vi-VN">
              <a:solidFill>
                <a:srgbClr val="FF0000"/>
              </a:solidFill>
            </a:endParaRPr>
          </a:p>
        </p:txBody>
      </p:sp>
    </p:spTree>
    <p:extLst>
      <p:ext uri="{BB962C8B-B14F-4D97-AF65-F5344CB8AC3E}">
        <p14:creationId xmlns:p14="http://schemas.microsoft.com/office/powerpoint/2010/main" val="164874600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1D31E-7F18-2461-259B-7F798AE5389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1277C49-6DDB-DCFE-1F2F-705E1F552694}"/>
              </a:ext>
            </a:extLst>
          </p:cNvPr>
          <p:cNvSpPr>
            <a:spLocks noGrp="1"/>
          </p:cNvSpPr>
          <p:nvPr>
            <p:ph type="title"/>
          </p:nvPr>
        </p:nvSpPr>
        <p:spPr/>
        <p:txBody>
          <a:bodyPr/>
          <a:lstStyle/>
          <a:p>
            <a:r>
              <a:rPr lang="en-US"/>
              <a:t>Content</a:t>
            </a:r>
          </a:p>
        </p:txBody>
      </p:sp>
      <p:sp>
        <p:nvSpPr>
          <p:cNvPr id="6" name="Content Placeholder 5">
            <a:extLst>
              <a:ext uri="{FF2B5EF4-FFF2-40B4-BE49-F238E27FC236}">
                <a16:creationId xmlns:a16="http://schemas.microsoft.com/office/drawing/2014/main" id="{46F2DA41-61F4-85F2-3ED8-437BB51E5B57}"/>
              </a:ext>
            </a:extLst>
          </p:cNvPr>
          <p:cNvSpPr>
            <a:spLocks noGrp="1"/>
          </p:cNvSpPr>
          <p:nvPr>
            <p:ph idx="1"/>
          </p:nvPr>
        </p:nvSpPr>
        <p:spPr/>
        <p:txBody>
          <a:bodyPr/>
          <a:lstStyle/>
          <a:p>
            <a:pPr marL="514350" indent="-514350">
              <a:buFont typeface="+mj-lt"/>
              <a:buAutoNum type="arabicPeriod"/>
            </a:pPr>
            <a:r>
              <a:rPr lang="en-US"/>
              <a:t>Mục đích</a:t>
            </a:r>
          </a:p>
          <a:p>
            <a:pPr marL="514350" indent="-514350">
              <a:buFont typeface="+mj-lt"/>
              <a:buAutoNum type="arabicPeriod"/>
            </a:pPr>
            <a:r>
              <a:rPr lang="en-US">
                <a:solidFill>
                  <a:srgbClr val="FF0000"/>
                </a:solidFill>
              </a:rPr>
              <a:t>Kết quả</a:t>
            </a:r>
          </a:p>
          <a:p>
            <a:pPr marL="514350" indent="-514350">
              <a:buFont typeface="+mj-lt"/>
              <a:buAutoNum type="arabicPeriod"/>
            </a:pPr>
            <a:r>
              <a:rPr lang="en-US">
                <a:solidFill>
                  <a:schemeClr val="tx1"/>
                </a:solidFill>
                <a:highlight>
                  <a:srgbClr val="FFFF00"/>
                </a:highlight>
              </a:rPr>
              <a:t>Kiến trúc màn hình</a:t>
            </a:r>
          </a:p>
          <a:p>
            <a:pPr marL="514350" indent="-514350">
              <a:buFont typeface="+mj-lt"/>
              <a:buAutoNum type="arabicPeriod"/>
            </a:pPr>
            <a:r>
              <a:rPr lang="en-US">
                <a:solidFill>
                  <a:srgbClr val="FF0000"/>
                </a:solidFill>
              </a:rPr>
              <a:t>Cách thức tiến hành</a:t>
            </a:r>
          </a:p>
          <a:p>
            <a:pPr marL="514350" indent="-514350">
              <a:buFont typeface="+mj-lt"/>
              <a:buAutoNum type="arabicPeriod"/>
            </a:pPr>
            <a:r>
              <a:rPr lang="en-US"/>
              <a:t>Lưu ý</a:t>
            </a:r>
          </a:p>
          <a:p>
            <a:pPr marL="514350" indent="-514350">
              <a:buFont typeface="+mj-lt"/>
              <a:buAutoNum type="arabicPeriod"/>
            </a:pPr>
            <a:r>
              <a:rPr lang="en-US">
                <a:solidFill>
                  <a:srgbClr val="FF0000"/>
                </a:solidFill>
              </a:rPr>
              <a:t>Bài tập thiết kế giao diện</a:t>
            </a:r>
          </a:p>
        </p:txBody>
      </p:sp>
    </p:spTree>
    <p:extLst>
      <p:ext uri="{BB962C8B-B14F-4D97-AF65-F5344CB8AC3E}">
        <p14:creationId xmlns:p14="http://schemas.microsoft.com/office/powerpoint/2010/main" val="103156180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35847-7AD8-C525-0934-3FC2A5C466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CFEB2F-9C0B-0475-A441-73CCE6A934DC}"/>
              </a:ext>
            </a:extLst>
          </p:cNvPr>
          <p:cNvSpPr>
            <a:spLocks noGrp="1"/>
          </p:cNvSpPr>
          <p:nvPr>
            <p:ph type="title"/>
          </p:nvPr>
        </p:nvSpPr>
        <p:spPr/>
        <p:txBody>
          <a:bodyPr/>
          <a:lstStyle/>
          <a:p>
            <a:r>
              <a:rPr lang="en-US"/>
              <a:t>Kiến trúc màn hình</a:t>
            </a:r>
          </a:p>
        </p:txBody>
      </p:sp>
      <p:sp>
        <p:nvSpPr>
          <p:cNvPr id="4" name="Rectangle 5">
            <a:extLst>
              <a:ext uri="{FF2B5EF4-FFF2-40B4-BE49-F238E27FC236}">
                <a16:creationId xmlns:a16="http://schemas.microsoft.com/office/drawing/2014/main" id="{8BAE5B1E-BB1B-DF0D-B80A-842B571F8C8D}"/>
              </a:ext>
            </a:extLst>
          </p:cNvPr>
          <p:cNvSpPr>
            <a:spLocks noChangeArrowheads="1"/>
          </p:cNvSpPr>
          <p:nvPr/>
        </p:nvSpPr>
        <p:spPr bwMode="auto">
          <a:xfrm>
            <a:off x="3810000" y="1600200"/>
            <a:ext cx="5181600" cy="4541838"/>
          </a:xfrm>
          <a:prstGeom prst="rect">
            <a:avLst/>
          </a:prstGeom>
          <a:noFill/>
          <a:ln w="635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 name="AutoShape 8">
            <a:extLst>
              <a:ext uri="{FF2B5EF4-FFF2-40B4-BE49-F238E27FC236}">
                <a16:creationId xmlns:a16="http://schemas.microsoft.com/office/drawing/2014/main" id="{DC03C742-6304-A0DA-7421-D753E0BB326A}"/>
              </a:ext>
            </a:extLst>
          </p:cNvPr>
          <p:cNvSpPr>
            <a:spLocks noChangeArrowheads="1"/>
          </p:cNvSpPr>
          <p:nvPr/>
        </p:nvSpPr>
        <p:spPr bwMode="auto">
          <a:xfrm>
            <a:off x="4495800" y="1981200"/>
            <a:ext cx="2743200" cy="1295400"/>
          </a:xfrm>
          <a:prstGeom prst="cloudCallout">
            <a:avLst>
              <a:gd name="adj1" fmla="val -35588"/>
              <a:gd name="adj2" fmla="val -7352"/>
            </a:avLst>
          </a:prstGeom>
          <a:solidFill>
            <a:srgbClr val="FFCC00"/>
          </a:solidFill>
          <a:ln w="12700">
            <a:solidFill>
              <a:schemeClr val="tx1"/>
            </a:solidFill>
            <a:round/>
            <a:headEnd type="none" w="sm" len="sm"/>
            <a:tailEnd type="none" w="sm" len="sm"/>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b="1"/>
              <a:t>Thành phần nhập liệu</a:t>
            </a:r>
          </a:p>
        </p:txBody>
      </p:sp>
      <p:sp>
        <p:nvSpPr>
          <p:cNvPr id="6" name="AutoShape 9">
            <a:extLst>
              <a:ext uri="{FF2B5EF4-FFF2-40B4-BE49-F238E27FC236}">
                <a16:creationId xmlns:a16="http://schemas.microsoft.com/office/drawing/2014/main" id="{9D306F4E-6102-0306-1A83-DCE3B0763A35}"/>
              </a:ext>
            </a:extLst>
          </p:cNvPr>
          <p:cNvSpPr>
            <a:spLocks noChangeArrowheads="1"/>
          </p:cNvSpPr>
          <p:nvPr/>
        </p:nvSpPr>
        <p:spPr bwMode="auto">
          <a:xfrm>
            <a:off x="6096000" y="3200400"/>
            <a:ext cx="2514600" cy="1447800"/>
          </a:xfrm>
          <a:prstGeom prst="cloudCallout">
            <a:avLst>
              <a:gd name="adj1" fmla="val -30491"/>
              <a:gd name="adj2" fmla="val -13157"/>
            </a:avLst>
          </a:prstGeom>
          <a:solidFill>
            <a:srgbClr val="FFCC00"/>
          </a:solidFill>
          <a:ln w="12700">
            <a:solidFill>
              <a:schemeClr val="tx1"/>
            </a:solidFill>
            <a:round/>
            <a:headEnd type="none" w="sm" len="sm"/>
            <a:tailEnd type="none" w="sm" len="sm"/>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b="1"/>
              <a:t>Thông tin kết quả</a:t>
            </a:r>
          </a:p>
        </p:txBody>
      </p:sp>
      <p:sp>
        <p:nvSpPr>
          <p:cNvPr id="7" name="AutoShape 10">
            <a:extLst>
              <a:ext uri="{FF2B5EF4-FFF2-40B4-BE49-F238E27FC236}">
                <a16:creationId xmlns:a16="http://schemas.microsoft.com/office/drawing/2014/main" id="{262EA912-9FA1-CAE7-5B81-51CD6FA69DF9}"/>
              </a:ext>
            </a:extLst>
          </p:cNvPr>
          <p:cNvSpPr>
            <a:spLocks noChangeArrowheads="1"/>
          </p:cNvSpPr>
          <p:nvPr/>
        </p:nvSpPr>
        <p:spPr bwMode="auto">
          <a:xfrm>
            <a:off x="4419600" y="4648200"/>
            <a:ext cx="2057400" cy="1295400"/>
          </a:xfrm>
          <a:prstGeom prst="cloudCallout">
            <a:avLst>
              <a:gd name="adj1" fmla="val -30787"/>
              <a:gd name="adj2" fmla="val -7352"/>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a:t>Các nút xử lý</a:t>
            </a:r>
          </a:p>
        </p:txBody>
      </p:sp>
    </p:spTree>
    <p:extLst>
      <p:ext uri="{BB962C8B-B14F-4D97-AF65-F5344CB8AC3E}">
        <p14:creationId xmlns:p14="http://schemas.microsoft.com/office/powerpoint/2010/main" val="21440057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FA966-6CF4-6C85-2CFE-21B6A2D6C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37B123-4E9C-917F-3944-A7F5623EFF9D}"/>
              </a:ext>
            </a:extLst>
          </p:cNvPr>
          <p:cNvSpPr>
            <a:spLocks noGrp="1"/>
          </p:cNvSpPr>
          <p:nvPr>
            <p:ph type="title"/>
          </p:nvPr>
        </p:nvSpPr>
        <p:spPr/>
        <p:txBody>
          <a:bodyPr/>
          <a:lstStyle/>
          <a:p>
            <a:r>
              <a:rPr lang="en-US"/>
              <a:t>Kiến trúc màn hình</a:t>
            </a:r>
          </a:p>
        </p:txBody>
      </p:sp>
      <p:sp>
        <p:nvSpPr>
          <p:cNvPr id="3" name="Content Placeholder 2">
            <a:extLst>
              <a:ext uri="{FF2B5EF4-FFF2-40B4-BE49-F238E27FC236}">
                <a16:creationId xmlns:a16="http://schemas.microsoft.com/office/drawing/2014/main" id="{FD275C15-D2F1-E097-A036-BBBECBC959E1}"/>
              </a:ext>
            </a:extLst>
          </p:cNvPr>
          <p:cNvSpPr>
            <a:spLocks noGrp="1"/>
          </p:cNvSpPr>
          <p:nvPr>
            <p:ph sz="half" idx="1"/>
          </p:nvPr>
        </p:nvSpPr>
        <p:spPr/>
        <p:txBody>
          <a:bodyPr/>
          <a:lstStyle/>
          <a:p>
            <a:r>
              <a:rPr lang="vi-VN">
                <a:solidFill>
                  <a:schemeClr val="tx1"/>
                </a:solidFill>
                <a:highlight>
                  <a:srgbClr val="00FFFF"/>
                </a:highlight>
              </a:rPr>
              <a:t>Thành phần nhập liệu</a:t>
            </a:r>
            <a:r>
              <a:rPr lang="vi-VN"/>
              <a:t> cho phép người sử dụng nhập dữ liệu dưới nhiều hình thức khác nhau.</a:t>
            </a:r>
            <a:endParaRPr lang="en-US"/>
          </a:p>
          <a:p>
            <a:r>
              <a:rPr lang="vi-VN">
                <a:solidFill>
                  <a:schemeClr val="tx1"/>
                </a:solidFill>
                <a:highlight>
                  <a:srgbClr val="00FFFF"/>
                </a:highlight>
              </a:rPr>
              <a:t>Thành phần thông tin kết quả</a:t>
            </a:r>
            <a:r>
              <a:rPr lang="vi-VN">
                <a:solidFill>
                  <a:srgbClr val="FF0000"/>
                </a:solidFill>
              </a:rPr>
              <a:t> cho phép người dùng xem trực tiếp kết quả hay các thông tin tương ứng với dữ liệu nhập trên màn hình.</a:t>
            </a:r>
            <a:endParaRPr lang="en-US">
              <a:solidFill>
                <a:srgbClr val="FF0000"/>
              </a:solidFill>
            </a:endParaRPr>
          </a:p>
          <a:p>
            <a:r>
              <a:rPr lang="vi-VN">
                <a:solidFill>
                  <a:schemeClr val="tx1"/>
                </a:solidFill>
                <a:highlight>
                  <a:srgbClr val="00FFFF"/>
                </a:highlight>
              </a:rPr>
              <a:t>Các nút xử lý</a:t>
            </a:r>
            <a:r>
              <a:rPr lang="vi-VN"/>
              <a:t> cho phép người dùng lựa chọn các tác vụ cần thực hiện trên màn hình giao diện.</a:t>
            </a:r>
          </a:p>
          <a:p>
            <a:endParaRPr lang="en-US"/>
          </a:p>
          <a:p>
            <a:endParaRPr lang="en-US"/>
          </a:p>
        </p:txBody>
      </p:sp>
      <p:pic>
        <p:nvPicPr>
          <p:cNvPr id="6" name="Content Placeholder 5">
            <a:extLst>
              <a:ext uri="{FF2B5EF4-FFF2-40B4-BE49-F238E27FC236}">
                <a16:creationId xmlns:a16="http://schemas.microsoft.com/office/drawing/2014/main" id="{67CF2B2C-9BA9-97C0-7C8F-4C264361951A}"/>
              </a:ext>
            </a:extLst>
          </p:cNvPr>
          <p:cNvPicPr>
            <a:picLocks noGrp="1" noChangeAspect="1"/>
          </p:cNvPicPr>
          <p:nvPr>
            <p:ph sz="half" idx="2"/>
          </p:nvPr>
        </p:nvPicPr>
        <p:blipFill>
          <a:blip r:embed="rId2"/>
          <a:stretch>
            <a:fillRect/>
          </a:stretch>
        </p:blipFill>
        <p:spPr>
          <a:xfrm>
            <a:off x="7543800" y="2099195"/>
            <a:ext cx="4038600" cy="3527972"/>
          </a:xfrm>
        </p:spPr>
      </p:pic>
    </p:spTree>
    <p:extLst>
      <p:ext uri="{BB962C8B-B14F-4D97-AF65-F5344CB8AC3E}">
        <p14:creationId xmlns:p14="http://schemas.microsoft.com/office/powerpoint/2010/main" val="300222635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D4C49-1F04-967B-B321-CA575BB231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84A81-93DA-008B-3201-0C8D1BB59B3B}"/>
              </a:ext>
            </a:extLst>
          </p:cNvPr>
          <p:cNvSpPr>
            <a:spLocks noGrp="1"/>
          </p:cNvSpPr>
          <p:nvPr>
            <p:ph type="title"/>
          </p:nvPr>
        </p:nvSpPr>
        <p:spPr/>
        <p:txBody>
          <a:bodyPr/>
          <a:lstStyle/>
          <a:p>
            <a:r>
              <a:rPr lang="en-US" altLang="en-US" sz="4400"/>
              <a:t>Thành phần nhập liệu</a:t>
            </a:r>
            <a:endParaRPr lang="en-US"/>
          </a:p>
        </p:txBody>
      </p:sp>
      <p:sp>
        <p:nvSpPr>
          <p:cNvPr id="3" name="Content Placeholder 2">
            <a:extLst>
              <a:ext uri="{FF2B5EF4-FFF2-40B4-BE49-F238E27FC236}">
                <a16:creationId xmlns:a16="http://schemas.microsoft.com/office/drawing/2014/main" id="{2282CA20-7ACA-8AC5-55D4-7F6E8B409678}"/>
              </a:ext>
            </a:extLst>
          </p:cNvPr>
          <p:cNvSpPr>
            <a:spLocks noGrp="1"/>
          </p:cNvSpPr>
          <p:nvPr>
            <p:ph sz="half" idx="1"/>
          </p:nvPr>
        </p:nvSpPr>
        <p:spPr/>
        <p:txBody>
          <a:bodyPr/>
          <a:lstStyle/>
          <a:p>
            <a:r>
              <a:rPr lang="vi-VN"/>
              <a:t>Khái niệm: Thành phần nhập liệu cho phép người sử dụng nhập dữ liệu dưới nhiều hình thức khác nhau.</a:t>
            </a:r>
            <a:endParaRPr lang="en-US"/>
          </a:p>
          <a:p>
            <a:endParaRPr lang="en-US"/>
          </a:p>
          <a:p>
            <a:endParaRPr lang="vi-VN"/>
          </a:p>
        </p:txBody>
      </p:sp>
      <p:pic>
        <p:nvPicPr>
          <p:cNvPr id="5" name="Content Placeholder 5">
            <a:extLst>
              <a:ext uri="{FF2B5EF4-FFF2-40B4-BE49-F238E27FC236}">
                <a16:creationId xmlns:a16="http://schemas.microsoft.com/office/drawing/2014/main" id="{FD48474F-79D3-2DE3-6695-361A7FECF2CE}"/>
              </a:ext>
            </a:extLst>
          </p:cNvPr>
          <p:cNvPicPr>
            <a:picLocks noGrp="1" noChangeAspect="1"/>
          </p:cNvPicPr>
          <p:nvPr>
            <p:ph sz="half" idx="2"/>
          </p:nvPr>
        </p:nvPicPr>
        <p:blipFill>
          <a:blip r:embed="rId2"/>
          <a:stretch>
            <a:fillRect/>
          </a:stretch>
        </p:blipFill>
        <p:spPr>
          <a:xfrm>
            <a:off x="7543800" y="2099195"/>
            <a:ext cx="4038600" cy="3527972"/>
          </a:xfrm>
        </p:spPr>
      </p:pic>
    </p:spTree>
    <p:extLst>
      <p:ext uri="{BB962C8B-B14F-4D97-AF65-F5344CB8AC3E}">
        <p14:creationId xmlns:p14="http://schemas.microsoft.com/office/powerpoint/2010/main" val="64225785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B0931-5710-A6D0-628B-8D89C128B3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390AFF-9672-0B06-DF25-620A090F3C19}"/>
              </a:ext>
            </a:extLst>
          </p:cNvPr>
          <p:cNvSpPr>
            <a:spLocks noGrp="1"/>
          </p:cNvSpPr>
          <p:nvPr>
            <p:ph type="title"/>
          </p:nvPr>
        </p:nvSpPr>
        <p:spPr/>
        <p:txBody>
          <a:bodyPr/>
          <a:lstStyle/>
          <a:p>
            <a:r>
              <a:rPr lang="en-US" altLang="en-US" sz="4400"/>
              <a:t>Thành phần nhập liệu</a:t>
            </a:r>
            <a:endParaRPr lang="en-US"/>
          </a:p>
        </p:txBody>
      </p:sp>
      <p:sp>
        <p:nvSpPr>
          <p:cNvPr id="3" name="Content Placeholder 2">
            <a:extLst>
              <a:ext uri="{FF2B5EF4-FFF2-40B4-BE49-F238E27FC236}">
                <a16:creationId xmlns:a16="http://schemas.microsoft.com/office/drawing/2014/main" id="{D786774F-031C-7CA1-0B92-69DAE39C6805}"/>
              </a:ext>
            </a:extLst>
          </p:cNvPr>
          <p:cNvSpPr>
            <a:spLocks noGrp="1"/>
          </p:cNvSpPr>
          <p:nvPr>
            <p:ph sz="half" idx="1"/>
          </p:nvPr>
        </p:nvSpPr>
        <p:spPr/>
        <p:txBody>
          <a:bodyPr/>
          <a:lstStyle/>
          <a:p>
            <a:r>
              <a:rPr lang="vi-VN"/>
              <a:t>Khái niệm: Thành phần nhập liệu cho phép người sử dụng nhập dữ liệu dưới nhiều hình thức khác nhau.</a:t>
            </a:r>
            <a:endParaRPr lang="en-US"/>
          </a:p>
          <a:p>
            <a:r>
              <a:rPr lang="en-US">
                <a:solidFill>
                  <a:schemeClr val="tx1"/>
                </a:solidFill>
                <a:highlight>
                  <a:srgbClr val="00FFFF"/>
                </a:highlight>
              </a:rPr>
              <a:t>Hình thức 1:</a:t>
            </a:r>
          </a:p>
          <a:p>
            <a:endParaRPr lang="en-US"/>
          </a:p>
          <a:p>
            <a:endParaRPr lang="en-US"/>
          </a:p>
          <a:p>
            <a:endParaRPr lang="vi-VN"/>
          </a:p>
        </p:txBody>
      </p:sp>
      <p:pic>
        <p:nvPicPr>
          <p:cNvPr id="1026" name="Picture 2">
            <a:extLst>
              <a:ext uri="{FF2B5EF4-FFF2-40B4-BE49-F238E27FC236}">
                <a16:creationId xmlns:a16="http://schemas.microsoft.com/office/drawing/2014/main" id="{65C7B2F3-F34D-3316-A795-E16759C63E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1143000" y="3544951"/>
            <a:ext cx="6130511" cy="1015366"/>
          </a:xfrm>
          <a:prstGeom prst="rect">
            <a:avLst/>
          </a:prstGeom>
          <a:noFill/>
          <a:extLst>
            <a:ext uri="{909E8E84-426E-40DD-AFC4-6F175D3DCCD1}">
              <a14:hiddenFill xmlns:a14="http://schemas.microsoft.com/office/drawing/2010/main">
                <a:solidFill>
                  <a:srgbClr val="FFFFFF"/>
                </a:solidFill>
              </a14:hiddenFill>
            </a:ext>
          </a:extLst>
        </p:spPr>
      </p:pic>
      <p:pic>
        <p:nvPicPr>
          <p:cNvPr id="5" name="Content Placeholder 5">
            <a:extLst>
              <a:ext uri="{FF2B5EF4-FFF2-40B4-BE49-F238E27FC236}">
                <a16:creationId xmlns:a16="http://schemas.microsoft.com/office/drawing/2014/main" id="{986C2266-A4ED-EDB5-21D3-3BE6C6B84020}"/>
              </a:ext>
            </a:extLst>
          </p:cNvPr>
          <p:cNvPicPr>
            <a:picLocks noGrp="1" noChangeAspect="1"/>
          </p:cNvPicPr>
          <p:nvPr>
            <p:ph sz="half" idx="2"/>
          </p:nvPr>
        </p:nvPicPr>
        <p:blipFill>
          <a:blip r:embed="rId3"/>
          <a:stretch>
            <a:fillRect/>
          </a:stretch>
        </p:blipFill>
        <p:spPr>
          <a:xfrm>
            <a:off x="7543800" y="2099195"/>
            <a:ext cx="4038600" cy="3527972"/>
          </a:xfrm>
        </p:spPr>
      </p:pic>
    </p:spTree>
    <p:extLst>
      <p:ext uri="{BB962C8B-B14F-4D97-AF65-F5344CB8AC3E}">
        <p14:creationId xmlns:p14="http://schemas.microsoft.com/office/powerpoint/2010/main" val="264821001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961BD-9DEF-C4B2-F496-FFE1F82067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69410D-E830-85B4-16FB-6280ED81A673}"/>
              </a:ext>
            </a:extLst>
          </p:cNvPr>
          <p:cNvSpPr>
            <a:spLocks noGrp="1"/>
          </p:cNvSpPr>
          <p:nvPr>
            <p:ph type="title"/>
          </p:nvPr>
        </p:nvSpPr>
        <p:spPr/>
        <p:txBody>
          <a:bodyPr/>
          <a:lstStyle/>
          <a:p>
            <a:r>
              <a:rPr lang="en-US" altLang="en-US" sz="4400"/>
              <a:t>Thành phần nhập liệu</a:t>
            </a:r>
            <a:endParaRPr lang="en-US"/>
          </a:p>
        </p:txBody>
      </p:sp>
      <p:sp>
        <p:nvSpPr>
          <p:cNvPr id="3" name="Content Placeholder 2">
            <a:extLst>
              <a:ext uri="{FF2B5EF4-FFF2-40B4-BE49-F238E27FC236}">
                <a16:creationId xmlns:a16="http://schemas.microsoft.com/office/drawing/2014/main" id="{BCE95D6A-0647-3B1B-6866-E3D8E3FDF233}"/>
              </a:ext>
            </a:extLst>
          </p:cNvPr>
          <p:cNvSpPr>
            <a:spLocks noGrp="1"/>
          </p:cNvSpPr>
          <p:nvPr>
            <p:ph sz="half" idx="1"/>
          </p:nvPr>
        </p:nvSpPr>
        <p:spPr/>
        <p:txBody>
          <a:bodyPr/>
          <a:lstStyle/>
          <a:p>
            <a:r>
              <a:rPr lang="vi-VN"/>
              <a:t>Khái niệm: Thành phần nhập liệu cho phép người sử dụng nhập dữ liệu dưới nhiều hình thức khác nhau.</a:t>
            </a:r>
            <a:endParaRPr lang="en-US"/>
          </a:p>
          <a:p>
            <a:r>
              <a:rPr lang="en-US">
                <a:solidFill>
                  <a:schemeClr val="tx1"/>
                </a:solidFill>
                <a:highlight>
                  <a:srgbClr val="00FFFF"/>
                </a:highlight>
              </a:rPr>
              <a:t>Hình thức 1:</a:t>
            </a:r>
          </a:p>
          <a:p>
            <a:endParaRPr lang="en-US"/>
          </a:p>
          <a:p>
            <a:endParaRPr lang="en-US"/>
          </a:p>
          <a:p>
            <a:r>
              <a:rPr lang="en-US">
                <a:solidFill>
                  <a:schemeClr val="tx1"/>
                </a:solidFill>
                <a:highlight>
                  <a:srgbClr val="00FFFF"/>
                </a:highlight>
              </a:rPr>
              <a:t>Hình thức 2:</a:t>
            </a:r>
          </a:p>
          <a:p>
            <a:endParaRPr lang="vi-VN"/>
          </a:p>
        </p:txBody>
      </p:sp>
      <p:pic>
        <p:nvPicPr>
          <p:cNvPr id="1026" name="Picture 2">
            <a:extLst>
              <a:ext uri="{FF2B5EF4-FFF2-40B4-BE49-F238E27FC236}">
                <a16:creationId xmlns:a16="http://schemas.microsoft.com/office/drawing/2014/main" id="{B6497853-A5BA-9F61-E602-A1B5F9DE59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1143000" y="3544951"/>
            <a:ext cx="6130511" cy="101536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95F17A62-FCAF-9153-4932-99629E9582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143000" y="5113846"/>
            <a:ext cx="4061464" cy="1015366"/>
          </a:xfrm>
          <a:prstGeom prst="rect">
            <a:avLst/>
          </a:prstGeom>
          <a:noFill/>
          <a:extLst>
            <a:ext uri="{909E8E84-426E-40DD-AFC4-6F175D3DCCD1}">
              <a14:hiddenFill xmlns:a14="http://schemas.microsoft.com/office/drawing/2010/main">
                <a:solidFill>
                  <a:srgbClr val="FFFFFF"/>
                </a:solidFill>
              </a14:hiddenFill>
            </a:ext>
          </a:extLst>
        </p:spPr>
      </p:pic>
      <p:pic>
        <p:nvPicPr>
          <p:cNvPr id="5" name="Content Placeholder 5">
            <a:extLst>
              <a:ext uri="{FF2B5EF4-FFF2-40B4-BE49-F238E27FC236}">
                <a16:creationId xmlns:a16="http://schemas.microsoft.com/office/drawing/2014/main" id="{F3428152-AFF0-2829-171A-FB807FDF6D25}"/>
              </a:ext>
            </a:extLst>
          </p:cNvPr>
          <p:cNvPicPr>
            <a:picLocks noGrp="1" noChangeAspect="1"/>
          </p:cNvPicPr>
          <p:nvPr>
            <p:ph sz="half" idx="2"/>
          </p:nvPr>
        </p:nvPicPr>
        <p:blipFill>
          <a:blip r:embed="rId4"/>
          <a:stretch>
            <a:fillRect/>
          </a:stretch>
        </p:blipFill>
        <p:spPr>
          <a:xfrm>
            <a:off x="7543800" y="2099195"/>
            <a:ext cx="4038600" cy="3527972"/>
          </a:xfrm>
        </p:spPr>
      </p:pic>
    </p:spTree>
    <p:extLst>
      <p:ext uri="{BB962C8B-B14F-4D97-AF65-F5344CB8AC3E}">
        <p14:creationId xmlns:p14="http://schemas.microsoft.com/office/powerpoint/2010/main" val="3940074194"/>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42C7AEA-3710-901D-E618-BF6471CF4AEF}"/>
              </a:ext>
            </a:extLst>
          </p:cNvPr>
          <p:cNvSpPr>
            <a:spLocks noGrp="1"/>
          </p:cNvSpPr>
          <p:nvPr>
            <p:ph type="title"/>
          </p:nvPr>
        </p:nvSpPr>
        <p:spPr/>
        <p:txBody>
          <a:bodyPr/>
          <a:lstStyle/>
          <a:p>
            <a:r>
              <a:rPr lang="en-US" altLang="en-US" sz="4400"/>
              <a:t>Thành phần nhập liệu</a:t>
            </a:r>
            <a:endParaRPr lang="en-US"/>
          </a:p>
        </p:txBody>
      </p:sp>
      <p:sp>
        <p:nvSpPr>
          <p:cNvPr id="5" name="Content Placeholder 4">
            <a:extLst>
              <a:ext uri="{FF2B5EF4-FFF2-40B4-BE49-F238E27FC236}">
                <a16:creationId xmlns:a16="http://schemas.microsoft.com/office/drawing/2014/main" id="{E5848995-B3F0-A303-6493-9C35D96BDF14}"/>
              </a:ext>
            </a:extLst>
          </p:cNvPr>
          <p:cNvSpPr>
            <a:spLocks noGrp="1"/>
          </p:cNvSpPr>
          <p:nvPr>
            <p:ph sz="half" idx="1"/>
          </p:nvPr>
        </p:nvSpPr>
        <p:spPr/>
        <p:txBody>
          <a:bodyPr/>
          <a:lstStyle/>
          <a:p>
            <a:r>
              <a:rPr lang="en-US">
                <a:solidFill>
                  <a:schemeClr val="tx1"/>
                </a:solidFill>
                <a:highlight>
                  <a:srgbClr val="00FFFF"/>
                </a:highlight>
              </a:rPr>
              <a:t>Hình thức 3:</a:t>
            </a:r>
          </a:p>
          <a:p>
            <a:endParaRPr lang="en-US"/>
          </a:p>
        </p:txBody>
      </p:sp>
      <p:pic>
        <p:nvPicPr>
          <p:cNvPr id="2050" name="Picture 2">
            <a:extLst>
              <a:ext uri="{FF2B5EF4-FFF2-40B4-BE49-F238E27FC236}">
                <a16:creationId xmlns:a16="http://schemas.microsoft.com/office/drawing/2014/main" id="{1D1618F5-6943-BF87-0C8A-1E161F666B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086526"/>
            <a:ext cx="3200400" cy="3244543"/>
          </a:xfrm>
          <a:prstGeom prst="rect">
            <a:avLst/>
          </a:prstGeom>
          <a:noFill/>
          <a:extLst>
            <a:ext uri="{909E8E84-426E-40DD-AFC4-6F175D3DCCD1}">
              <a14:hiddenFill xmlns:a14="http://schemas.microsoft.com/office/drawing/2010/main">
                <a:solidFill>
                  <a:srgbClr val="FFFFFF"/>
                </a:solidFill>
              </a14:hiddenFill>
            </a:ext>
          </a:extLst>
        </p:spPr>
      </p:pic>
      <p:pic>
        <p:nvPicPr>
          <p:cNvPr id="8" name="Content Placeholder 5">
            <a:extLst>
              <a:ext uri="{FF2B5EF4-FFF2-40B4-BE49-F238E27FC236}">
                <a16:creationId xmlns:a16="http://schemas.microsoft.com/office/drawing/2014/main" id="{05ED3196-45F7-1EDD-DFA5-3A89A5EA847D}"/>
              </a:ext>
            </a:extLst>
          </p:cNvPr>
          <p:cNvPicPr>
            <a:picLocks noGrp="1" noChangeAspect="1"/>
          </p:cNvPicPr>
          <p:nvPr>
            <p:ph sz="half" idx="2"/>
          </p:nvPr>
        </p:nvPicPr>
        <p:blipFill>
          <a:blip r:embed="rId3"/>
          <a:stretch>
            <a:fillRect/>
          </a:stretch>
        </p:blipFill>
        <p:spPr>
          <a:xfrm>
            <a:off x="7543800" y="2099195"/>
            <a:ext cx="4038600" cy="3527972"/>
          </a:xfrm>
        </p:spPr>
      </p:pic>
    </p:spTree>
    <p:extLst>
      <p:ext uri="{BB962C8B-B14F-4D97-AF65-F5344CB8AC3E}">
        <p14:creationId xmlns:p14="http://schemas.microsoft.com/office/powerpoint/2010/main" val="110633004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75BA7-645C-2D23-A43D-36D6FD54AA5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4534571-A78D-C086-88D7-1473219B260E}"/>
              </a:ext>
            </a:extLst>
          </p:cNvPr>
          <p:cNvSpPr>
            <a:spLocks noGrp="1"/>
          </p:cNvSpPr>
          <p:nvPr>
            <p:ph type="title"/>
          </p:nvPr>
        </p:nvSpPr>
        <p:spPr/>
        <p:txBody>
          <a:bodyPr/>
          <a:lstStyle/>
          <a:p>
            <a:r>
              <a:rPr lang="en-US" altLang="en-US" sz="4400"/>
              <a:t>Thành phần nhập liệu</a:t>
            </a:r>
            <a:endParaRPr lang="en-US"/>
          </a:p>
        </p:txBody>
      </p:sp>
      <p:sp>
        <p:nvSpPr>
          <p:cNvPr id="5" name="Content Placeholder 4">
            <a:extLst>
              <a:ext uri="{FF2B5EF4-FFF2-40B4-BE49-F238E27FC236}">
                <a16:creationId xmlns:a16="http://schemas.microsoft.com/office/drawing/2014/main" id="{D4B7CE84-D33E-3528-4E19-D9DC9E830126}"/>
              </a:ext>
            </a:extLst>
          </p:cNvPr>
          <p:cNvSpPr>
            <a:spLocks noGrp="1"/>
          </p:cNvSpPr>
          <p:nvPr>
            <p:ph sz="half" idx="1"/>
          </p:nvPr>
        </p:nvSpPr>
        <p:spPr/>
        <p:txBody>
          <a:bodyPr/>
          <a:lstStyle/>
          <a:p>
            <a:r>
              <a:rPr lang="en-US">
                <a:solidFill>
                  <a:schemeClr val="tx1"/>
                </a:solidFill>
                <a:highlight>
                  <a:srgbClr val="00FFFF"/>
                </a:highlight>
              </a:rPr>
              <a:t>Hình thức 4:</a:t>
            </a:r>
          </a:p>
          <a:p>
            <a:endParaRPr lang="en-US"/>
          </a:p>
        </p:txBody>
      </p:sp>
      <p:pic>
        <p:nvPicPr>
          <p:cNvPr id="3" name="Content Placeholder 5">
            <a:extLst>
              <a:ext uri="{FF2B5EF4-FFF2-40B4-BE49-F238E27FC236}">
                <a16:creationId xmlns:a16="http://schemas.microsoft.com/office/drawing/2014/main" id="{3AE59DC1-5B9D-65E2-E6B4-06E31DF5DB94}"/>
              </a:ext>
            </a:extLst>
          </p:cNvPr>
          <p:cNvPicPr>
            <a:picLocks noGrp="1" noChangeAspect="1"/>
          </p:cNvPicPr>
          <p:nvPr>
            <p:ph sz="half" idx="2"/>
          </p:nvPr>
        </p:nvPicPr>
        <p:blipFill>
          <a:blip r:embed="rId2"/>
          <a:stretch>
            <a:fillRect/>
          </a:stretch>
        </p:blipFill>
        <p:spPr>
          <a:xfrm>
            <a:off x="7543800" y="2099195"/>
            <a:ext cx="4038600" cy="3527972"/>
          </a:xfrm>
        </p:spPr>
      </p:pic>
      <p:pic>
        <p:nvPicPr>
          <p:cNvPr id="9" name="Picture 4">
            <a:extLst>
              <a:ext uri="{FF2B5EF4-FFF2-40B4-BE49-F238E27FC236}">
                <a16:creationId xmlns:a16="http://schemas.microsoft.com/office/drawing/2014/main" id="{CADE6473-A1A1-A2FE-BE89-AC6C9E4E52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2072640"/>
            <a:ext cx="3000522" cy="3291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433599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81B5C-BB2B-2057-9903-ACDA1FDA02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B6D64E-C0A7-7F0A-A52D-36DD5CC166BF}"/>
              </a:ext>
            </a:extLst>
          </p:cNvPr>
          <p:cNvSpPr>
            <a:spLocks noGrp="1"/>
          </p:cNvSpPr>
          <p:nvPr>
            <p:ph type="title"/>
          </p:nvPr>
        </p:nvSpPr>
        <p:spPr/>
        <p:txBody>
          <a:bodyPr/>
          <a:lstStyle/>
          <a:p>
            <a:r>
              <a:rPr lang="en-US" altLang="en-US"/>
              <a:t>Thành phần thông tin kết quả</a:t>
            </a:r>
            <a:endParaRPr lang="en-US"/>
          </a:p>
        </p:txBody>
      </p:sp>
      <p:sp>
        <p:nvSpPr>
          <p:cNvPr id="3" name="Content Placeholder 2">
            <a:extLst>
              <a:ext uri="{FF2B5EF4-FFF2-40B4-BE49-F238E27FC236}">
                <a16:creationId xmlns:a16="http://schemas.microsoft.com/office/drawing/2014/main" id="{F5E929B0-CDC2-F625-9CB4-4D144DD9652B}"/>
              </a:ext>
            </a:extLst>
          </p:cNvPr>
          <p:cNvSpPr>
            <a:spLocks noGrp="1"/>
          </p:cNvSpPr>
          <p:nvPr>
            <p:ph sz="half" idx="1"/>
          </p:nvPr>
        </p:nvSpPr>
        <p:spPr/>
        <p:txBody>
          <a:bodyPr/>
          <a:lstStyle/>
          <a:p>
            <a:r>
              <a:rPr lang="vi-VN"/>
              <a:t>Khái niệm: Thành phần thông tin kết quả cho phép người dùng xem trực tiếp kết quả hay các thông tin tương ứng với dữ liệu nhập trên màn hình.</a:t>
            </a:r>
            <a:endParaRPr lang="en-US"/>
          </a:p>
          <a:p>
            <a:endParaRPr lang="vi-VN"/>
          </a:p>
        </p:txBody>
      </p:sp>
      <p:pic>
        <p:nvPicPr>
          <p:cNvPr id="5" name="Content Placeholder 5">
            <a:extLst>
              <a:ext uri="{FF2B5EF4-FFF2-40B4-BE49-F238E27FC236}">
                <a16:creationId xmlns:a16="http://schemas.microsoft.com/office/drawing/2014/main" id="{6290CF49-2D75-3FCD-6E9A-5FE9AFDCB35D}"/>
              </a:ext>
            </a:extLst>
          </p:cNvPr>
          <p:cNvPicPr>
            <a:picLocks noGrp="1" noChangeAspect="1"/>
          </p:cNvPicPr>
          <p:nvPr>
            <p:ph sz="half" idx="2"/>
          </p:nvPr>
        </p:nvPicPr>
        <p:blipFill>
          <a:blip r:embed="rId2"/>
          <a:stretch>
            <a:fillRect/>
          </a:stretch>
        </p:blipFill>
        <p:spPr>
          <a:xfrm>
            <a:off x="7543800" y="2099195"/>
            <a:ext cx="4038600" cy="3527972"/>
          </a:xfrm>
        </p:spPr>
      </p:pic>
    </p:spTree>
    <p:extLst>
      <p:ext uri="{BB962C8B-B14F-4D97-AF65-F5344CB8AC3E}">
        <p14:creationId xmlns:p14="http://schemas.microsoft.com/office/powerpoint/2010/main" val="359690065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C9DFE-553F-2AEA-BB8F-DC6CFF5D83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92515D-B918-028B-5485-526E0306D85C}"/>
              </a:ext>
            </a:extLst>
          </p:cNvPr>
          <p:cNvSpPr>
            <a:spLocks noGrp="1"/>
          </p:cNvSpPr>
          <p:nvPr>
            <p:ph type="title"/>
          </p:nvPr>
        </p:nvSpPr>
        <p:spPr/>
        <p:txBody>
          <a:bodyPr/>
          <a:lstStyle/>
          <a:p>
            <a:r>
              <a:rPr lang="en-US" altLang="en-US"/>
              <a:t>Thành phần thông tin kết quả</a:t>
            </a:r>
            <a:endParaRPr lang="en-US"/>
          </a:p>
        </p:txBody>
      </p:sp>
      <p:sp>
        <p:nvSpPr>
          <p:cNvPr id="3" name="Content Placeholder 2">
            <a:extLst>
              <a:ext uri="{FF2B5EF4-FFF2-40B4-BE49-F238E27FC236}">
                <a16:creationId xmlns:a16="http://schemas.microsoft.com/office/drawing/2014/main" id="{D3134FE1-845C-9416-64FA-E7FD9F985780}"/>
              </a:ext>
            </a:extLst>
          </p:cNvPr>
          <p:cNvSpPr>
            <a:spLocks noGrp="1"/>
          </p:cNvSpPr>
          <p:nvPr>
            <p:ph sz="half" idx="1"/>
          </p:nvPr>
        </p:nvSpPr>
        <p:spPr/>
        <p:txBody>
          <a:bodyPr/>
          <a:lstStyle/>
          <a:p>
            <a:r>
              <a:rPr lang="vi-VN"/>
              <a:t>Khái niệm: Thành phần thông tin kết quả cho phép người dùng xem trực tiếp kết quả hay các thông tin tương ứng với dữ liệu nhập trên màn hình.</a:t>
            </a:r>
            <a:endParaRPr lang="en-US"/>
          </a:p>
          <a:p>
            <a:r>
              <a:rPr lang="en-US">
                <a:solidFill>
                  <a:schemeClr val="tx1"/>
                </a:solidFill>
                <a:highlight>
                  <a:srgbClr val="00FFFF"/>
                </a:highlight>
              </a:rPr>
              <a:t>Hình thức 1:</a:t>
            </a:r>
          </a:p>
          <a:p>
            <a:endParaRPr lang="en-US"/>
          </a:p>
          <a:p>
            <a:endParaRPr lang="en-US"/>
          </a:p>
          <a:p>
            <a:endParaRPr lang="vi-VN"/>
          </a:p>
        </p:txBody>
      </p:sp>
      <p:pic>
        <p:nvPicPr>
          <p:cNvPr id="5" name="Content Placeholder 5">
            <a:extLst>
              <a:ext uri="{FF2B5EF4-FFF2-40B4-BE49-F238E27FC236}">
                <a16:creationId xmlns:a16="http://schemas.microsoft.com/office/drawing/2014/main" id="{8034B1AF-75C2-F205-B61E-A1DC4E9075EF}"/>
              </a:ext>
            </a:extLst>
          </p:cNvPr>
          <p:cNvPicPr>
            <a:picLocks noGrp="1" noChangeAspect="1"/>
          </p:cNvPicPr>
          <p:nvPr>
            <p:ph sz="half" idx="2"/>
          </p:nvPr>
        </p:nvPicPr>
        <p:blipFill>
          <a:blip r:embed="rId2"/>
          <a:stretch>
            <a:fillRect/>
          </a:stretch>
        </p:blipFill>
        <p:spPr>
          <a:xfrm>
            <a:off x="7543800" y="2099195"/>
            <a:ext cx="4038600" cy="3527972"/>
          </a:xfrm>
        </p:spPr>
      </p:pic>
      <p:pic>
        <p:nvPicPr>
          <p:cNvPr id="3074" name="Picture 2">
            <a:extLst>
              <a:ext uri="{FF2B5EF4-FFF2-40B4-BE49-F238E27FC236}">
                <a16:creationId xmlns:a16="http://schemas.microsoft.com/office/drawing/2014/main" id="{F5236A19-A4FE-94C8-8C32-F839DF248F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9096" y="4084664"/>
            <a:ext cx="6124415" cy="10207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674660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E7980-358C-3A67-5DE5-2E654649FB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CF7714-9D10-519D-707F-F5BB33179B6E}"/>
              </a:ext>
            </a:extLst>
          </p:cNvPr>
          <p:cNvSpPr>
            <a:spLocks noGrp="1"/>
          </p:cNvSpPr>
          <p:nvPr>
            <p:ph type="title"/>
          </p:nvPr>
        </p:nvSpPr>
        <p:spPr/>
        <p:txBody>
          <a:bodyPr/>
          <a:lstStyle/>
          <a:p>
            <a:r>
              <a:rPr lang="en-US" altLang="en-US"/>
              <a:t>Thành phần thông tin kết quả</a:t>
            </a:r>
            <a:endParaRPr lang="en-US"/>
          </a:p>
        </p:txBody>
      </p:sp>
      <p:sp>
        <p:nvSpPr>
          <p:cNvPr id="3" name="Content Placeholder 2">
            <a:extLst>
              <a:ext uri="{FF2B5EF4-FFF2-40B4-BE49-F238E27FC236}">
                <a16:creationId xmlns:a16="http://schemas.microsoft.com/office/drawing/2014/main" id="{BAFAAC00-541B-7817-BC48-1268835335ED}"/>
              </a:ext>
            </a:extLst>
          </p:cNvPr>
          <p:cNvSpPr>
            <a:spLocks noGrp="1"/>
          </p:cNvSpPr>
          <p:nvPr>
            <p:ph sz="half" idx="1"/>
          </p:nvPr>
        </p:nvSpPr>
        <p:spPr/>
        <p:txBody>
          <a:bodyPr/>
          <a:lstStyle/>
          <a:p>
            <a:r>
              <a:rPr lang="en-US">
                <a:solidFill>
                  <a:schemeClr val="tx1"/>
                </a:solidFill>
                <a:highlight>
                  <a:srgbClr val="00FFFF"/>
                </a:highlight>
              </a:rPr>
              <a:t>Hình thức 2:</a:t>
            </a:r>
          </a:p>
          <a:p>
            <a:endParaRPr lang="en-US"/>
          </a:p>
          <a:p>
            <a:endParaRPr lang="en-US"/>
          </a:p>
          <a:p>
            <a:endParaRPr lang="vi-VN"/>
          </a:p>
        </p:txBody>
      </p:sp>
      <p:pic>
        <p:nvPicPr>
          <p:cNvPr id="5" name="Content Placeholder 5">
            <a:extLst>
              <a:ext uri="{FF2B5EF4-FFF2-40B4-BE49-F238E27FC236}">
                <a16:creationId xmlns:a16="http://schemas.microsoft.com/office/drawing/2014/main" id="{CC5D0193-6EC3-2CF6-AF7B-431CA0D40947}"/>
              </a:ext>
            </a:extLst>
          </p:cNvPr>
          <p:cNvPicPr>
            <a:picLocks noGrp="1" noChangeAspect="1"/>
          </p:cNvPicPr>
          <p:nvPr>
            <p:ph sz="half" idx="2"/>
          </p:nvPr>
        </p:nvPicPr>
        <p:blipFill>
          <a:blip r:embed="rId2"/>
          <a:stretch>
            <a:fillRect/>
          </a:stretch>
        </p:blipFill>
        <p:spPr>
          <a:xfrm>
            <a:off x="7543800" y="2099195"/>
            <a:ext cx="4038600" cy="3527972"/>
          </a:xfrm>
        </p:spPr>
      </p:pic>
      <p:pic>
        <p:nvPicPr>
          <p:cNvPr id="3076" name="Picture 4">
            <a:extLst>
              <a:ext uri="{FF2B5EF4-FFF2-40B4-BE49-F238E27FC236}">
                <a16:creationId xmlns:a16="http://schemas.microsoft.com/office/drawing/2014/main" id="{5791981B-1111-FD66-7136-DFA6D5A4B4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6195" y="2116033"/>
            <a:ext cx="2864810" cy="2989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5449702"/>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C7DB8-5B83-95FF-EC88-19F97909D6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1063A3-3C94-57FD-D949-FF59173F788D}"/>
              </a:ext>
            </a:extLst>
          </p:cNvPr>
          <p:cNvSpPr>
            <a:spLocks noGrp="1"/>
          </p:cNvSpPr>
          <p:nvPr>
            <p:ph type="title"/>
          </p:nvPr>
        </p:nvSpPr>
        <p:spPr/>
        <p:txBody>
          <a:bodyPr/>
          <a:lstStyle/>
          <a:p>
            <a:r>
              <a:rPr lang="en-US" altLang="en-US"/>
              <a:t>Thành phần thông tin kết quả</a:t>
            </a:r>
            <a:endParaRPr lang="en-US"/>
          </a:p>
        </p:txBody>
      </p:sp>
      <p:sp>
        <p:nvSpPr>
          <p:cNvPr id="3" name="Content Placeholder 2">
            <a:extLst>
              <a:ext uri="{FF2B5EF4-FFF2-40B4-BE49-F238E27FC236}">
                <a16:creationId xmlns:a16="http://schemas.microsoft.com/office/drawing/2014/main" id="{F502A0F1-4675-8A62-A0D9-E89A65A9202C}"/>
              </a:ext>
            </a:extLst>
          </p:cNvPr>
          <p:cNvSpPr>
            <a:spLocks noGrp="1"/>
          </p:cNvSpPr>
          <p:nvPr>
            <p:ph sz="half" idx="1"/>
          </p:nvPr>
        </p:nvSpPr>
        <p:spPr/>
        <p:txBody>
          <a:bodyPr/>
          <a:lstStyle/>
          <a:p>
            <a:r>
              <a:rPr lang="vi-VN"/>
              <a:t>Khái niệm:  Các nút xử lý cho phép người dùng lựa chọn các tác vụ cần thực hiện trên màn hình giao diện.</a:t>
            </a:r>
            <a:endParaRPr lang="en-US"/>
          </a:p>
        </p:txBody>
      </p:sp>
      <p:pic>
        <p:nvPicPr>
          <p:cNvPr id="5" name="Content Placeholder 5">
            <a:extLst>
              <a:ext uri="{FF2B5EF4-FFF2-40B4-BE49-F238E27FC236}">
                <a16:creationId xmlns:a16="http://schemas.microsoft.com/office/drawing/2014/main" id="{2F367ABD-5583-DA2E-B849-25CA2B4F1CDA}"/>
              </a:ext>
            </a:extLst>
          </p:cNvPr>
          <p:cNvPicPr>
            <a:picLocks noGrp="1" noChangeAspect="1"/>
          </p:cNvPicPr>
          <p:nvPr>
            <p:ph sz="half" idx="2"/>
          </p:nvPr>
        </p:nvPicPr>
        <p:blipFill>
          <a:blip r:embed="rId2"/>
          <a:stretch>
            <a:fillRect/>
          </a:stretch>
        </p:blipFill>
        <p:spPr>
          <a:xfrm>
            <a:off x="7543800" y="2099195"/>
            <a:ext cx="4038600" cy="3527972"/>
          </a:xfrm>
        </p:spPr>
      </p:pic>
    </p:spTree>
    <p:extLst>
      <p:ext uri="{BB962C8B-B14F-4D97-AF65-F5344CB8AC3E}">
        <p14:creationId xmlns:p14="http://schemas.microsoft.com/office/powerpoint/2010/main" val="363091619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60E30-90C3-94C2-A7A9-D5991F5E3E0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E1FED72-2FED-A30B-B42A-68DE474D9A28}"/>
              </a:ext>
            </a:extLst>
          </p:cNvPr>
          <p:cNvSpPr>
            <a:spLocks noGrp="1"/>
          </p:cNvSpPr>
          <p:nvPr>
            <p:ph type="title"/>
          </p:nvPr>
        </p:nvSpPr>
        <p:spPr/>
        <p:txBody>
          <a:bodyPr/>
          <a:lstStyle/>
          <a:p>
            <a:r>
              <a:rPr lang="en-US"/>
              <a:t>Content</a:t>
            </a:r>
          </a:p>
        </p:txBody>
      </p:sp>
      <p:sp>
        <p:nvSpPr>
          <p:cNvPr id="6" name="Content Placeholder 5">
            <a:extLst>
              <a:ext uri="{FF2B5EF4-FFF2-40B4-BE49-F238E27FC236}">
                <a16:creationId xmlns:a16="http://schemas.microsoft.com/office/drawing/2014/main" id="{13784BED-9FFE-F2D6-C16F-29BCD41F0406}"/>
              </a:ext>
            </a:extLst>
          </p:cNvPr>
          <p:cNvSpPr>
            <a:spLocks noGrp="1"/>
          </p:cNvSpPr>
          <p:nvPr>
            <p:ph idx="1"/>
          </p:nvPr>
        </p:nvSpPr>
        <p:spPr/>
        <p:txBody>
          <a:bodyPr/>
          <a:lstStyle/>
          <a:p>
            <a:pPr marL="514350" indent="-514350">
              <a:buFont typeface="+mj-lt"/>
              <a:buAutoNum type="arabicPeriod"/>
            </a:pPr>
            <a:r>
              <a:rPr lang="en-US"/>
              <a:t>Mục đích</a:t>
            </a:r>
          </a:p>
          <a:p>
            <a:pPr marL="514350" indent="-514350">
              <a:buFont typeface="+mj-lt"/>
              <a:buAutoNum type="arabicPeriod"/>
            </a:pPr>
            <a:r>
              <a:rPr lang="en-US">
                <a:solidFill>
                  <a:srgbClr val="FF0000"/>
                </a:solidFill>
              </a:rPr>
              <a:t>Kết quả</a:t>
            </a:r>
          </a:p>
          <a:p>
            <a:pPr marL="514350" indent="-514350">
              <a:buFont typeface="+mj-lt"/>
              <a:buAutoNum type="arabicPeriod"/>
            </a:pPr>
            <a:r>
              <a:rPr lang="en-US"/>
              <a:t>Kiến trúc màn hình</a:t>
            </a:r>
          </a:p>
          <a:p>
            <a:pPr marL="514350" indent="-514350">
              <a:buFont typeface="+mj-lt"/>
              <a:buAutoNum type="arabicPeriod"/>
            </a:pPr>
            <a:r>
              <a:rPr lang="en-US">
                <a:solidFill>
                  <a:schemeClr val="tx1"/>
                </a:solidFill>
                <a:highlight>
                  <a:srgbClr val="FFFF00"/>
                </a:highlight>
              </a:rPr>
              <a:t>Cách thức tiến hành</a:t>
            </a:r>
          </a:p>
          <a:p>
            <a:pPr marL="514350" indent="-514350">
              <a:buFont typeface="+mj-lt"/>
              <a:buAutoNum type="arabicPeriod"/>
            </a:pPr>
            <a:r>
              <a:rPr lang="en-US"/>
              <a:t>Lưu ý</a:t>
            </a:r>
          </a:p>
          <a:p>
            <a:pPr marL="514350" indent="-514350">
              <a:buFont typeface="+mj-lt"/>
              <a:buAutoNum type="arabicPeriod"/>
            </a:pPr>
            <a:r>
              <a:rPr lang="en-US">
                <a:solidFill>
                  <a:srgbClr val="FF0000"/>
                </a:solidFill>
              </a:rPr>
              <a:t>Bài tập thiết kế giao diện</a:t>
            </a:r>
          </a:p>
        </p:txBody>
      </p:sp>
    </p:spTree>
    <p:extLst>
      <p:ext uri="{BB962C8B-B14F-4D97-AF65-F5344CB8AC3E}">
        <p14:creationId xmlns:p14="http://schemas.microsoft.com/office/powerpoint/2010/main" val="34637830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26753-B819-70D4-9165-D735BAE7A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F2D0B9-FBF9-3110-4876-D5C3B67DCBBC}"/>
              </a:ext>
            </a:extLst>
          </p:cNvPr>
          <p:cNvSpPr>
            <a:spLocks noGrp="1"/>
          </p:cNvSpPr>
          <p:nvPr>
            <p:ph type="title"/>
          </p:nvPr>
        </p:nvSpPr>
        <p:spPr/>
        <p:txBody>
          <a:bodyPr/>
          <a:lstStyle/>
          <a:p>
            <a:r>
              <a:rPr lang="en-US" altLang="en-US"/>
              <a:t>Cách thức tiến hành</a:t>
            </a:r>
            <a:endParaRPr lang="en-US"/>
          </a:p>
        </p:txBody>
      </p:sp>
      <p:pic>
        <p:nvPicPr>
          <p:cNvPr id="4100" name="Picture 4">
            <a:extLst>
              <a:ext uri="{FF2B5EF4-FFF2-40B4-BE49-F238E27FC236}">
                <a16:creationId xmlns:a16="http://schemas.microsoft.com/office/drawing/2014/main" id="{25BE0C36-D66B-2892-BE36-89C1D376FD65}"/>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3200315"/>
            <a:ext cx="10972800" cy="1325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762275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EE30C-51E2-993F-E980-8D3A673251B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1E991F3-1287-B372-4C0D-B65CB27F548D}"/>
              </a:ext>
            </a:extLst>
          </p:cNvPr>
          <p:cNvSpPr>
            <a:spLocks noGrp="1"/>
          </p:cNvSpPr>
          <p:nvPr>
            <p:ph type="title"/>
          </p:nvPr>
        </p:nvSpPr>
        <p:spPr/>
        <p:txBody>
          <a:bodyPr/>
          <a:lstStyle/>
          <a:p>
            <a:r>
              <a:rPr lang="en-US"/>
              <a:t>Content</a:t>
            </a:r>
          </a:p>
        </p:txBody>
      </p:sp>
      <p:sp>
        <p:nvSpPr>
          <p:cNvPr id="6" name="Content Placeholder 5">
            <a:extLst>
              <a:ext uri="{FF2B5EF4-FFF2-40B4-BE49-F238E27FC236}">
                <a16:creationId xmlns:a16="http://schemas.microsoft.com/office/drawing/2014/main" id="{A05E623C-0751-E8A5-DC1F-9732AE7A4D00}"/>
              </a:ext>
            </a:extLst>
          </p:cNvPr>
          <p:cNvSpPr>
            <a:spLocks noGrp="1"/>
          </p:cNvSpPr>
          <p:nvPr>
            <p:ph idx="1"/>
          </p:nvPr>
        </p:nvSpPr>
        <p:spPr/>
        <p:txBody>
          <a:bodyPr/>
          <a:lstStyle/>
          <a:p>
            <a:pPr marL="514350" indent="-514350">
              <a:buFont typeface="+mj-lt"/>
              <a:buAutoNum type="arabicPeriod"/>
            </a:pPr>
            <a:r>
              <a:rPr lang="en-US"/>
              <a:t>Mục đích</a:t>
            </a:r>
          </a:p>
          <a:p>
            <a:pPr marL="514350" indent="-514350">
              <a:buFont typeface="+mj-lt"/>
              <a:buAutoNum type="arabicPeriod"/>
            </a:pPr>
            <a:r>
              <a:rPr lang="en-US">
                <a:solidFill>
                  <a:srgbClr val="FF0000"/>
                </a:solidFill>
              </a:rPr>
              <a:t>Kết quả</a:t>
            </a:r>
          </a:p>
          <a:p>
            <a:pPr marL="514350" indent="-514350">
              <a:buFont typeface="+mj-lt"/>
              <a:buAutoNum type="arabicPeriod"/>
            </a:pPr>
            <a:r>
              <a:rPr lang="en-US"/>
              <a:t>Kiến trúc màn hình</a:t>
            </a:r>
          </a:p>
          <a:p>
            <a:pPr marL="514350" indent="-514350">
              <a:buFont typeface="+mj-lt"/>
              <a:buAutoNum type="arabicPeriod"/>
            </a:pPr>
            <a:r>
              <a:rPr lang="en-US">
                <a:solidFill>
                  <a:srgbClr val="FF0000"/>
                </a:solidFill>
              </a:rPr>
              <a:t>Cách thức tiến hành</a:t>
            </a:r>
          </a:p>
          <a:p>
            <a:pPr marL="514350" indent="-514350">
              <a:buFont typeface="+mj-lt"/>
              <a:buAutoNum type="arabicPeriod"/>
            </a:pPr>
            <a:r>
              <a:rPr lang="en-US">
                <a:solidFill>
                  <a:schemeClr val="tx1"/>
                </a:solidFill>
                <a:highlight>
                  <a:srgbClr val="FFFF00"/>
                </a:highlight>
              </a:rPr>
              <a:t>Lưu ý</a:t>
            </a:r>
          </a:p>
          <a:p>
            <a:pPr marL="514350" indent="-514350">
              <a:buFont typeface="+mj-lt"/>
              <a:buAutoNum type="arabicPeriod"/>
            </a:pPr>
            <a:r>
              <a:rPr lang="en-US">
                <a:solidFill>
                  <a:srgbClr val="FF0000"/>
                </a:solidFill>
              </a:rPr>
              <a:t>Bài tập thiết kế giao diện</a:t>
            </a:r>
          </a:p>
        </p:txBody>
      </p:sp>
    </p:spTree>
    <p:extLst>
      <p:ext uri="{BB962C8B-B14F-4D97-AF65-F5344CB8AC3E}">
        <p14:creationId xmlns:p14="http://schemas.microsoft.com/office/powerpoint/2010/main" val="31649210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E3012-F4A2-20FC-2D31-5D7C0FE1C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13616F-086F-437F-AFB7-EBBBF83EBF5D}"/>
              </a:ext>
            </a:extLst>
          </p:cNvPr>
          <p:cNvSpPr>
            <a:spLocks noGrp="1"/>
          </p:cNvSpPr>
          <p:nvPr>
            <p:ph type="title"/>
          </p:nvPr>
        </p:nvSpPr>
        <p:spPr/>
        <p:txBody>
          <a:bodyPr/>
          <a:lstStyle/>
          <a:p>
            <a:r>
              <a:rPr lang="en-US"/>
              <a:t>Ghi chú quan trọng</a:t>
            </a:r>
          </a:p>
        </p:txBody>
      </p:sp>
      <p:sp>
        <p:nvSpPr>
          <p:cNvPr id="3" name="Content Placeholder 2">
            <a:extLst>
              <a:ext uri="{FF2B5EF4-FFF2-40B4-BE49-F238E27FC236}">
                <a16:creationId xmlns:a16="http://schemas.microsoft.com/office/drawing/2014/main" id="{C2A29594-10EE-41C2-0023-BBE7CFB052D5}"/>
              </a:ext>
            </a:extLst>
          </p:cNvPr>
          <p:cNvSpPr>
            <a:spLocks noGrp="1"/>
          </p:cNvSpPr>
          <p:nvPr>
            <p:ph idx="1"/>
          </p:nvPr>
        </p:nvSpPr>
        <p:spPr/>
        <p:txBody>
          <a:bodyPr/>
          <a:lstStyle/>
          <a:p>
            <a:r>
              <a:rPr lang="en-US"/>
              <a:t>Thành phần nhập liệu quyết định tính đúng đắn của màn hình giao diện. Nói một cách khác, màn hình giao diện với tính đúng đắn chỉ thành phần nhập liệu mà thôi.</a:t>
            </a:r>
          </a:p>
          <a:p>
            <a:r>
              <a:rPr lang="en-US">
                <a:solidFill>
                  <a:srgbClr val="FF0000"/>
                </a:solidFill>
              </a:rPr>
              <a:t>Thành phần thông tin kết quả quyết định tính hiệu quả và tính tiện dụng của màn hình giao diện.</a:t>
            </a:r>
          </a:p>
          <a:p>
            <a:r>
              <a:rPr lang="en-US"/>
              <a:t>Khi thiết kế giao diện ta không cần thiết kế các nút xử lý vì trách nhiệm này thuộc về khâu “Thiết kế xử lý”.</a:t>
            </a:r>
          </a:p>
          <a:p>
            <a:endParaRPr lang="en-US"/>
          </a:p>
        </p:txBody>
      </p:sp>
    </p:spTree>
    <p:extLst>
      <p:ext uri="{BB962C8B-B14F-4D97-AF65-F5344CB8AC3E}">
        <p14:creationId xmlns:p14="http://schemas.microsoft.com/office/powerpoint/2010/main" val="53384702"/>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E2491-5D51-7FEC-0F13-47E155094E0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5C049D8-5C1A-9D69-96BF-F9A4057CAFFB}"/>
              </a:ext>
            </a:extLst>
          </p:cNvPr>
          <p:cNvSpPr>
            <a:spLocks noGrp="1"/>
          </p:cNvSpPr>
          <p:nvPr>
            <p:ph type="title"/>
          </p:nvPr>
        </p:nvSpPr>
        <p:spPr/>
        <p:txBody>
          <a:bodyPr/>
          <a:lstStyle/>
          <a:p>
            <a:r>
              <a:rPr lang="en-US"/>
              <a:t>Content</a:t>
            </a:r>
          </a:p>
        </p:txBody>
      </p:sp>
      <p:sp>
        <p:nvSpPr>
          <p:cNvPr id="6" name="Content Placeholder 5">
            <a:extLst>
              <a:ext uri="{FF2B5EF4-FFF2-40B4-BE49-F238E27FC236}">
                <a16:creationId xmlns:a16="http://schemas.microsoft.com/office/drawing/2014/main" id="{D31D9A8A-2694-0720-0D7C-D29295ACD504}"/>
              </a:ext>
            </a:extLst>
          </p:cNvPr>
          <p:cNvSpPr>
            <a:spLocks noGrp="1"/>
          </p:cNvSpPr>
          <p:nvPr>
            <p:ph idx="1"/>
          </p:nvPr>
        </p:nvSpPr>
        <p:spPr/>
        <p:txBody>
          <a:bodyPr/>
          <a:lstStyle/>
          <a:p>
            <a:pPr marL="514350" indent="-514350">
              <a:buFont typeface="+mj-lt"/>
              <a:buAutoNum type="arabicPeriod"/>
            </a:pPr>
            <a:r>
              <a:rPr lang="en-US"/>
              <a:t>Mục đích</a:t>
            </a:r>
          </a:p>
          <a:p>
            <a:pPr marL="514350" indent="-514350">
              <a:buFont typeface="+mj-lt"/>
              <a:buAutoNum type="arabicPeriod"/>
            </a:pPr>
            <a:r>
              <a:rPr lang="en-US">
                <a:solidFill>
                  <a:srgbClr val="FF0000"/>
                </a:solidFill>
              </a:rPr>
              <a:t>Kết quả</a:t>
            </a:r>
          </a:p>
          <a:p>
            <a:pPr marL="514350" indent="-514350">
              <a:buFont typeface="+mj-lt"/>
              <a:buAutoNum type="arabicPeriod"/>
            </a:pPr>
            <a:r>
              <a:rPr lang="en-US"/>
              <a:t>Kiến trúc màn hình</a:t>
            </a:r>
          </a:p>
          <a:p>
            <a:pPr marL="514350" indent="-514350">
              <a:buFont typeface="+mj-lt"/>
              <a:buAutoNum type="arabicPeriod"/>
            </a:pPr>
            <a:r>
              <a:rPr lang="en-US">
                <a:solidFill>
                  <a:srgbClr val="FF0000"/>
                </a:solidFill>
              </a:rPr>
              <a:t>Cách thức tiến hành</a:t>
            </a:r>
          </a:p>
          <a:p>
            <a:pPr marL="514350" indent="-514350">
              <a:buFont typeface="+mj-lt"/>
              <a:buAutoNum type="arabicPeriod"/>
            </a:pPr>
            <a:r>
              <a:rPr lang="en-US"/>
              <a:t>Lưu ý</a:t>
            </a:r>
          </a:p>
          <a:p>
            <a:pPr marL="514350" indent="-514350">
              <a:buFont typeface="+mj-lt"/>
              <a:buAutoNum type="arabicPeriod"/>
            </a:pPr>
            <a:r>
              <a:rPr lang="en-US">
                <a:solidFill>
                  <a:schemeClr val="tx1"/>
                </a:solidFill>
                <a:highlight>
                  <a:srgbClr val="FFFF00"/>
                </a:highlight>
              </a:rPr>
              <a:t>Bài tập thiết kế giao diện</a:t>
            </a:r>
          </a:p>
        </p:txBody>
      </p:sp>
    </p:spTree>
    <p:extLst>
      <p:ext uri="{BB962C8B-B14F-4D97-AF65-F5344CB8AC3E}">
        <p14:creationId xmlns:p14="http://schemas.microsoft.com/office/powerpoint/2010/main" val="4176522339"/>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B676B-33E3-6FCD-DE0D-FA93009EF72C}"/>
              </a:ext>
            </a:extLst>
          </p:cNvPr>
          <p:cNvSpPr>
            <a:spLocks noGrp="1"/>
          </p:cNvSpPr>
          <p:nvPr>
            <p:ph type="title"/>
          </p:nvPr>
        </p:nvSpPr>
        <p:spPr/>
        <p:txBody>
          <a:bodyPr/>
          <a:lstStyle/>
          <a:p>
            <a:r>
              <a:rPr lang="en-US"/>
              <a:t>Bài tập thiết kế giao diện</a:t>
            </a:r>
          </a:p>
        </p:txBody>
      </p:sp>
      <p:sp>
        <p:nvSpPr>
          <p:cNvPr id="3" name="Content Placeholder 2">
            <a:extLst>
              <a:ext uri="{FF2B5EF4-FFF2-40B4-BE49-F238E27FC236}">
                <a16:creationId xmlns:a16="http://schemas.microsoft.com/office/drawing/2014/main" id="{BFA9E0AC-8C80-932C-9C12-865BF0D9E3CE}"/>
              </a:ext>
            </a:extLst>
          </p:cNvPr>
          <p:cNvSpPr>
            <a:spLocks noGrp="1"/>
          </p:cNvSpPr>
          <p:nvPr>
            <p:ph idx="1"/>
          </p:nvPr>
        </p:nvSpPr>
        <p:spPr/>
        <p:txBody>
          <a:bodyPr/>
          <a:lstStyle/>
          <a:p>
            <a:r>
              <a:rPr lang="en-US"/>
              <a:t>Thiết kế màn hình giao diện cho yêu cầu phần mềm “Tiếp nhận hồ sơ đại lý”</a:t>
            </a:r>
          </a:p>
          <a:p>
            <a:pPr lvl="1"/>
            <a:r>
              <a:rPr lang="en-US">
                <a:solidFill>
                  <a:srgbClr val="FF0000"/>
                </a:solidFill>
              </a:rPr>
              <a:t>Thiết kế màn hình giao diện cho yêu cầu phần mềm “Tiếp nhận hồ sơ đại lý” với tính đúng đắn.</a:t>
            </a:r>
          </a:p>
          <a:p>
            <a:pPr lvl="1"/>
            <a:r>
              <a:rPr lang="en-US"/>
              <a:t>Cải tiến màn hình “Tiếp nhận hồ sơ đại lý” với tính tiện dụng và tính hiệu quả.</a:t>
            </a:r>
          </a:p>
        </p:txBody>
      </p:sp>
    </p:spTree>
    <p:extLst>
      <p:ext uri="{BB962C8B-B14F-4D97-AF65-F5344CB8AC3E}">
        <p14:creationId xmlns:p14="http://schemas.microsoft.com/office/powerpoint/2010/main" val="4265629859"/>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3CE3C-30F9-1E14-EA15-B03C4DF451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58CCF5-6B9A-ECA0-BE53-A9F832E0B0D1}"/>
              </a:ext>
            </a:extLst>
          </p:cNvPr>
          <p:cNvSpPr>
            <a:spLocks noGrp="1"/>
          </p:cNvSpPr>
          <p:nvPr>
            <p:ph type="title"/>
          </p:nvPr>
        </p:nvSpPr>
        <p:spPr/>
        <p:txBody>
          <a:bodyPr/>
          <a:lstStyle/>
          <a:p>
            <a:r>
              <a:rPr lang="en-US" altLang="en-US"/>
              <a:t>Cách thức tiến hành</a:t>
            </a:r>
            <a:endParaRPr lang="en-US"/>
          </a:p>
        </p:txBody>
      </p:sp>
      <p:pic>
        <p:nvPicPr>
          <p:cNvPr id="4100" name="Picture 4">
            <a:extLst>
              <a:ext uri="{FF2B5EF4-FFF2-40B4-BE49-F238E27FC236}">
                <a16:creationId xmlns:a16="http://schemas.microsoft.com/office/drawing/2014/main" id="{60E82BE1-AD00-9EB9-E903-B9403AE4B9AB}"/>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3200315"/>
            <a:ext cx="10972800" cy="1325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53200"/>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F1F5563-E4CA-459E-77C8-B5931041273D}"/>
              </a:ext>
            </a:extLst>
          </p:cNvPr>
          <p:cNvSpPr>
            <a:spLocks noGrp="1"/>
          </p:cNvSpPr>
          <p:nvPr>
            <p:ph type="title"/>
          </p:nvPr>
        </p:nvSpPr>
        <p:spPr/>
        <p:txBody>
          <a:bodyPr/>
          <a:lstStyle/>
          <a:p>
            <a:r>
              <a:rPr lang="en-US"/>
              <a:t>Bài tập thiết kế giao diện</a:t>
            </a:r>
          </a:p>
        </p:txBody>
      </p:sp>
      <p:sp>
        <p:nvSpPr>
          <p:cNvPr id="8" name="Content Placeholder 7">
            <a:extLst>
              <a:ext uri="{FF2B5EF4-FFF2-40B4-BE49-F238E27FC236}">
                <a16:creationId xmlns:a16="http://schemas.microsoft.com/office/drawing/2014/main" id="{41639D8D-54F1-36F7-77F0-357481006D2F}"/>
              </a:ext>
            </a:extLst>
          </p:cNvPr>
          <p:cNvSpPr>
            <a:spLocks noGrp="1"/>
          </p:cNvSpPr>
          <p:nvPr>
            <p:ph idx="1"/>
          </p:nvPr>
        </p:nvSpPr>
        <p:spPr/>
        <p:txBody>
          <a:bodyPr/>
          <a:lstStyle/>
          <a:p>
            <a:r>
              <a:rPr lang="en-US"/>
              <a:t>Hãy phân tích yêu cầu phần mềm “Tiếp nhận hồ sơ đại lý”. Biết rằng yêu cầu phần mềm này liên quan đến Biểu mẫu 1 (BM1) và Qui định 1 (QĐ1).</a:t>
            </a:r>
          </a:p>
        </p:txBody>
      </p:sp>
      <p:pic>
        <p:nvPicPr>
          <p:cNvPr id="14" name="Content Placeholder 13">
            <a:extLst>
              <a:ext uri="{FF2B5EF4-FFF2-40B4-BE49-F238E27FC236}">
                <a16:creationId xmlns:a16="http://schemas.microsoft.com/office/drawing/2014/main" id="{60CCA362-CCB9-48F2-AE15-F9D97AE49FF9}"/>
              </a:ext>
            </a:extLst>
          </p:cNvPr>
          <p:cNvPicPr>
            <a:picLocks noGrp="1" noChangeAspect="1"/>
          </p:cNvPicPr>
          <p:nvPr>
            <p:ph idx="16"/>
          </p:nvPr>
        </p:nvPicPr>
        <p:blipFill>
          <a:blip r:embed="rId2"/>
          <a:stretch>
            <a:fillRect/>
          </a:stretch>
        </p:blipFill>
        <p:spPr bwMode="auto">
          <a:xfrm>
            <a:off x="2438400" y="3095424"/>
            <a:ext cx="7315200" cy="3062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4799375"/>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79DCF-909C-3D94-824B-EC17C337BD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19359-D049-92A5-7176-588D85B582E8}"/>
              </a:ext>
            </a:extLst>
          </p:cNvPr>
          <p:cNvSpPr>
            <a:spLocks noGrp="1"/>
          </p:cNvSpPr>
          <p:nvPr>
            <p:ph type="title"/>
          </p:nvPr>
        </p:nvSpPr>
        <p:spPr/>
        <p:txBody>
          <a:bodyPr/>
          <a:lstStyle/>
          <a:p>
            <a:r>
              <a:rPr lang="en-US"/>
              <a:t>Bài tập thiết kế giao diện</a:t>
            </a:r>
          </a:p>
        </p:txBody>
      </p:sp>
      <p:pic>
        <p:nvPicPr>
          <p:cNvPr id="5" name="Content Placeholder 13">
            <a:extLst>
              <a:ext uri="{FF2B5EF4-FFF2-40B4-BE49-F238E27FC236}">
                <a16:creationId xmlns:a16="http://schemas.microsoft.com/office/drawing/2014/main" id="{A33179B5-A8BA-FF48-9D59-D0C92C62FF0F}"/>
              </a:ext>
            </a:extLst>
          </p:cNvPr>
          <p:cNvPicPr>
            <a:picLocks noGrp="1" noChangeAspect="1"/>
          </p:cNvPicPr>
          <p:nvPr>
            <p:ph sz="half" idx="1"/>
          </p:nvPr>
        </p:nvPicPr>
        <p:blipFill>
          <a:blip r:embed="rId2"/>
          <a:stretch>
            <a:fillRect/>
          </a:stretch>
        </p:blipFill>
        <p:spPr bwMode="auto">
          <a:xfrm>
            <a:off x="609600" y="3017087"/>
            <a:ext cx="4041775" cy="169218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958E8555-5547-063C-1FF5-3EBBE844627D}"/>
              </a:ext>
            </a:extLst>
          </p:cNvPr>
          <p:cNvSpPr>
            <a:spLocks noGrp="1"/>
          </p:cNvSpPr>
          <p:nvPr>
            <p:ph sz="half" idx="2"/>
          </p:nvPr>
        </p:nvSpPr>
        <p:spPr/>
        <p:txBody>
          <a:bodyPr/>
          <a:lstStyle/>
          <a:p>
            <a:r>
              <a:rPr lang="vi-VN" sz="1600"/>
              <a:t>Phân tích yêu cầu</a:t>
            </a:r>
            <a:r>
              <a:rPr lang="en-US" sz="1600"/>
              <a:t> phần mềm</a:t>
            </a:r>
            <a:r>
              <a:rPr lang="vi-VN" sz="1600"/>
              <a:t>:</a:t>
            </a:r>
            <a:r>
              <a:rPr lang="en-US" sz="1600"/>
              <a:t> Tiếp nhận hồ sơ đại lý.</a:t>
            </a:r>
          </a:p>
          <a:p>
            <a:pPr marL="971550" lvl="1" indent="-514350">
              <a:buFont typeface="+mj-lt"/>
              <a:buAutoNum type="arabicPeriod"/>
            </a:pPr>
            <a:r>
              <a:rPr lang="vi-VN" sz="1600">
                <a:solidFill>
                  <a:schemeClr val="tx1"/>
                </a:solidFill>
                <a:highlight>
                  <a:srgbClr val="00FFFF"/>
                </a:highlight>
              </a:rPr>
              <a:t>Thông tin đầu vào:</a:t>
            </a:r>
            <a:endParaRPr lang="en-US" sz="1600">
              <a:solidFill>
                <a:schemeClr val="tx1"/>
              </a:solidFill>
              <a:highlight>
                <a:srgbClr val="00FFFF"/>
              </a:highlight>
            </a:endParaRPr>
          </a:p>
          <a:p>
            <a:pPr lvl="2"/>
            <a:r>
              <a:rPr lang="vi-VN" sz="1600"/>
              <a:t>Người dùng nhập thông tin bao gồm:</a:t>
            </a:r>
            <a:endParaRPr lang="en-US" sz="1600"/>
          </a:p>
          <a:p>
            <a:pPr lvl="3"/>
            <a:r>
              <a:rPr lang="vi-VN" sz="1600">
                <a:solidFill>
                  <a:srgbClr val="FF0000"/>
                </a:solidFill>
              </a:rPr>
              <a:t>Tên, Điện thoại, Địa chỉ, Email.</a:t>
            </a:r>
            <a:endParaRPr lang="en-US" sz="1600">
              <a:solidFill>
                <a:srgbClr val="FF0000"/>
              </a:solidFill>
            </a:endParaRPr>
          </a:p>
          <a:p>
            <a:pPr lvl="3"/>
            <a:r>
              <a:rPr lang="vi-VN" sz="1600">
                <a:solidFill>
                  <a:schemeClr val="tx1"/>
                </a:solidFill>
                <a:highlight>
                  <a:srgbClr val="00FF00"/>
                </a:highlight>
              </a:rPr>
              <a:t>Loại đại lý</a:t>
            </a:r>
            <a:r>
              <a:rPr lang="vi-VN" sz="1600"/>
              <a:t> (</a:t>
            </a:r>
            <a:r>
              <a:rPr lang="en-US" sz="1600"/>
              <a:t>Danh sách loại đại lý – hiện c</a:t>
            </a:r>
            <a:r>
              <a:rPr lang="vi-VN" sz="1600"/>
              <a:t>ó 2 loại: 1</a:t>
            </a:r>
            <a:r>
              <a:rPr lang="en-US" sz="1600"/>
              <a:t>, </a:t>
            </a:r>
            <a:r>
              <a:rPr lang="vi-VN" sz="1600"/>
              <a:t>2).</a:t>
            </a:r>
            <a:endParaRPr lang="en-US" sz="1600"/>
          </a:p>
          <a:p>
            <a:pPr lvl="3"/>
            <a:r>
              <a:rPr lang="vi-VN" sz="1600">
                <a:solidFill>
                  <a:schemeClr val="tx1"/>
                </a:solidFill>
                <a:highlight>
                  <a:srgbClr val="00FFFF"/>
                </a:highlight>
              </a:rPr>
              <a:t>Quận</a:t>
            </a:r>
            <a:r>
              <a:rPr lang="vi-VN" sz="1600"/>
              <a:t> </a:t>
            </a:r>
            <a:r>
              <a:rPr lang="vi-VN" sz="1600">
                <a:solidFill>
                  <a:srgbClr val="FF0000"/>
                </a:solidFill>
              </a:rPr>
              <a:t>(</a:t>
            </a:r>
            <a:r>
              <a:rPr lang="en-US" sz="1600">
                <a:solidFill>
                  <a:srgbClr val="FF0000"/>
                </a:solidFill>
              </a:rPr>
              <a:t>Danh sách Quận – hiện c</a:t>
            </a:r>
            <a:r>
              <a:rPr lang="vi-VN" sz="1600">
                <a:solidFill>
                  <a:srgbClr val="FF0000"/>
                </a:solidFill>
              </a:rPr>
              <a:t>ó 20 quận, </a:t>
            </a:r>
            <a:r>
              <a:rPr lang="en-US" sz="1600">
                <a:solidFill>
                  <a:srgbClr val="FF0000"/>
                </a:solidFill>
              </a:rPr>
              <a:t>qui định số lượng đại lý </a:t>
            </a:r>
            <a:r>
              <a:rPr lang="vi-VN" sz="1600">
                <a:solidFill>
                  <a:srgbClr val="FF0000"/>
                </a:solidFill>
              </a:rPr>
              <a:t>tối đa </a:t>
            </a:r>
            <a:r>
              <a:rPr lang="en-US" sz="1600">
                <a:solidFill>
                  <a:srgbClr val="FF0000"/>
                </a:solidFill>
              </a:rPr>
              <a:t>trong quận – hiện tại là </a:t>
            </a:r>
            <a:r>
              <a:rPr lang="vi-VN" sz="1600">
                <a:solidFill>
                  <a:srgbClr val="FF0000"/>
                </a:solidFill>
              </a:rPr>
              <a:t>4</a:t>
            </a:r>
            <a:r>
              <a:rPr lang="en-US" sz="1600">
                <a:solidFill>
                  <a:srgbClr val="FF0000"/>
                </a:solidFill>
              </a:rPr>
              <a:t>)</a:t>
            </a:r>
            <a:r>
              <a:rPr lang="vi-VN" sz="1600">
                <a:solidFill>
                  <a:srgbClr val="FF0000"/>
                </a:solidFill>
              </a:rPr>
              <a:t>.</a:t>
            </a:r>
            <a:endParaRPr lang="en-US" sz="1600">
              <a:solidFill>
                <a:srgbClr val="FF0000"/>
              </a:solidFill>
            </a:endParaRPr>
          </a:p>
          <a:p>
            <a:pPr lvl="3"/>
            <a:r>
              <a:rPr lang="vi-VN" sz="1600"/>
              <a:t>Ngày tiếp nhận.</a:t>
            </a:r>
            <a:endParaRPr lang="en-US" sz="1600"/>
          </a:p>
          <a:p>
            <a:pPr lvl="3"/>
            <a:endParaRPr lang="en-US" sz="1600"/>
          </a:p>
          <a:p>
            <a:pPr marL="971550" lvl="1" indent="-514350">
              <a:buFont typeface="+mj-lt"/>
              <a:buAutoNum type="arabicPeriod" startAt="2"/>
            </a:pPr>
            <a:r>
              <a:rPr lang="vi-VN" sz="1600">
                <a:solidFill>
                  <a:schemeClr val="tx1"/>
                </a:solidFill>
                <a:highlight>
                  <a:srgbClr val="00FFFF"/>
                </a:highlight>
              </a:rPr>
              <a:t>Điều kiện kiểm tra:</a:t>
            </a:r>
            <a:endParaRPr lang="en-US" sz="1600">
              <a:solidFill>
                <a:schemeClr val="tx1"/>
              </a:solidFill>
              <a:highlight>
                <a:srgbClr val="00FFFF"/>
              </a:highlight>
            </a:endParaRPr>
          </a:p>
          <a:p>
            <a:pPr marL="1371600" lvl="2" indent="-514350"/>
            <a:r>
              <a:rPr lang="vi-VN" sz="1600"/>
              <a:t>Kiểm tra </a:t>
            </a:r>
            <a:r>
              <a:rPr lang="vi-VN" sz="1600">
                <a:solidFill>
                  <a:schemeClr val="tx1"/>
                </a:solidFill>
                <a:highlight>
                  <a:srgbClr val="00FF00"/>
                </a:highlight>
              </a:rPr>
              <a:t>Loại đại lý</a:t>
            </a:r>
            <a:r>
              <a:rPr lang="vi-VN" sz="1600"/>
              <a:t>: Phải thuộc </a:t>
            </a:r>
            <a:r>
              <a:rPr lang="en-US" sz="1600"/>
              <a:t>Danh sách loại đại lý.</a:t>
            </a:r>
          </a:p>
          <a:p>
            <a:pPr marL="1371600" lvl="2" indent="-514350"/>
            <a:r>
              <a:rPr lang="vi-VN" sz="1600">
                <a:solidFill>
                  <a:srgbClr val="FF0000"/>
                </a:solidFill>
              </a:rPr>
              <a:t>Kiểm tra </a:t>
            </a:r>
            <a:r>
              <a:rPr lang="en-US" sz="1600">
                <a:solidFill>
                  <a:schemeClr val="tx1"/>
                </a:solidFill>
                <a:highlight>
                  <a:srgbClr val="00FFFF"/>
                </a:highlight>
              </a:rPr>
              <a:t>Quận</a:t>
            </a:r>
            <a:r>
              <a:rPr lang="vi-VN" sz="1600"/>
              <a:t>: </a:t>
            </a:r>
            <a:r>
              <a:rPr lang="vi-VN" sz="1600">
                <a:solidFill>
                  <a:srgbClr val="FF0000"/>
                </a:solidFill>
              </a:rPr>
              <a:t>Phải thuộc </a:t>
            </a:r>
            <a:r>
              <a:rPr lang="en-US" sz="1600">
                <a:solidFill>
                  <a:srgbClr val="FF0000"/>
                </a:solidFill>
              </a:rPr>
              <a:t>Danh sách quận.</a:t>
            </a:r>
          </a:p>
          <a:p>
            <a:pPr marL="1371600" lvl="2" indent="-514350"/>
            <a:r>
              <a:rPr lang="vi-VN" sz="1600"/>
              <a:t>Kiểm tra số lượng đại lý trong </a:t>
            </a:r>
            <a:r>
              <a:rPr lang="vi-VN" sz="1600">
                <a:solidFill>
                  <a:schemeClr val="tx1"/>
                </a:solidFill>
                <a:highlight>
                  <a:srgbClr val="00FFFF"/>
                </a:highlight>
              </a:rPr>
              <a:t>Quận</a:t>
            </a:r>
            <a:r>
              <a:rPr lang="vi-VN" sz="1600"/>
              <a:t>: </a:t>
            </a:r>
            <a:r>
              <a:rPr lang="en-US" sz="1600"/>
              <a:t>thỏa qui định số lượng đại lý </a:t>
            </a:r>
            <a:r>
              <a:rPr lang="vi-VN" sz="1600"/>
              <a:t>tối đa </a:t>
            </a:r>
            <a:r>
              <a:rPr lang="en-US" sz="1600"/>
              <a:t>trong quận</a:t>
            </a:r>
            <a:r>
              <a:rPr lang="vi-VN" sz="1600"/>
              <a:t>.</a:t>
            </a:r>
            <a:endParaRPr lang="vi-VN" sz="1600">
              <a:solidFill>
                <a:srgbClr val="FF0000"/>
              </a:solidFill>
            </a:endParaRPr>
          </a:p>
        </p:txBody>
      </p:sp>
    </p:spTree>
    <p:extLst>
      <p:ext uri="{BB962C8B-B14F-4D97-AF65-F5344CB8AC3E}">
        <p14:creationId xmlns:p14="http://schemas.microsoft.com/office/powerpoint/2010/main" val="1712910686"/>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6B578-DBA2-089E-6FEA-351DE045FF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5546E7-F9A1-A0CD-3FDE-90AD837A8424}"/>
              </a:ext>
            </a:extLst>
          </p:cNvPr>
          <p:cNvSpPr>
            <a:spLocks noGrp="1"/>
          </p:cNvSpPr>
          <p:nvPr>
            <p:ph type="title"/>
          </p:nvPr>
        </p:nvSpPr>
        <p:spPr/>
        <p:txBody>
          <a:bodyPr/>
          <a:lstStyle/>
          <a:p>
            <a:r>
              <a:rPr lang="en-US"/>
              <a:t>Bài tập thiết kế giao diện</a:t>
            </a:r>
          </a:p>
        </p:txBody>
      </p:sp>
      <p:sp>
        <p:nvSpPr>
          <p:cNvPr id="3" name="Content Placeholder 2">
            <a:extLst>
              <a:ext uri="{FF2B5EF4-FFF2-40B4-BE49-F238E27FC236}">
                <a16:creationId xmlns:a16="http://schemas.microsoft.com/office/drawing/2014/main" id="{18F2084A-1223-EE8E-0F65-EC818628E6DF}"/>
              </a:ext>
            </a:extLst>
          </p:cNvPr>
          <p:cNvSpPr>
            <a:spLocks noGrp="1"/>
          </p:cNvSpPr>
          <p:nvPr>
            <p:ph sz="half" idx="2"/>
          </p:nvPr>
        </p:nvSpPr>
        <p:spPr/>
        <p:txBody>
          <a:bodyPr/>
          <a:lstStyle/>
          <a:p>
            <a:r>
              <a:rPr lang="vi-VN" sz="1600"/>
              <a:t>Phân tích yêu cầu</a:t>
            </a:r>
            <a:r>
              <a:rPr lang="en-US" sz="1600"/>
              <a:t> phần mềm</a:t>
            </a:r>
            <a:r>
              <a:rPr lang="vi-VN" sz="1600"/>
              <a:t>:</a:t>
            </a:r>
            <a:r>
              <a:rPr lang="en-US" sz="1600"/>
              <a:t> Tiếp nhận hồ sơ đại lý (tiếp).</a:t>
            </a:r>
          </a:p>
          <a:p>
            <a:pPr marL="971550" lvl="1" indent="-514350">
              <a:buFont typeface="+mj-lt"/>
              <a:buAutoNum type="arabicPeriod" startAt="3"/>
            </a:pPr>
            <a:r>
              <a:rPr lang="en-US" sz="1600">
                <a:solidFill>
                  <a:schemeClr val="tx1"/>
                </a:solidFill>
                <a:highlight>
                  <a:srgbClr val="00FFFF"/>
                </a:highlight>
              </a:rPr>
              <a:t>Cơ sở </a:t>
            </a:r>
            <a:r>
              <a:rPr lang="vi-VN" sz="1600">
                <a:solidFill>
                  <a:schemeClr val="tx1"/>
                </a:solidFill>
                <a:highlight>
                  <a:srgbClr val="00FFFF"/>
                </a:highlight>
              </a:rPr>
              <a:t>dữ liệu:</a:t>
            </a:r>
            <a:endParaRPr lang="en-US" sz="1600">
              <a:solidFill>
                <a:schemeClr val="tx1"/>
              </a:solidFill>
              <a:highlight>
                <a:srgbClr val="00FFFF"/>
              </a:highlight>
            </a:endParaRPr>
          </a:p>
          <a:p>
            <a:pPr marL="1371600" lvl="2" indent="-514350"/>
            <a:r>
              <a:rPr lang="vi-VN" sz="1600"/>
              <a:t>Các thông tin </a:t>
            </a:r>
            <a:r>
              <a:rPr lang="en-US" sz="1600"/>
              <a:t>đầu </a:t>
            </a:r>
            <a:r>
              <a:rPr lang="vi-VN" sz="1600"/>
              <a:t>vào </a:t>
            </a:r>
            <a:r>
              <a:rPr lang="en-US" sz="1600"/>
              <a:t>(D1) </a:t>
            </a:r>
            <a:r>
              <a:rPr lang="vi-VN" sz="1600"/>
              <a:t>sẽ được lưu trữ vào cơ sở dữ liệu đại lý.</a:t>
            </a:r>
            <a:endParaRPr lang="en-US" sz="1600"/>
          </a:p>
          <a:p>
            <a:pPr marL="1371600" lvl="2" indent="-514350"/>
            <a:r>
              <a:rPr lang="en-US" sz="1600">
                <a:solidFill>
                  <a:srgbClr val="FF0000"/>
                </a:solidFill>
              </a:rPr>
              <a:t>Danh sách loại đại lý (D2) hiện lưu trữ trong cơ sở dữ liệu loại đại lý.</a:t>
            </a:r>
          </a:p>
          <a:p>
            <a:pPr marL="1371600" lvl="2" indent="-514350"/>
            <a:r>
              <a:rPr lang="en-US" sz="1600"/>
              <a:t>Danh sách quận (D3) hiện lưu trữ trong cơ sở dữ liệu quận.</a:t>
            </a:r>
          </a:p>
          <a:p>
            <a:pPr marL="1371600" lvl="2" indent="-514350"/>
            <a:r>
              <a:rPr lang="vi-VN" sz="1600">
                <a:solidFill>
                  <a:srgbClr val="FF0000"/>
                </a:solidFill>
              </a:rPr>
              <a:t>Danh sách </a:t>
            </a:r>
            <a:r>
              <a:rPr lang="en-US" sz="1600">
                <a:solidFill>
                  <a:srgbClr val="FF0000"/>
                </a:solidFill>
              </a:rPr>
              <a:t>đại lý trong quận (D4) </a:t>
            </a:r>
            <a:r>
              <a:rPr lang="vi-VN" sz="1600">
                <a:solidFill>
                  <a:srgbClr val="FF0000"/>
                </a:solidFill>
              </a:rPr>
              <a:t>từ </a:t>
            </a:r>
            <a:r>
              <a:rPr lang="en-US" sz="1600">
                <a:solidFill>
                  <a:srgbClr val="FF0000"/>
                </a:solidFill>
              </a:rPr>
              <a:t>CSDL đại lý. Lưu ý quận thuộc D1.</a:t>
            </a:r>
          </a:p>
          <a:p>
            <a:pPr marL="1371600" lvl="2" indent="-514350"/>
            <a:r>
              <a:rPr lang="en-US" sz="1600"/>
              <a:t>Số lượng đại lý </a:t>
            </a:r>
            <a:r>
              <a:rPr lang="vi-VN" sz="1600"/>
              <a:t>tối đa </a:t>
            </a:r>
            <a:r>
              <a:rPr lang="en-US" sz="1600"/>
              <a:t>trong quận (D5) hiện lưu trữ trong cơ sở dữ liệu tham số.</a:t>
            </a:r>
          </a:p>
          <a:p>
            <a:pPr marL="1371600" lvl="2" indent="-514350"/>
            <a:endParaRPr lang="en-US" sz="1600"/>
          </a:p>
          <a:p>
            <a:pPr marL="1371600" lvl="2" indent="-514350"/>
            <a:endParaRPr lang="en-US" sz="1600"/>
          </a:p>
          <a:p>
            <a:pPr marL="1371600" lvl="2" indent="-514350"/>
            <a:endParaRPr lang="en-US" sz="1600"/>
          </a:p>
          <a:p>
            <a:pPr lvl="1"/>
            <a:endParaRPr lang="en-US" sz="1600"/>
          </a:p>
          <a:p>
            <a:endParaRPr lang="vi-VN" sz="1600">
              <a:solidFill>
                <a:srgbClr val="FF0000"/>
              </a:solidFill>
            </a:endParaRPr>
          </a:p>
        </p:txBody>
      </p:sp>
      <p:pic>
        <p:nvPicPr>
          <p:cNvPr id="5" name="Content Placeholder 13">
            <a:extLst>
              <a:ext uri="{FF2B5EF4-FFF2-40B4-BE49-F238E27FC236}">
                <a16:creationId xmlns:a16="http://schemas.microsoft.com/office/drawing/2014/main" id="{6AA057AA-0CA3-7786-F7E6-2332A0314EDA}"/>
              </a:ext>
            </a:extLst>
          </p:cNvPr>
          <p:cNvPicPr>
            <a:picLocks noGrp="1" noChangeAspect="1"/>
          </p:cNvPicPr>
          <p:nvPr>
            <p:ph sz="half" idx="1"/>
          </p:nvPr>
        </p:nvPicPr>
        <p:blipFill>
          <a:blip r:embed="rId2"/>
          <a:stretch>
            <a:fillRect/>
          </a:stretch>
        </p:blipFill>
        <p:spPr bwMode="auto">
          <a:xfrm>
            <a:off x="609600" y="3017087"/>
            <a:ext cx="4041775" cy="16921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2196482"/>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298F8-9466-2633-057D-D0A2C7BC50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20D1FE-1D5F-E0EA-0B43-912223845AA1}"/>
              </a:ext>
            </a:extLst>
          </p:cNvPr>
          <p:cNvSpPr>
            <a:spLocks noGrp="1"/>
          </p:cNvSpPr>
          <p:nvPr>
            <p:ph type="title"/>
          </p:nvPr>
        </p:nvSpPr>
        <p:spPr/>
        <p:txBody>
          <a:bodyPr/>
          <a:lstStyle/>
          <a:p>
            <a:r>
              <a:rPr lang="en-US"/>
              <a:t>Bài tập thiết kế giao diện</a:t>
            </a:r>
          </a:p>
        </p:txBody>
      </p:sp>
      <p:sp>
        <p:nvSpPr>
          <p:cNvPr id="3" name="Content Placeholder 2">
            <a:extLst>
              <a:ext uri="{FF2B5EF4-FFF2-40B4-BE49-F238E27FC236}">
                <a16:creationId xmlns:a16="http://schemas.microsoft.com/office/drawing/2014/main" id="{B2FC1D8A-0FEB-5A88-8521-F09411D4D249}"/>
              </a:ext>
            </a:extLst>
          </p:cNvPr>
          <p:cNvSpPr>
            <a:spLocks noGrp="1"/>
          </p:cNvSpPr>
          <p:nvPr>
            <p:ph sz="half" idx="2"/>
          </p:nvPr>
        </p:nvSpPr>
        <p:spPr/>
        <p:txBody>
          <a:bodyPr/>
          <a:lstStyle/>
          <a:p>
            <a:r>
              <a:rPr lang="vi-VN" sz="1600"/>
              <a:t>Phân tích yêu cầu</a:t>
            </a:r>
            <a:r>
              <a:rPr lang="en-US" sz="1600"/>
              <a:t> phần mềm</a:t>
            </a:r>
            <a:r>
              <a:rPr lang="vi-VN" sz="1600"/>
              <a:t>:</a:t>
            </a:r>
            <a:r>
              <a:rPr lang="en-US" sz="1600"/>
              <a:t> Tiếp nhận hồ sơ đại lý (tiếp).</a:t>
            </a:r>
          </a:p>
          <a:p>
            <a:pPr>
              <a:buFont typeface="+mj-lt"/>
              <a:buAutoNum type="arabicPeriod" startAt="4"/>
            </a:pPr>
            <a:r>
              <a:rPr lang="vi-VN" sz="1600">
                <a:solidFill>
                  <a:schemeClr val="tx1"/>
                </a:solidFill>
                <a:highlight>
                  <a:srgbClr val="00FFFF"/>
                </a:highlight>
              </a:rPr>
              <a:t>Thuật toán</a:t>
            </a:r>
          </a:p>
          <a:p>
            <a:r>
              <a:rPr lang="vi-VN" sz="1600">
                <a:solidFill>
                  <a:srgbClr val="FF0000"/>
                </a:solidFill>
              </a:rPr>
              <a:t>Bước </a:t>
            </a:r>
            <a:r>
              <a:rPr lang="en-US" sz="1600">
                <a:solidFill>
                  <a:srgbClr val="FF0000"/>
                </a:solidFill>
              </a:rPr>
              <a:t>0</a:t>
            </a:r>
            <a:r>
              <a:rPr lang="vi-VN" sz="1600">
                <a:solidFill>
                  <a:srgbClr val="FF0000"/>
                </a:solidFill>
              </a:rPr>
              <a:t>1: Nhận </a:t>
            </a:r>
            <a:r>
              <a:rPr lang="en-US" sz="1600">
                <a:solidFill>
                  <a:srgbClr val="FF0000"/>
                </a:solidFill>
              </a:rPr>
              <a:t>D1 (</a:t>
            </a:r>
            <a:r>
              <a:rPr lang="vi-VN" sz="1600">
                <a:solidFill>
                  <a:srgbClr val="FF0000"/>
                </a:solidFill>
              </a:rPr>
              <a:t>Tên, Điện thoại, Địa chỉ, Email, Loại đại lý, Quận, Ngày tiếp nhận</a:t>
            </a:r>
            <a:r>
              <a:rPr lang="en-US" sz="1600">
                <a:solidFill>
                  <a:srgbClr val="FF0000"/>
                </a:solidFill>
              </a:rPr>
              <a:t>)</a:t>
            </a:r>
            <a:r>
              <a:rPr lang="vi-VN" sz="1600">
                <a:solidFill>
                  <a:srgbClr val="FF0000"/>
                </a:solidFill>
              </a:rPr>
              <a:t> từ người dùng</a:t>
            </a:r>
          </a:p>
          <a:p>
            <a:r>
              <a:rPr lang="vi-VN" sz="1600"/>
              <a:t>Bước </a:t>
            </a:r>
            <a:r>
              <a:rPr lang="en-US" sz="1600"/>
              <a:t>02</a:t>
            </a:r>
            <a:r>
              <a:rPr lang="vi-VN" sz="1600"/>
              <a:t>: Đọc </a:t>
            </a:r>
            <a:r>
              <a:rPr lang="en-US" sz="1600"/>
              <a:t>D2 (</a:t>
            </a:r>
            <a:r>
              <a:rPr lang="vi-VN" sz="1600"/>
              <a:t>danh sách các loại </a:t>
            </a:r>
            <a:r>
              <a:rPr lang="en-US" sz="1600"/>
              <a:t>đại lý)</a:t>
            </a:r>
            <a:r>
              <a:rPr lang="vi-VN" sz="1600"/>
              <a:t> từ </a:t>
            </a:r>
            <a:r>
              <a:rPr lang="en-US" sz="1600"/>
              <a:t>CSDL loại đại lý.</a:t>
            </a:r>
          </a:p>
          <a:p>
            <a:r>
              <a:rPr lang="vi-VN" sz="1600">
                <a:solidFill>
                  <a:srgbClr val="FF0000"/>
                </a:solidFill>
              </a:rPr>
              <a:t>Bước </a:t>
            </a:r>
            <a:r>
              <a:rPr lang="en-US" sz="1600">
                <a:solidFill>
                  <a:srgbClr val="FF0000"/>
                </a:solidFill>
              </a:rPr>
              <a:t>0</a:t>
            </a:r>
            <a:r>
              <a:rPr lang="vi-VN" sz="1600">
                <a:solidFill>
                  <a:srgbClr val="FF0000"/>
                </a:solidFill>
              </a:rPr>
              <a:t>3: Đọc </a:t>
            </a:r>
            <a:r>
              <a:rPr lang="en-US" sz="1600">
                <a:solidFill>
                  <a:srgbClr val="FF0000"/>
                </a:solidFill>
              </a:rPr>
              <a:t>D3 (</a:t>
            </a:r>
            <a:r>
              <a:rPr lang="vi-VN" sz="1600">
                <a:solidFill>
                  <a:srgbClr val="FF0000"/>
                </a:solidFill>
              </a:rPr>
              <a:t>danh sách các </a:t>
            </a:r>
            <a:r>
              <a:rPr lang="en-US" sz="1600">
                <a:solidFill>
                  <a:srgbClr val="FF0000"/>
                </a:solidFill>
              </a:rPr>
              <a:t>quận) </a:t>
            </a:r>
            <a:r>
              <a:rPr lang="vi-VN" sz="1600">
                <a:solidFill>
                  <a:srgbClr val="FF0000"/>
                </a:solidFill>
              </a:rPr>
              <a:t>từ </a:t>
            </a:r>
            <a:r>
              <a:rPr lang="en-US" sz="1600">
                <a:solidFill>
                  <a:srgbClr val="FF0000"/>
                </a:solidFill>
              </a:rPr>
              <a:t>CSDL quận.</a:t>
            </a:r>
          </a:p>
          <a:p>
            <a:r>
              <a:rPr lang="vi-VN" sz="1600"/>
              <a:t>Bước </a:t>
            </a:r>
            <a:r>
              <a:rPr lang="en-US" sz="1600"/>
              <a:t>04</a:t>
            </a:r>
            <a:r>
              <a:rPr lang="vi-VN" sz="1600"/>
              <a:t>: Đọc </a:t>
            </a:r>
            <a:r>
              <a:rPr lang="en-US" sz="1600"/>
              <a:t>D4 (</a:t>
            </a:r>
            <a:r>
              <a:rPr lang="vi-VN" sz="1600"/>
              <a:t>danh sách </a:t>
            </a:r>
            <a:r>
              <a:rPr lang="en-US" sz="1600"/>
              <a:t>đại lý trong Quận – D1) </a:t>
            </a:r>
            <a:r>
              <a:rPr lang="vi-VN" sz="1600"/>
              <a:t>từ </a:t>
            </a:r>
            <a:r>
              <a:rPr lang="en-US" sz="1600"/>
              <a:t>CSDL đại lý.</a:t>
            </a:r>
          </a:p>
          <a:p>
            <a:r>
              <a:rPr lang="vi-VN" sz="1600">
                <a:solidFill>
                  <a:srgbClr val="FF0000"/>
                </a:solidFill>
              </a:rPr>
              <a:t>Bước </a:t>
            </a:r>
            <a:r>
              <a:rPr lang="en-US" sz="1600">
                <a:solidFill>
                  <a:srgbClr val="FF0000"/>
                </a:solidFill>
              </a:rPr>
              <a:t>05</a:t>
            </a:r>
            <a:r>
              <a:rPr lang="vi-VN" sz="1600">
                <a:solidFill>
                  <a:srgbClr val="FF0000"/>
                </a:solidFill>
              </a:rPr>
              <a:t>: Đọc </a:t>
            </a:r>
            <a:r>
              <a:rPr lang="en-US" sz="1600">
                <a:solidFill>
                  <a:srgbClr val="FF0000"/>
                </a:solidFill>
              </a:rPr>
              <a:t>D5 (số lượng đại lý </a:t>
            </a:r>
            <a:r>
              <a:rPr lang="vi-VN" sz="1600">
                <a:solidFill>
                  <a:srgbClr val="FF0000"/>
                </a:solidFill>
              </a:rPr>
              <a:t>tối đa </a:t>
            </a:r>
            <a:r>
              <a:rPr lang="en-US" sz="1600">
                <a:solidFill>
                  <a:srgbClr val="FF0000"/>
                </a:solidFill>
              </a:rPr>
              <a:t>trong quận) </a:t>
            </a:r>
            <a:r>
              <a:rPr lang="vi-VN" sz="1600">
                <a:solidFill>
                  <a:srgbClr val="FF0000"/>
                </a:solidFill>
              </a:rPr>
              <a:t>từ </a:t>
            </a:r>
            <a:r>
              <a:rPr lang="en-US" sz="1600">
                <a:solidFill>
                  <a:srgbClr val="FF0000"/>
                </a:solidFill>
              </a:rPr>
              <a:t>CSDL tham số.</a:t>
            </a:r>
          </a:p>
          <a:p>
            <a:r>
              <a:rPr lang="vi-VN" sz="1600"/>
              <a:t>Bước </a:t>
            </a:r>
            <a:r>
              <a:rPr lang="en-US" sz="1600"/>
              <a:t>06</a:t>
            </a:r>
            <a:r>
              <a:rPr lang="vi-VN" sz="1600"/>
              <a:t>: Kiểm tra “Loại </a:t>
            </a:r>
            <a:r>
              <a:rPr lang="en-US" sz="1600"/>
              <a:t>đại lý</a:t>
            </a:r>
            <a:r>
              <a:rPr lang="vi-VN" sz="1600"/>
              <a:t>” </a:t>
            </a:r>
            <a:r>
              <a:rPr lang="en-US" sz="1600"/>
              <a:t>(D1) </a:t>
            </a:r>
            <a:r>
              <a:rPr lang="vi-VN" sz="1600"/>
              <a:t>có thuộc </a:t>
            </a:r>
            <a:r>
              <a:rPr lang="en-US" sz="1600"/>
              <a:t>D2</a:t>
            </a:r>
            <a:r>
              <a:rPr lang="vi-VN" sz="1600"/>
              <a:t>  hay không?</a:t>
            </a:r>
          </a:p>
          <a:p>
            <a:r>
              <a:rPr lang="vi-VN" sz="1600">
                <a:solidFill>
                  <a:srgbClr val="FF0000"/>
                </a:solidFill>
              </a:rPr>
              <a:t>Bước </a:t>
            </a:r>
            <a:r>
              <a:rPr lang="en-US" sz="1600">
                <a:solidFill>
                  <a:srgbClr val="FF0000"/>
                </a:solidFill>
              </a:rPr>
              <a:t>07</a:t>
            </a:r>
            <a:r>
              <a:rPr lang="vi-VN" sz="1600">
                <a:solidFill>
                  <a:srgbClr val="FF0000"/>
                </a:solidFill>
              </a:rPr>
              <a:t>: Kiểm tra “</a:t>
            </a:r>
            <a:r>
              <a:rPr lang="en-US" sz="1600">
                <a:solidFill>
                  <a:srgbClr val="FF0000"/>
                </a:solidFill>
              </a:rPr>
              <a:t>Quận</a:t>
            </a:r>
            <a:r>
              <a:rPr lang="vi-VN" sz="1600">
                <a:solidFill>
                  <a:srgbClr val="FF0000"/>
                </a:solidFill>
              </a:rPr>
              <a:t>” </a:t>
            </a:r>
            <a:r>
              <a:rPr lang="en-US" sz="1600">
                <a:solidFill>
                  <a:srgbClr val="FF0000"/>
                </a:solidFill>
              </a:rPr>
              <a:t>(D1) </a:t>
            </a:r>
            <a:r>
              <a:rPr lang="vi-VN" sz="1600">
                <a:solidFill>
                  <a:srgbClr val="FF0000"/>
                </a:solidFill>
              </a:rPr>
              <a:t>có thuộc </a:t>
            </a:r>
            <a:r>
              <a:rPr lang="en-US" sz="1600">
                <a:solidFill>
                  <a:srgbClr val="FF0000"/>
                </a:solidFill>
              </a:rPr>
              <a:t>D3</a:t>
            </a:r>
            <a:r>
              <a:rPr lang="vi-VN" sz="1600">
                <a:solidFill>
                  <a:srgbClr val="FF0000"/>
                </a:solidFill>
              </a:rPr>
              <a:t> hay không?</a:t>
            </a:r>
          </a:p>
          <a:p>
            <a:r>
              <a:rPr lang="vi-VN" sz="1600"/>
              <a:t>Bước </a:t>
            </a:r>
            <a:r>
              <a:rPr lang="en-US" sz="1600"/>
              <a:t>08</a:t>
            </a:r>
            <a:r>
              <a:rPr lang="vi-VN" sz="1600"/>
              <a:t>: Kiểm tra</a:t>
            </a:r>
            <a:r>
              <a:rPr lang="en-US" sz="1600"/>
              <a:t> qui định </a:t>
            </a:r>
            <a:r>
              <a:rPr lang="vi-VN" sz="1600"/>
              <a:t>số lượng đại lý tối đa trong quận</a:t>
            </a:r>
            <a:r>
              <a:rPr lang="en-US" sz="1600"/>
              <a:t> dựa vào D4 và D5.</a:t>
            </a:r>
            <a:endParaRPr lang="vi-VN" sz="1600"/>
          </a:p>
          <a:p>
            <a:r>
              <a:rPr lang="vi-VN" sz="1600">
                <a:solidFill>
                  <a:srgbClr val="FF0000"/>
                </a:solidFill>
              </a:rPr>
              <a:t>Bước </a:t>
            </a:r>
            <a:r>
              <a:rPr lang="en-US" sz="1600">
                <a:solidFill>
                  <a:srgbClr val="FF0000"/>
                </a:solidFill>
              </a:rPr>
              <a:t>09</a:t>
            </a:r>
            <a:r>
              <a:rPr lang="vi-VN" sz="1600">
                <a:solidFill>
                  <a:srgbClr val="FF0000"/>
                </a:solidFill>
              </a:rPr>
              <a:t>: Nếu không thỏa tất cả các </a:t>
            </a:r>
            <a:r>
              <a:rPr lang="en-US" sz="1600">
                <a:solidFill>
                  <a:srgbClr val="FF0000"/>
                </a:solidFill>
              </a:rPr>
              <a:t>điều kiện </a:t>
            </a:r>
            <a:r>
              <a:rPr lang="vi-VN" sz="1600">
                <a:solidFill>
                  <a:srgbClr val="FF0000"/>
                </a:solidFill>
              </a:rPr>
              <a:t>trên thì tới bước 1</a:t>
            </a:r>
            <a:r>
              <a:rPr lang="en-US" sz="1600">
                <a:solidFill>
                  <a:srgbClr val="FF0000"/>
                </a:solidFill>
              </a:rPr>
              <a:t>1.</a:t>
            </a:r>
            <a:endParaRPr lang="vi-VN" sz="1600">
              <a:solidFill>
                <a:srgbClr val="FF0000"/>
              </a:solidFill>
            </a:endParaRPr>
          </a:p>
          <a:p>
            <a:r>
              <a:rPr lang="vi-VN" sz="1600"/>
              <a:t>Bước 10: Lưu </a:t>
            </a:r>
            <a:r>
              <a:rPr lang="en-US" sz="1600"/>
              <a:t>D6</a:t>
            </a:r>
            <a:r>
              <a:rPr lang="en-US" sz="1600">
                <a:sym typeface="Symbol" panose="05050102010706020507" pitchFamily="18" charset="2"/>
              </a:rPr>
              <a:t></a:t>
            </a:r>
            <a:r>
              <a:rPr lang="vi-VN" sz="1600"/>
              <a:t>D</a:t>
            </a:r>
            <a:r>
              <a:rPr lang="en-US" sz="1600"/>
              <a:t>1</a:t>
            </a:r>
            <a:r>
              <a:rPr lang="vi-VN" sz="1600"/>
              <a:t> xuống </a:t>
            </a:r>
            <a:r>
              <a:rPr lang="en-US" sz="1600"/>
              <a:t>CSDL đại lý.</a:t>
            </a:r>
            <a:endParaRPr lang="vi-VN" sz="1600"/>
          </a:p>
          <a:p>
            <a:r>
              <a:rPr lang="vi-VN" sz="1600">
                <a:solidFill>
                  <a:srgbClr val="FF0000"/>
                </a:solidFill>
              </a:rPr>
              <a:t>Bước 1</a:t>
            </a:r>
            <a:r>
              <a:rPr lang="en-US" sz="1600">
                <a:solidFill>
                  <a:srgbClr val="FF0000"/>
                </a:solidFill>
              </a:rPr>
              <a:t>1</a:t>
            </a:r>
            <a:r>
              <a:rPr lang="vi-VN" sz="1600">
                <a:solidFill>
                  <a:srgbClr val="FF0000"/>
                </a:solidFill>
              </a:rPr>
              <a:t> : Kết thúc.</a:t>
            </a:r>
          </a:p>
        </p:txBody>
      </p:sp>
      <p:pic>
        <p:nvPicPr>
          <p:cNvPr id="6" name="Content Placeholder 6">
            <a:extLst>
              <a:ext uri="{FF2B5EF4-FFF2-40B4-BE49-F238E27FC236}">
                <a16:creationId xmlns:a16="http://schemas.microsoft.com/office/drawing/2014/main" id="{CF11A0F1-FB5C-E00F-77F9-A8E5B3A31789}"/>
              </a:ext>
            </a:extLst>
          </p:cNvPr>
          <p:cNvPicPr>
            <a:picLocks noGrp="1" noChangeAspect="1"/>
          </p:cNvPicPr>
          <p:nvPr>
            <p:ph sz="half" idx="1"/>
          </p:nvPr>
        </p:nvPicPr>
        <p:blipFill>
          <a:blip r:embed="rId2"/>
          <a:stretch>
            <a:fillRect/>
          </a:stretch>
        </p:blipFill>
        <p:spPr>
          <a:xfrm>
            <a:off x="623831" y="1600200"/>
            <a:ext cx="4013313" cy="4525963"/>
          </a:xfrm>
        </p:spPr>
      </p:pic>
    </p:spTree>
    <p:extLst>
      <p:ext uri="{BB962C8B-B14F-4D97-AF65-F5344CB8AC3E}">
        <p14:creationId xmlns:p14="http://schemas.microsoft.com/office/powerpoint/2010/main" val="20804711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6481F-F33A-9B55-DD28-A091AE82D2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03D9D4-8208-C956-9BD9-6C483EA91C56}"/>
              </a:ext>
            </a:extLst>
          </p:cNvPr>
          <p:cNvSpPr>
            <a:spLocks noGrp="1"/>
          </p:cNvSpPr>
          <p:nvPr>
            <p:ph type="title"/>
          </p:nvPr>
        </p:nvSpPr>
        <p:spPr/>
        <p:txBody>
          <a:bodyPr/>
          <a:lstStyle/>
          <a:p>
            <a:r>
              <a:rPr lang="en-US"/>
              <a:t>Bài tập thiết kế giao diện</a:t>
            </a:r>
          </a:p>
        </p:txBody>
      </p:sp>
      <p:sp>
        <p:nvSpPr>
          <p:cNvPr id="3" name="Content Placeholder 2">
            <a:extLst>
              <a:ext uri="{FF2B5EF4-FFF2-40B4-BE49-F238E27FC236}">
                <a16:creationId xmlns:a16="http://schemas.microsoft.com/office/drawing/2014/main" id="{CAE4DDBA-3932-332D-20C3-AF3C5076DA48}"/>
              </a:ext>
            </a:extLst>
          </p:cNvPr>
          <p:cNvSpPr>
            <a:spLocks noGrp="1"/>
          </p:cNvSpPr>
          <p:nvPr>
            <p:ph idx="1"/>
          </p:nvPr>
        </p:nvSpPr>
        <p:spPr/>
        <p:txBody>
          <a:bodyPr/>
          <a:lstStyle/>
          <a:p>
            <a:r>
              <a:rPr lang="en-US"/>
              <a:t>Thiết kế màn hình giao diện cho yêu cầu phần mềm “Tiếp nhận hồ sơ đại lý” với </a:t>
            </a:r>
            <a:r>
              <a:rPr lang="en-US">
                <a:solidFill>
                  <a:schemeClr val="tx1"/>
                </a:solidFill>
                <a:highlight>
                  <a:srgbClr val="00FFFF"/>
                </a:highlight>
              </a:rPr>
              <a:t>tính đúng đắn</a:t>
            </a:r>
            <a:r>
              <a:rPr lang="en-US"/>
              <a:t>.</a:t>
            </a:r>
          </a:p>
        </p:txBody>
      </p:sp>
      <p:pic>
        <p:nvPicPr>
          <p:cNvPr id="7" name="Picture 6">
            <a:extLst>
              <a:ext uri="{FF2B5EF4-FFF2-40B4-BE49-F238E27FC236}">
                <a16:creationId xmlns:a16="http://schemas.microsoft.com/office/drawing/2014/main" id="{C13B9682-A502-B0E2-02E5-3D47649069B7}"/>
              </a:ext>
            </a:extLst>
          </p:cNvPr>
          <p:cNvPicPr>
            <a:picLocks noChangeAspect="1"/>
          </p:cNvPicPr>
          <p:nvPr/>
        </p:nvPicPr>
        <p:blipFill>
          <a:blip r:embed="rId2"/>
          <a:stretch>
            <a:fillRect/>
          </a:stretch>
        </p:blipFill>
        <p:spPr>
          <a:xfrm>
            <a:off x="2420210" y="2604000"/>
            <a:ext cx="7351579" cy="3492000"/>
          </a:xfrm>
          <a:prstGeom prst="rect">
            <a:avLst/>
          </a:prstGeom>
        </p:spPr>
      </p:pic>
    </p:spTree>
    <p:extLst>
      <p:ext uri="{BB962C8B-B14F-4D97-AF65-F5344CB8AC3E}">
        <p14:creationId xmlns:p14="http://schemas.microsoft.com/office/powerpoint/2010/main" val="3928462638"/>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25E07-728A-90CB-4E36-C088C3BC94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E90736-A0DA-AAAB-A386-60593F22FB82}"/>
              </a:ext>
            </a:extLst>
          </p:cNvPr>
          <p:cNvSpPr>
            <a:spLocks noGrp="1"/>
          </p:cNvSpPr>
          <p:nvPr>
            <p:ph type="title"/>
          </p:nvPr>
        </p:nvSpPr>
        <p:spPr/>
        <p:txBody>
          <a:bodyPr/>
          <a:lstStyle/>
          <a:p>
            <a:r>
              <a:rPr lang="en-US" altLang="en-US"/>
              <a:t>Cách thức tiến hành</a:t>
            </a:r>
            <a:endParaRPr lang="en-US"/>
          </a:p>
        </p:txBody>
      </p:sp>
      <p:pic>
        <p:nvPicPr>
          <p:cNvPr id="4100" name="Picture 4">
            <a:extLst>
              <a:ext uri="{FF2B5EF4-FFF2-40B4-BE49-F238E27FC236}">
                <a16:creationId xmlns:a16="http://schemas.microsoft.com/office/drawing/2014/main" id="{5ADA92D3-7230-5440-3F81-8E56B30FBEB2}"/>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3200315"/>
            <a:ext cx="10972800" cy="1325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3813183"/>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87B74-9E30-CF9D-0DA8-BEA141E25D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80C99F-DFAE-BBCC-8D13-B05B34E92B42}"/>
              </a:ext>
            </a:extLst>
          </p:cNvPr>
          <p:cNvSpPr>
            <a:spLocks noGrp="1"/>
          </p:cNvSpPr>
          <p:nvPr>
            <p:ph type="title"/>
          </p:nvPr>
        </p:nvSpPr>
        <p:spPr/>
        <p:txBody>
          <a:bodyPr/>
          <a:lstStyle/>
          <a:p>
            <a:r>
              <a:rPr lang="en-US"/>
              <a:t>Bài tập thiết kế giao diện</a:t>
            </a:r>
          </a:p>
        </p:txBody>
      </p:sp>
      <p:sp>
        <p:nvSpPr>
          <p:cNvPr id="3" name="Content Placeholder 2">
            <a:extLst>
              <a:ext uri="{FF2B5EF4-FFF2-40B4-BE49-F238E27FC236}">
                <a16:creationId xmlns:a16="http://schemas.microsoft.com/office/drawing/2014/main" id="{C10CD813-6F8F-CCFD-AE86-7C7CA610EBFB}"/>
              </a:ext>
            </a:extLst>
          </p:cNvPr>
          <p:cNvSpPr>
            <a:spLocks noGrp="1"/>
          </p:cNvSpPr>
          <p:nvPr>
            <p:ph idx="1"/>
          </p:nvPr>
        </p:nvSpPr>
        <p:spPr/>
        <p:txBody>
          <a:bodyPr/>
          <a:lstStyle/>
          <a:p>
            <a:r>
              <a:rPr lang="en-US"/>
              <a:t>Cải tiến màn hình giao diện cho yêu cầu phần mềm “Tiếp nhận hồ sơ đại lý” với </a:t>
            </a:r>
            <a:r>
              <a:rPr lang="en-US">
                <a:solidFill>
                  <a:schemeClr val="tx1"/>
                </a:solidFill>
                <a:highlight>
                  <a:srgbClr val="00FFFF"/>
                </a:highlight>
              </a:rPr>
              <a:t>tính tiện dụng</a:t>
            </a:r>
            <a:r>
              <a:rPr lang="en-US"/>
              <a:t>.</a:t>
            </a:r>
          </a:p>
          <a:p>
            <a:endParaRPr lang="en-US">
              <a:solidFill>
                <a:srgbClr val="FF0000"/>
              </a:solidFill>
            </a:endParaRPr>
          </a:p>
          <a:p>
            <a:r>
              <a:rPr lang="vi-VN">
                <a:solidFill>
                  <a:srgbClr val="FF0000"/>
                </a:solidFill>
              </a:rPr>
              <a:t>Kĩ thuật 1: Cung cấp thêm thông tin cho người </a:t>
            </a:r>
            <a:r>
              <a:rPr lang="en-US">
                <a:solidFill>
                  <a:srgbClr val="FF0000"/>
                </a:solidFill>
              </a:rPr>
              <a:t>dùng.</a:t>
            </a:r>
          </a:p>
        </p:txBody>
      </p:sp>
      <p:pic>
        <p:nvPicPr>
          <p:cNvPr id="5" name="Picture 4">
            <a:extLst>
              <a:ext uri="{FF2B5EF4-FFF2-40B4-BE49-F238E27FC236}">
                <a16:creationId xmlns:a16="http://schemas.microsoft.com/office/drawing/2014/main" id="{1C1A5725-90ED-4385-7700-B88A65DB052F}"/>
              </a:ext>
            </a:extLst>
          </p:cNvPr>
          <p:cNvPicPr>
            <a:picLocks noChangeAspect="1"/>
          </p:cNvPicPr>
          <p:nvPr/>
        </p:nvPicPr>
        <p:blipFill>
          <a:blip r:embed="rId2"/>
          <a:stretch>
            <a:fillRect/>
          </a:stretch>
        </p:blipFill>
        <p:spPr>
          <a:xfrm>
            <a:off x="609600" y="3657600"/>
            <a:ext cx="6720496" cy="2286000"/>
          </a:xfrm>
          <a:prstGeom prst="rect">
            <a:avLst/>
          </a:prstGeom>
        </p:spPr>
      </p:pic>
    </p:spTree>
    <p:extLst>
      <p:ext uri="{BB962C8B-B14F-4D97-AF65-F5344CB8AC3E}">
        <p14:creationId xmlns:p14="http://schemas.microsoft.com/office/powerpoint/2010/main" val="4267419260"/>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93EA7-DA7C-4B1F-051B-359E6BD6F2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F97BCA-10D8-EEB1-CC68-B02B6984A7CB}"/>
              </a:ext>
            </a:extLst>
          </p:cNvPr>
          <p:cNvSpPr>
            <a:spLocks noGrp="1"/>
          </p:cNvSpPr>
          <p:nvPr>
            <p:ph type="title"/>
          </p:nvPr>
        </p:nvSpPr>
        <p:spPr/>
        <p:txBody>
          <a:bodyPr/>
          <a:lstStyle/>
          <a:p>
            <a:r>
              <a:rPr lang="en-US"/>
              <a:t>Bài tập thiết kế giao diện</a:t>
            </a:r>
          </a:p>
        </p:txBody>
      </p:sp>
      <p:sp>
        <p:nvSpPr>
          <p:cNvPr id="3" name="Content Placeholder 2">
            <a:extLst>
              <a:ext uri="{FF2B5EF4-FFF2-40B4-BE49-F238E27FC236}">
                <a16:creationId xmlns:a16="http://schemas.microsoft.com/office/drawing/2014/main" id="{4584B961-523B-88D4-32B2-E97F7B444F0D}"/>
              </a:ext>
            </a:extLst>
          </p:cNvPr>
          <p:cNvSpPr>
            <a:spLocks noGrp="1"/>
          </p:cNvSpPr>
          <p:nvPr>
            <p:ph idx="1"/>
          </p:nvPr>
        </p:nvSpPr>
        <p:spPr/>
        <p:txBody>
          <a:bodyPr/>
          <a:lstStyle/>
          <a:p>
            <a:r>
              <a:rPr lang="en-US"/>
              <a:t>Thiết kế màn hình giao diện cho yêu cầu phần mềm “Tiếp nhận hồ sơ đại lý” với </a:t>
            </a:r>
            <a:r>
              <a:rPr lang="en-US">
                <a:solidFill>
                  <a:schemeClr val="tx1"/>
                </a:solidFill>
                <a:highlight>
                  <a:srgbClr val="00FFFF"/>
                </a:highlight>
              </a:rPr>
              <a:t>tính đúng đắn</a:t>
            </a:r>
            <a:r>
              <a:rPr lang="en-US"/>
              <a:t>.</a:t>
            </a:r>
          </a:p>
        </p:txBody>
      </p:sp>
      <p:pic>
        <p:nvPicPr>
          <p:cNvPr id="7" name="Picture 6">
            <a:extLst>
              <a:ext uri="{FF2B5EF4-FFF2-40B4-BE49-F238E27FC236}">
                <a16:creationId xmlns:a16="http://schemas.microsoft.com/office/drawing/2014/main" id="{A0E0785E-A350-9C3E-1D26-07110BEB2834}"/>
              </a:ext>
            </a:extLst>
          </p:cNvPr>
          <p:cNvPicPr>
            <a:picLocks noChangeAspect="1"/>
          </p:cNvPicPr>
          <p:nvPr/>
        </p:nvPicPr>
        <p:blipFill>
          <a:blip r:embed="rId2"/>
          <a:stretch>
            <a:fillRect/>
          </a:stretch>
        </p:blipFill>
        <p:spPr>
          <a:xfrm>
            <a:off x="2420210" y="2667000"/>
            <a:ext cx="7351579" cy="3492000"/>
          </a:xfrm>
          <a:prstGeom prst="rect">
            <a:avLst/>
          </a:prstGeom>
        </p:spPr>
      </p:pic>
    </p:spTree>
    <p:extLst>
      <p:ext uri="{BB962C8B-B14F-4D97-AF65-F5344CB8AC3E}">
        <p14:creationId xmlns:p14="http://schemas.microsoft.com/office/powerpoint/2010/main" val="388454930"/>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E2D7C-3F75-66B0-7B47-DC8515BE4F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7B7331-653C-695A-E0C3-6EE8B2D6118A}"/>
              </a:ext>
            </a:extLst>
          </p:cNvPr>
          <p:cNvSpPr>
            <a:spLocks noGrp="1"/>
          </p:cNvSpPr>
          <p:nvPr>
            <p:ph type="title"/>
          </p:nvPr>
        </p:nvSpPr>
        <p:spPr/>
        <p:txBody>
          <a:bodyPr/>
          <a:lstStyle/>
          <a:p>
            <a:r>
              <a:rPr lang="en-US"/>
              <a:t>Bài tập thiết kế giao diện</a:t>
            </a:r>
          </a:p>
        </p:txBody>
      </p:sp>
      <p:sp>
        <p:nvSpPr>
          <p:cNvPr id="3" name="Content Placeholder 2">
            <a:extLst>
              <a:ext uri="{FF2B5EF4-FFF2-40B4-BE49-F238E27FC236}">
                <a16:creationId xmlns:a16="http://schemas.microsoft.com/office/drawing/2014/main" id="{B4875CE7-C99C-DAAD-CAD9-4F00C1BC5620}"/>
              </a:ext>
            </a:extLst>
          </p:cNvPr>
          <p:cNvSpPr>
            <a:spLocks noGrp="1"/>
          </p:cNvSpPr>
          <p:nvPr>
            <p:ph idx="1"/>
          </p:nvPr>
        </p:nvSpPr>
        <p:spPr/>
        <p:txBody>
          <a:bodyPr/>
          <a:lstStyle/>
          <a:p>
            <a:r>
              <a:rPr lang="en-US"/>
              <a:t>Cải tiến màn hình giao diện cho yêu cầu phần mềm “Tiếp nhận hồ sơ đại lý” với </a:t>
            </a:r>
            <a:r>
              <a:rPr lang="en-US">
                <a:solidFill>
                  <a:schemeClr val="tx1"/>
                </a:solidFill>
                <a:highlight>
                  <a:srgbClr val="00FFFF"/>
                </a:highlight>
              </a:rPr>
              <a:t>tính tiện dụng</a:t>
            </a:r>
            <a:r>
              <a:rPr lang="en-US"/>
              <a:t>.</a:t>
            </a:r>
          </a:p>
        </p:txBody>
      </p:sp>
      <p:pic>
        <p:nvPicPr>
          <p:cNvPr id="7" name="Picture 6">
            <a:extLst>
              <a:ext uri="{FF2B5EF4-FFF2-40B4-BE49-F238E27FC236}">
                <a16:creationId xmlns:a16="http://schemas.microsoft.com/office/drawing/2014/main" id="{A57C677D-8EF7-5C7D-11F7-AFBF9143E1A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3145015" y="2603963"/>
            <a:ext cx="5901970" cy="3492000"/>
          </a:xfrm>
          <a:prstGeom prst="rect">
            <a:avLst/>
          </a:prstGeom>
        </p:spPr>
      </p:pic>
    </p:spTree>
    <p:extLst>
      <p:ext uri="{BB962C8B-B14F-4D97-AF65-F5344CB8AC3E}">
        <p14:creationId xmlns:p14="http://schemas.microsoft.com/office/powerpoint/2010/main" val="2625832485"/>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B882B-2701-FA54-44DB-7626B45243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337ED6-EB8F-054B-9C96-11FDE63FD621}"/>
              </a:ext>
            </a:extLst>
          </p:cNvPr>
          <p:cNvSpPr>
            <a:spLocks noGrp="1"/>
          </p:cNvSpPr>
          <p:nvPr>
            <p:ph type="title"/>
          </p:nvPr>
        </p:nvSpPr>
        <p:spPr/>
        <p:txBody>
          <a:bodyPr/>
          <a:lstStyle/>
          <a:p>
            <a:r>
              <a:rPr lang="en-US" altLang="en-US"/>
              <a:t>Cách thức tiến hành</a:t>
            </a:r>
            <a:endParaRPr lang="en-US"/>
          </a:p>
        </p:txBody>
      </p:sp>
      <p:pic>
        <p:nvPicPr>
          <p:cNvPr id="4100" name="Picture 4">
            <a:extLst>
              <a:ext uri="{FF2B5EF4-FFF2-40B4-BE49-F238E27FC236}">
                <a16:creationId xmlns:a16="http://schemas.microsoft.com/office/drawing/2014/main" id="{2C51A7FF-6C4B-B105-3E79-F50E3B1216FA}"/>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3200315"/>
            <a:ext cx="10972800" cy="1325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5738018"/>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3E7A7-2A82-A25D-8796-D7C5BD2DD5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A80548-D0B4-17B9-1185-4F0A14F33407}"/>
              </a:ext>
            </a:extLst>
          </p:cNvPr>
          <p:cNvSpPr>
            <a:spLocks noGrp="1"/>
          </p:cNvSpPr>
          <p:nvPr>
            <p:ph type="title"/>
          </p:nvPr>
        </p:nvSpPr>
        <p:spPr/>
        <p:txBody>
          <a:bodyPr/>
          <a:lstStyle/>
          <a:p>
            <a:r>
              <a:rPr lang="en-US"/>
              <a:t>Bài tập thiết kế giao diện</a:t>
            </a:r>
          </a:p>
        </p:txBody>
      </p:sp>
      <p:sp>
        <p:nvSpPr>
          <p:cNvPr id="3" name="Content Placeholder 2">
            <a:extLst>
              <a:ext uri="{FF2B5EF4-FFF2-40B4-BE49-F238E27FC236}">
                <a16:creationId xmlns:a16="http://schemas.microsoft.com/office/drawing/2014/main" id="{22A0111F-1664-29CF-CF20-574766132CA4}"/>
              </a:ext>
            </a:extLst>
          </p:cNvPr>
          <p:cNvSpPr>
            <a:spLocks noGrp="1"/>
          </p:cNvSpPr>
          <p:nvPr>
            <p:ph idx="1"/>
          </p:nvPr>
        </p:nvSpPr>
        <p:spPr/>
        <p:txBody>
          <a:bodyPr/>
          <a:lstStyle/>
          <a:p>
            <a:r>
              <a:rPr lang="en-US"/>
              <a:t>Cải tiến màn hình giao diện cho yêu cầu phần mềm “Tiếp nhận hồ sơ đại lý” với </a:t>
            </a:r>
            <a:r>
              <a:rPr lang="en-US">
                <a:solidFill>
                  <a:schemeClr val="tx1"/>
                </a:solidFill>
                <a:highlight>
                  <a:srgbClr val="00FFFF"/>
                </a:highlight>
              </a:rPr>
              <a:t>tính hiệu quả</a:t>
            </a:r>
            <a:r>
              <a:rPr lang="en-US"/>
              <a:t>.</a:t>
            </a:r>
          </a:p>
          <a:p>
            <a:endParaRPr lang="en-US">
              <a:solidFill>
                <a:srgbClr val="FF0000"/>
              </a:solidFill>
            </a:endParaRPr>
          </a:p>
          <a:p>
            <a:r>
              <a:rPr lang="en-US">
                <a:solidFill>
                  <a:srgbClr val="FF0000"/>
                </a:solidFill>
              </a:rPr>
              <a:t>Kĩ thuật 2: Cung cấp giá trị định sẵn cho ô nhập liệu.</a:t>
            </a:r>
          </a:p>
        </p:txBody>
      </p:sp>
      <p:pic>
        <p:nvPicPr>
          <p:cNvPr id="5" name="Picture 4">
            <a:extLst>
              <a:ext uri="{FF2B5EF4-FFF2-40B4-BE49-F238E27FC236}">
                <a16:creationId xmlns:a16="http://schemas.microsoft.com/office/drawing/2014/main" id="{B17E0704-5DE6-DB85-907E-E817074C204F}"/>
              </a:ext>
            </a:extLst>
          </p:cNvPr>
          <p:cNvPicPr>
            <a:picLocks noChangeAspect="1"/>
          </p:cNvPicPr>
          <p:nvPr/>
        </p:nvPicPr>
        <p:blipFill>
          <a:blip r:embed="rId2"/>
          <a:stretch>
            <a:fillRect/>
          </a:stretch>
        </p:blipFill>
        <p:spPr>
          <a:xfrm>
            <a:off x="609600" y="3657600"/>
            <a:ext cx="3797490" cy="2400300"/>
          </a:xfrm>
          <a:prstGeom prst="rect">
            <a:avLst/>
          </a:prstGeom>
        </p:spPr>
      </p:pic>
    </p:spTree>
    <p:extLst>
      <p:ext uri="{BB962C8B-B14F-4D97-AF65-F5344CB8AC3E}">
        <p14:creationId xmlns:p14="http://schemas.microsoft.com/office/powerpoint/2010/main" val="3566798004"/>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14428-2AB9-3D83-6465-933E132405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363F81-D5EC-207E-230F-1A9BD18CDA6B}"/>
              </a:ext>
            </a:extLst>
          </p:cNvPr>
          <p:cNvSpPr>
            <a:spLocks noGrp="1"/>
          </p:cNvSpPr>
          <p:nvPr>
            <p:ph type="title"/>
          </p:nvPr>
        </p:nvSpPr>
        <p:spPr/>
        <p:txBody>
          <a:bodyPr/>
          <a:lstStyle/>
          <a:p>
            <a:r>
              <a:rPr lang="en-US"/>
              <a:t>Bài tập thiết kế giao diện</a:t>
            </a:r>
          </a:p>
        </p:txBody>
      </p:sp>
      <p:sp>
        <p:nvSpPr>
          <p:cNvPr id="3" name="Content Placeholder 2">
            <a:extLst>
              <a:ext uri="{FF2B5EF4-FFF2-40B4-BE49-F238E27FC236}">
                <a16:creationId xmlns:a16="http://schemas.microsoft.com/office/drawing/2014/main" id="{39CC914D-BE03-B11B-2BB3-FDB9C9DFB88E}"/>
              </a:ext>
            </a:extLst>
          </p:cNvPr>
          <p:cNvSpPr>
            <a:spLocks noGrp="1"/>
          </p:cNvSpPr>
          <p:nvPr>
            <p:ph idx="1"/>
          </p:nvPr>
        </p:nvSpPr>
        <p:spPr/>
        <p:txBody>
          <a:bodyPr/>
          <a:lstStyle/>
          <a:p>
            <a:r>
              <a:rPr lang="en-US"/>
              <a:t>Cải tiến màn hình giao diện cho yêu cầu phần mềm “Tiếp nhận hồ sơ đại lý” với </a:t>
            </a:r>
            <a:r>
              <a:rPr lang="en-US">
                <a:solidFill>
                  <a:schemeClr val="tx1"/>
                </a:solidFill>
                <a:highlight>
                  <a:srgbClr val="00FFFF"/>
                </a:highlight>
              </a:rPr>
              <a:t>tính tiện dụng</a:t>
            </a:r>
            <a:r>
              <a:rPr lang="en-US"/>
              <a:t>.</a:t>
            </a:r>
          </a:p>
        </p:txBody>
      </p:sp>
      <p:pic>
        <p:nvPicPr>
          <p:cNvPr id="7" name="Picture 6">
            <a:extLst>
              <a:ext uri="{FF2B5EF4-FFF2-40B4-BE49-F238E27FC236}">
                <a16:creationId xmlns:a16="http://schemas.microsoft.com/office/drawing/2014/main" id="{7A8BB180-94D2-4BEE-2F76-74384D57658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3216000" y="2713692"/>
            <a:ext cx="5760000" cy="3408001"/>
          </a:xfrm>
          <a:prstGeom prst="rect">
            <a:avLst/>
          </a:prstGeom>
        </p:spPr>
      </p:pic>
    </p:spTree>
    <p:extLst>
      <p:ext uri="{BB962C8B-B14F-4D97-AF65-F5344CB8AC3E}">
        <p14:creationId xmlns:p14="http://schemas.microsoft.com/office/powerpoint/2010/main" val="3516801247"/>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1B6D1-B90F-1025-1596-B198139C0F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94F0CB-0346-1E81-4678-391037D9D521}"/>
              </a:ext>
            </a:extLst>
          </p:cNvPr>
          <p:cNvSpPr>
            <a:spLocks noGrp="1"/>
          </p:cNvSpPr>
          <p:nvPr>
            <p:ph type="title"/>
          </p:nvPr>
        </p:nvSpPr>
        <p:spPr/>
        <p:txBody>
          <a:bodyPr/>
          <a:lstStyle/>
          <a:p>
            <a:r>
              <a:rPr lang="en-US"/>
              <a:t>Bài tập thiết kế giao diện</a:t>
            </a:r>
          </a:p>
        </p:txBody>
      </p:sp>
      <p:sp>
        <p:nvSpPr>
          <p:cNvPr id="3" name="Content Placeholder 2">
            <a:extLst>
              <a:ext uri="{FF2B5EF4-FFF2-40B4-BE49-F238E27FC236}">
                <a16:creationId xmlns:a16="http://schemas.microsoft.com/office/drawing/2014/main" id="{A8A8F8E6-43FE-D194-66D9-0489CC5A862D}"/>
              </a:ext>
            </a:extLst>
          </p:cNvPr>
          <p:cNvSpPr>
            <a:spLocks noGrp="1"/>
          </p:cNvSpPr>
          <p:nvPr>
            <p:ph idx="1"/>
          </p:nvPr>
        </p:nvSpPr>
        <p:spPr/>
        <p:txBody>
          <a:bodyPr/>
          <a:lstStyle/>
          <a:p>
            <a:r>
              <a:rPr lang="en-US"/>
              <a:t>Cải tiến màn hình giao diện cho yêu cầu phần mềm “Tiếp nhận hồ sơ đại lý” với </a:t>
            </a:r>
            <a:r>
              <a:rPr lang="en-US">
                <a:solidFill>
                  <a:schemeClr val="tx1"/>
                </a:solidFill>
                <a:highlight>
                  <a:srgbClr val="00FFFF"/>
                </a:highlight>
              </a:rPr>
              <a:t>tính hiệu quả</a:t>
            </a:r>
            <a:r>
              <a:rPr lang="en-US"/>
              <a:t>.</a:t>
            </a:r>
          </a:p>
        </p:txBody>
      </p:sp>
      <p:pic>
        <p:nvPicPr>
          <p:cNvPr id="7" name="Picture 6">
            <a:extLst>
              <a:ext uri="{FF2B5EF4-FFF2-40B4-BE49-F238E27FC236}">
                <a16:creationId xmlns:a16="http://schemas.microsoft.com/office/drawing/2014/main" id="{E824990F-F5A3-C332-0048-9E8AFEFA465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3145014" y="2667000"/>
            <a:ext cx="5901971" cy="3492000"/>
          </a:xfrm>
          <a:prstGeom prst="rect">
            <a:avLst/>
          </a:prstGeom>
        </p:spPr>
      </p:pic>
    </p:spTree>
    <p:extLst>
      <p:ext uri="{BB962C8B-B14F-4D97-AF65-F5344CB8AC3E}">
        <p14:creationId xmlns:p14="http://schemas.microsoft.com/office/powerpoint/2010/main" val="3585922776"/>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9EA68-26DC-6CF1-AED9-611530778C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E369F7-2B2A-626A-CA3D-28A645AD7D2C}"/>
              </a:ext>
            </a:extLst>
          </p:cNvPr>
          <p:cNvSpPr>
            <a:spLocks noGrp="1"/>
          </p:cNvSpPr>
          <p:nvPr>
            <p:ph type="title"/>
          </p:nvPr>
        </p:nvSpPr>
        <p:spPr/>
        <p:txBody>
          <a:bodyPr/>
          <a:lstStyle/>
          <a:p>
            <a:r>
              <a:rPr lang="en-US" altLang="en-US"/>
              <a:t>Cách thức tiến hành</a:t>
            </a:r>
            <a:endParaRPr lang="en-US"/>
          </a:p>
        </p:txBody>
      </p:sp>
      <p:pic>
        <p:nvPicPr>
          <p:cNvPr id="4100" name="Picture 4">
            <a:extLst>
              <a:ext uri="{FF2B5EF4-FFF2-40B4-BE49-F238E27FC236}">
                <a16:creationId xmlns:a16="http://schemas.microsoft.com/office/drawing/2014/main" id="{B5DFC1EB-09D1-A401-5F13-D44FC9F48B6B}"/>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3200315"/>
            <a:ext cx="10972800" cy="1325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2689234"/>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E2A14-4874-58F9-21BD-BC9B604181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4D268E-6D05-D980-9B25-A4210A54E10C}"/>
              </a:ext>
            </a:extLst>
          </p:cNvPr>
          <p:cNvSpPr>
            <a:spLocks noGrp="1"/>
          </p:cNvSpPr>
          <p:nvPr>
            <p:ph type="title"/>
          </p:nvPr>
        </p:nvSpPr>
        <p:spPr/>
        <p:txBody>
          <a:bodyPr/>
          <a:lstStyle/>
          <a:p>
            <a:r>
              <a:rPr lang="en-US"/>
              <a:t>Bài tập thiết kế giao diện</a:t>
            </a:r>
          </a:p>
        </p:txBody>
      </p:sp>
      <p:sp>
        <p:nvSpPr>
          <p:cNvPr id="3" name="Content Placeholder 2">
            <a:extLst>
              <a:ext uri="{FF2B5EF4-FFF2-40B4-BE49-F238E27FC236}">
                <a16:creationId xmlns:a16="http://schemas.microsoft.com/office/drawing/2014/main" id="{B532C3D1-E5D7-9395-AAB2-6570589C732B}"/>
              </a:ext>
            </a:extLst>
          </p:cNvPr>
          <p:cNvSpPr>
            <a:spLocks noGrp="1"/>
          </p:cNvSpPr>
          <p:nvPr>
            <p:ph idx="1"/>
          </p:nvPr>
        </p:nvSpPr>
        <p:spPr/>
        <p:txBody>
          <a:bodyPr/>
          <a:lstStyle/>
          <a:p>
            <a:r>
              <a:rPr lang="en-US"/>
              <a:t>Cải tiến màn hình giao diện cho yêu cầu phần mềm “Tiếp nhận hồ sơ đại lý” với </a:t>
            </a:r>
            <a:r>
              <a:rPr lang="en-US">
                <a:solidFill>
                  <a:schemeClr val="tx1"/>
                </a:solidFill>
                <a:highlight>
                  <a:srgbClr val="00FFFF"/>
                </a:highlight>
              </a:rPr>
              <a:t>tính tiện dụng</a:t>
            </a:r>
            <a:r>
              <a:rPr lang="en-US"/>
              <a:t>.</a:t>
            </a:r>
          </a:p>
          <a:p>
            <a:endParaRPr lang="en-US">
              <a:solidFill>
                <a:srgbClr val="FF0000"/>
              </a:solidFill>
            </a:endParaRPr>
          </a:p>
          <a:p>
            <a:r>
              <a:rPr lang="en-US">
                <a:solidFill>
                  <a:srgbClr val="FF0000"/>
                </a:solidFill>
              </a:rPr>
              <a:t>Kĩ thuật 3: Thay đổi hình thức nhập liệu.</a:t>
            </a:r>
          </a:p>
        </p:txBody>
      </p:sp>
      <p:pic>
        <p:nvPicPr>
          <p:cNvPr id="6" name="Picture 5">
            <a:extLst>
              <a:ext uri="{FF2B5EF4-FFF2-40B4-BE49-F238E27FC236}">
                <a16:creationId xmlns:a16="http://schemas.microsoft.com/office/drawing/2014/main" id="{EA6CEB23-86F1-85D4-F194-BAE75302D6AC}"/>
              </a:ext>
            </a:extLst>
          </p:cNvPr>
          <p:cNvPicPr>
            <a:picLocks noChangeAspect="1"/>
          </p:cNvPicPr>
          <p:nvPr/>
        </p:nvPicPr>
        <p:blipFill>
          <a:blip r:embed="rId2"/>
          <a:stretch>
            <a:fillRect/>
          </a:stretch>
        </p:blipFill>
        <p:spPr>
          <a:xfrm>
            <a:off x="603504" y="3581400"/>
            <a:ext cx="4173682" cy="2286000"/>
          </a:xfrm>
          <a:prstGeom prst="rect">
            <a:avLst/>
          </a:prstGeom>
        </p:spPr>
      </p:pic>
    </p:spTree>
    <p:extLst>
      <p:ext uri="{BB962C8B-B14F-4D97-AF65-F5344CB8AC3E}">
        <p14:creationId xmlns:p14="http://schemas.microsoft.com/office/powerpoint/2010/main" val="3448063588"/>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AD2DD-DD02-CD59-3D8D-4ED2449E2D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853C77-9895-7D65-3CA9-3A448C8A6361}"/>
              </a:ext>
            </a:extLst>
          </p:cNvPr>
          <p:cNvSpPr>
            <a:spLocks noGrp="1"/>
          </p:cNvSpPr>
          <p:nvPr>
            <p:ph type="title"/>
          </p:nvPr>
        </p:nvSpPr>
        <p:spPr/>
        <p:txBody>
          <a:bodyPr/>
          <a:lstStyle/>
          <a:p>
            <a:r>
              <a:rPr lang="en-US"/>
              <a:t>Bài tập thiết kế giao diện</a:t>
            </a:r>
          </a:p>
        </p:txBody>
      </p:sp>
      <p:sp>
        <p:nvSpPr>
          <p:cNvPr id="3" name="Content Placeholder 2">
            <a:extLst>
              <a:ext uri="{FF2B5EF4-FFF2-40B4-BE49-F238E27FC236}">
                <a16:creationId xmlns:a16="http://schemas.microsoft.com/office/drawing/2014/main" id="{F2860ADF-C657-61BD-8CF3-AD66D6294AA6}"/>
              </a:ext>
            </a:extLst>
          </p:cNvPr>
          <p:cNvSpPr>
            <a:spLocks noGrp="1"/>
          </p:cNvSpPr>
          <p:nvPr>
            <p:ph idx="1"/>
          </p:nvPr>
        </p:nvSpPr>
        <p:spPr/>
        <p:txBody>
          <a:bodyPr/>
          <a:lstStyle/>
          <a:p>
            <a:r>
              <a:rPr lang="en-US"/>
              <a:t>Cải tiến màn hình giao diện cho yêu cầu phần mềm “Tiếp nhận hồ sơ đại lý” với </a:t>
            </a:r>
            <a:r>
              <a:rPr lang="en-US">
                <a:solidFill>
                  <a:schemeClr val="tx1"/>
                </a:solidFill>
                <a:highlight>
                  <a:srgbClr val="00FFFF"/>
                </a:highlight>
              </a:rPr>
              <a:t>tính hiệu quả</a:t>
            </a:r>
            <a:r>
              <a:rPr lang="en-US"/>
              <a:t>.</a:t>
            </a:r>
          </a:p>
        </p:txBody>
      </p:sp>
      <p:pic>
        <p:nvPicPr>
          <p:cNvPr id="7" name="Picture 6">
            <a:extLst>
              <a:ext uri="{FF2B5EF4-FFF2-40B4-BE49-F238E27FC236}">
                <a16:creationId xmlns:a16="http://schemas.microsoft.com/office/drawing/2014/main" id="{425E77F6-15CE-488B-7CD4-6E7FCE3D0F2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3145014" y="2667000"/>
            <a:ext cx="5901971" cy="3492000"/>
          </a:xfrm>
          <a:prstGeom prst="rect">
            <a:avLst/>
          </a:prstGeom>
        </p:spPr>
      </p:pic>
    </p:spTree>
    <p:extLst>
      <p:ext uri="{BB962C8B-B14F-4D97-AF65-F5344CB8AC3E}">
        <p14:creationId xmlns:p14="http://schemas.microsoft.com/office/powerpoint/2010/main" val="1316469017"/>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F43A0-FCDE-7E5F-1523-FF28E16136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318247-1DDA-6A02-E6B4-6CB0563E0E24}"/>
              </a:ext>
            </a:extLst>
          </p:cNvPr>
          <p:cNvSpPr>
            <a:spLocks noGrp="1"/>
          </p:cNvSpPr>
          <p:nvPr>
            <p:ph type="title"/>
          </p:nvPr>
        </p:nvSpPr>
        <p:spPr/>
        <p:txBody>
          <a:bodyPr/>
          <a:lstStyle/>
          <a:p>
            <a:r>
              <a:rPr lang="en-US"/>
              <a:t>Bài tập thiết kế giao diện</a:t>
            </a:r>
          </a:p>
        </p:txBody>
      </p:sp>
      <p:sp>
        <p:nvSpPr>
          <p:cNvPr id="3" name="Content Placeholder 2">
            <a:extLst>
              <a:ext uri="{FF2B5EF4-FFF2-40B4-BE49-F238E27FC236}">
                <a16:creationId xmlns:a16="http://schemas.microsoft.com/office/drawing/2014/main" id="{4676FBCC-50FE-5622-6BC2-3EFF7384520E}"/>
              </a:ext>
            </a:extLst>
          </p:cNvPr>
          <p:cNvSpPr>
            <a:spLocks noGrp="1"/>
          </p:cNvSpPr>
          <p:nvPr>
            <p:ph idx="1"/>
          </p:nvPr>
        </p:nvSpPr>
        <p:spPr/>
        <p:txBody>
          <a:bodyPr/>
          <a:lstStyle/>
          <a:p>
            <a:r>
              <a:rPr lang="en-US"/>
              <a:t>Cải tiến màn hình giao diện cho yêu cầu phần mềm “Tiếp nhận hồ sơ đại lý” với </a:t>
            </a:r>
            <a:r>
              <a:rPr lang="en-US">
                <a:solidFill>
                  <a:schemeClr val="tx1"/>
                </a:solidFill>
                <a:highlight>
                  <a:srgbClr val="00FFFF"/>
                </a:highlight>
              </a:rPr>
              <a:t>tính tiện dụng</a:t>
            </a:r>
            <a:r>
              <a:rPr lang="en-US"/>
              <a:t>.</a:t>
            </a:r>
          </a:p>
        </p:txBody>
      </p:sp>
      <p:pic>
        <p:nvPicPr>
          <p:cNvPr id="7" name="Picture 6">
            <a:extLst>
              <a:ext uri="{FF2B5EF4-FFF2-40B4-BE49-F238E27FC236}">
                <a16:creationId xmlns:a16="http://schemas.microsoft.com/office/drawing/2014/main" id="{F7034760-6E19-89EE-19D6-82B02276651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420211" y="2612828"/>
            <a:ext cx="7351579" cy="3492000"/>
          </a:xfrm>
          <a:prstGeom prst="rect">
            <a:avLst/>
          </a:prstGeom>
        </p:spPr>
      </p:pic>
    </p:spTree>
    <p:extLst>
      <p:ext uri="{BB962C8B-B14F-4D97-AF65-F5344CB8AC3E}">
        <p14:creationId xmlns:p14="http://schemas.microsoft.com/office/powerpoint/2010/main" val="3805017591"/>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6BD6A-0706-1999-689D-EF53C1DBCE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97AD5B-EBDA-1406-B0B7-0EBD4110748C}"/>
              </a:ext>
            </a:extLst>
          </p:cNvPr>
          <p:cNvSpPr>
            <a:spLocks noGrp="1"/>
          </p:cNvSpPr>
          <p:nvPr>
            <p:ph type="title"/>
          </p:nvPr>
        </p:nvSpPr>
        <p:spPr/>
        <p:txBody>
          <a:bodyPr/>
          <a:lstStyle/>
          <a:p>
            <a:r>
              <a:rPr lang="en-US" altLang="en-US"/>
              <a:t>Cách thức tiến hành</a:t>
            </a:r>
            <a:endParaRPr lang="en-US"/>
          </a:p>
        </p:txBody>
      </p:sp>
      <p:pic>
        <p:nvPicPr>
          <p:cNvPr id="4100" name="Picture 4">
            <a:extLst>
              <a:ext uri="{FF2B5EF4-FFF2-40B4-BE49-F238E27FC236}">
                <a16:creationId xmlns:a16="http://schemas.microsoft.com/office/drawing/2014/main" id="{5F5CE7F6-B760-2398-A1E4-0196E7322526}"/>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3200315"/>
            <a:ext cx="10972800" cy="1325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2335476"/>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C827B-8488-B0FC-D6FE-B8C55CF166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29E6CE-1F82-7703-51AC-422CF9D30BFF}"/>
              </a:ext>
            </a:extLst>
          </p:cNvPr>
          <p:cNvSpPr>
            <a:spLocks noGrp="1"/>
          </p:cNvSpPr>
          <p:nvPr>
            <p:ph type="title"/>
          </p:nvPr>
        </p:nvSpPr>
        <p:spPr/>
        <p:txBody>
          <a:bodyPr/>
          <a:lstStyle/>
          <a:p>
            <a:r>
              <a:rPr lang="en-US"/>
              <a:t>Bài tập thiết kế giao diện</a:t>
            </a:r>
          </a:p>
        </p:txBody>
      </p:sp>
      <p:sp>
        <p:nvSpPr>
          <p:cNvPr id="3" name="Content Placeholder 2">
            <a:extLst>
              <a:ext uri="{FF2B5EF4-FFF2-40B4-BE49-F238E27FC236}">
                <a16:creationId xmlns:a16="http://schemas.microsoft.com/office/drawing/2014/main" id="{E9667FE5-A222-D450-6660-D80D18C9DB21}"/>
              </a:ext>
            </a:extLst>
          </p:cNvPr>
          <p:cNvSpPr>
            <a:spLocks noGrp="1"/>
          </p:cNvSpPr>
          <p:nvPr>
            <p:ph idx="1"/>
          </p:nvPr>
        </p:nvSpPr>
        <p:spPr/>
        <p:txBody>
          <a:bodyPr/>
          <a:lstStyle/>
          <a:p>
            <a:r>
              <a:rPr lang="en-US"/>
              <a:t>Cải tiến màn hình giao diện cho yêu cầu phần mềm “Tiếp nhận hồ sơ đại lý” với </a:t>
            </a:r>
            <a:r>
              <a:rPr lang="en-US">
                <a:solidFill>
                  <a:schemeClr val="tx1"/>
                </a:solidFill>
                <a:highlight>
                  <a:srgbClr val="00FFFF"/>
                </a:highlight>
              </a:rPr>
              <a:t>tính hiệu quả</a:t>
            </a:r>
            <a:r>
              <a:rPr lang="en-US"/>
              <a:t>.</a:t>
            </a:r>
          </a:p>
          <a:p>
            <a:endParaRPr lang="en-US">
              <a:solidFill>
                <a:srgbClr val="FF0000"/>
              </a:solidFill>
            </a:endParaRPr>
          </a:p>
          <a:p>
            <a:r>
              <a:rPr lang="en-US">
                <a:solidFill>
                  <a:srgbClr val="FF0000"/>
                </a:solidFill>
              </a:rPr>
              <a:t>Kĩ thuật 4: Cung cấp thông tin phát sinh tự động.</a:t>
            </a:r>
          </a:p>
        </p:txBody>
      </p:sp>
      <p:pic>
        <p:nvPicPr>
          <p:cNvPr id="6" name="Picture 5">
            <a:extLst>
              <a:ext uri="{FF2B5EF4-FFF2-40B4-BE49-F238E27FC236}">
                <a16:creationId xmlns:a16="http://schemas.microsoft.com/office/drawing/2014/main" id="{0155246F-DB26-0EBC-0C87-74CAF8046912}"/>
              </a:ext>
            </a:extLst>
          </p:cNvPr>
          <p:cNvPicPr>
            <a:picLocks noChangeAspect="1"/>
          </p:cNvPicPr>
          <p:nvPr/>
        </p:nvPicPr>
        <p:blipFill>
          <a:blip r:embed="rId2"/>
          <a:stretch>
            <a:fillRect/>
          </a:stretch>
        </p:blipFill>
        <p:spPr>
          <a:xfrm>
            <a:off x="762000" y="3657600"/>
            <a:ext cx="4052916" cy="1018031"/>
          </a:xfrm>
          <a:prstGeom prst="rect">
            <a:avLst/>
          </a:prstGeom>
        </p:spPr>
      </p:pic>
    </p:spTree>
    <p:extLst>
      <p:ext uri="{BB962C8B-B14F-4D97-AF65-F5344CB8AC3E}">
        <p14:creationId xmlns:p14="http://schemas.microsoft.com/office/powerpoint/2010/main" val="800940373"/>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CF039-0CE1-EB59-34FD-CC8038166C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42E95C-4370-37C3-7D88-EDE206AE907A}"/>
              </a:ext>
            </a:extLst>
          </p:cNvPr>
          <p:cNvSpPr>
            <a:spLocks noGrp="1"/>
          </p:cNvSpPr>
          <p:nvPr>
            <p:ph type="title"/>
          </p:nvPr>
        </p:nvSpPr>
        <p:spPr/>
        <p:txBody>
          <a:bodyPr/>
          <a:lstStyle/>
          <a:p>
            <a:r>
              <a:rPr lang="en-US"/>
              <a:t>Bài tập thiết kế giao diện</a:t>
            </a:r>
          </a:p>
        </p:txBody>
      </p:sp>
      <p:sp>
        <p:nvSpPr>
          <p:cNvPr id="3" name="Content Placeholder 2">
            <a:extLst>
              <a:ext uri="{FF2B5EF4-FFF2-40B4-BE49-F238E27FC236}">
                <a16:creationId xmlns:a16="http://schemas.microsoft.com/office/drawing/2014/main" id="{829D058B-7002-790F-E4DB-DAD686D3093C}"/>
              </a:ext>
            </a:extLst>
          </p:cNvPr>
          <p:cNvSpPr>
            <a:spLocks noGrp="1"/>
          </p:cNvSpPr>
          <p:nvPr>
            <p:ph idx="1"/>
          </p:nvPr>
        </p:nvSpPr>
        <p:spPr/>
        <p:txBody>
          <a:bodyPr/>
          <a:lstStyle/>
          <a:p>
            <a:r>
              <a:rPr lang="en-US"/>
              <a:t>Cải tiến màn hình giao diện cho yêu cầu phần mềm “Tiếp nhận hồ sơ đại lý” với </a:t>
            </a:r>
            <a:r>
              <a:rPr lang="en-US">
                <a:solidFill>
                  <a:schemeClr val="tx1"/>
                </a:solidFill>
                <a:highlight>
                  <a:srgbClr val="00FFFF"/>
                </a:highlight>
              </a:rPr>
              <a:t>tính tiện dụng</a:t>
            </a:r>
            <a:r>
              <a:rPr lang="en-US"/>
              <a:t>.</a:t>
            </a:r>
          </a:p>
        </p:txBody>
      </p:sp>
      <p:pic>
        <p:nvPicPr>
          <p:cNvPr id="7" name="Picture 6">
            <a:extLst>
              <a:ext uri="{FF2B5EF4-FFF2-40B4-BE49-F238E27FC236}">
                <a16:creationId xmlns:a16="http://schemas.microsoft.com/office/drawing/2014/main" id="{8C293D4A-CBB6-089B-A8FF-C991CF7E6BD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420210" y="2612828"/>
            <a:ext cx="7351579" cy="3492000"/>
          </a:xfrm>
          <a:prstGeom prst="rect">
            <a:avLst/>
          </a:prstGeom>
        </p:spPr>
      </p:pic>
    </p:spTree>
    <p:extLst>
      <p:ext uri="{BB962C8B-B14F-4D97-AF65-F5344CB8AC3E}">
        <p14:creationId xmlns:p14="http://schemas.microsoft.com/office/powerpoint/2010/main" val="1955486276"/>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D7DFF-8A59-E5BA-8E61-A2EE3F68EC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37FF14-B5F3-ABBF-CDD2-539E350E9028}"/>
              </a:ext>
            </a:extLst>
          </p:cNvPr>
          <p:cNvSpPr>
            <a:spLocks noGrp="1"/>
          </p:cNvSpPr>
          <p:nvPr>
            <p:ph type="title"/>
          </p:nvPr>
        </p:nvSpPr>
        <p:spPr/>
        <p:txBody>
          <a:bodyPr/>
          <a:lstStyle/>
          <a:p>
            <a:r>
              <a:rPr lang="en-US"/>
              <a:t>Bài tập thiết kế giao diện</a:t>
            </a:r>
          </a:p>
        </p:txBody>
      </p:sp>
      <p:sp>
        <p:nvSpPr>
          <p:cNvPr id="3" name="Content Placeholder 2">
            <a:extLst>
              <a:ext uri="{FF2B5EF4-FFF2-40B4-BE49-F238E27FC236}">
                <a16:creationId xmlns:a16="http://schemas.microsoft.com/office/drawing/2014/main" id="{2E0D7AB9-E3D0-1051-DF47-D90B4E277BE2}"/>
              </a:ext>
            </a:extLst>
          </p:cNvPr>
          <p:cNvSpPr>
            <a:spLocks noGrp="1"/>
          </p:cNvSpPr>
          <p:nvPr>
            <p:ph idx="1"/>
          </p:nvPr>
        </p:nvSpPr>
        <p:spPr/>
        <p:txBody>
          <a:bodyPr/>
          <a:lstStyle/>
          <a:p>
            <a:r>
              <a:rPr lang="en-US"/>
              <a:t>Cải tiến màn hình giao diện cho yêu cầu phần mềm “Tiếp nhận hồ sơ đại lý” với </a:t>
            </a:r>
            <a:r>
              <a:rPr lang="en-US">
                <a:solidFill>
                  <a:schemeClr val="tx1"/>
                </a:solidFill>
                <a:highlight>
                  <a:srgbClr val="00FFFF"/>
                </a:highlight>
              </a:rPr>
              <a:t>tính hiệu quả</a:t>
            </a:r>
            <a:r>
              <a:rPr lang="en-US"/>
              <a:t>.</a:t>
            </a:r>
          </a:p>
        </p:txBody>
      </p:sp>
      <p:pic>
        <p:nvPicPr>
          <p:cNvPr id="7" name="Picture 6">
            <a:extLst>
              <a:ext uri="{FF2B5EF4-FFF2-40B4-BE49-F238E27FC236}">
                <a16:creationId xmlns:a16="http://schemas.microsoft.com/office/drawing/2014/main" id="{FBD6C96F-733D-B41F-8288-AB24C032D95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420210" y="2634164"/>
            <a:ext cx="7351580" cy="3492000"/>
          </a:xfrm>
          <a:prstGeom prst="rect">
            <a:avLst/>
          </a:prstGeom>
        </p:spPr>
      </p:pic>
    </p:spTree>
    <p:extLst>
      <p:ext uri="{BB962C8B-B14F-4D97-AF65-F5344CB8AC3E}">
        <p14:creationId xmlns:p14="http://schemas.microsoft.com/office/powerpoint/2010/main" val="3162364617"/>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2480D-9B4F-C6B9-D7A5-F23DEA12EC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1E2D25-32F1-4A64-76C3-CB22E38560AC}"/>
              </a:ext>
            </a:extLst>
          </p:cNvPr>
          <p:cNvSpPr>
            <a:spLocks noGrp="1"/>
          </p:cNvSpPr>
          <p:nvPr>
            <p:ph type="title"/>
          </p:nvPr>
        </p:nvSpPr>
        <p:spPr/>
        <p:txBody>
          <a:bodyPr/>
          <a:lstStyle/>
          <a:p>
            <a:r>
              <a:rPr lang="en-US" altLang="en-US"/>
              <a:t>Cách thức tiến hành</a:t>
            </a:r>
            <a:endParaRPr lang="en-US"/>
          </a:p>
        </p:txBody>
      </p:sp>
      <p:pic>
        <p:nvPicPr>
          <p:cNvPr id="4100" name="Picture 4">
            <a:extLst>
              <a:ext uri="{FF2B5EF4-FFF2-40B4-BE49-F238E27FC236}">
                <a16:creationId xmlns:a16="http://schemas.microsoft.com/office/drawing/2014/main" id="{5E659EA2-4806-8A25-97D3-B74D08133C28}"/>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3200315"/>
            <a:ext cx="10972800" cy="1325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4282708"/>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6AC09-4A37-E1EE-9AAE-F942A53ED0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492C41-A85C-9E05-436E-2BE9735F72E4}"/>
              </a:ext>
            </a:extLst>
          </p:cNvPr>
          <p:cNvSpPr>
            <a:spLocks noGrp="1"/>
          </p:cNvSpPr>
          <p:nvPr>
            <p:ph type="title"/>
          </p:nvPr>
        </p:nvSpPr>
        <p:spPr/>
        <p:txBody>
          <a:bodyPr/>
          <a:lstStyle/>
          <a:p>
            <a:r>
              <a:rPr lang="en-US"/>
              <a:t>Bài tập thiết kế giao diện</a:t>
            </a:r>
          </a:p>
        </p:txBody>
      </p:sp>
      <p:sp>
        <p:nvSpPr>
          <p:cNvPr id="3" name="Content Placeholder 2">
            <a:extLst>
              <a:ext uri="{FF2B5EF4-FFF2-40B4-BE49-F238E27FC236}">
                <a16:creationId xmlns:a16="http://schemas.microsoft.com/office/drawing/2014/main" id="{F3D922F3-2443-5AC6-6728-5EA85384627F}"/>
              </a:ext>
            </a:extLst>
          </p:cNvPr>
          <p:cNvSpPr>
            <a:spLocks noGrp="1"/>
          </p:cNvSpPr>
          <p:nvPr>
            <p:ph idx="1"/>
          </p:nvPr>
        </p:nvSpPr>
        <p:spPr/>
        <p:txBody>
          <a:bodyPr/>
          <a:lstStyle/>
          <a:p>
            <a:r>
              <a:rPr lang="en-US"/>
              <a:t>Màn hình kết quả của yêu cầu phần mềm “Tiếp nhận hồ sơ đại lý”.</a:t>
            </a:r>
          </a:p>
        </p:txBody>
      </p:sp>
      <p:pic>
        <p:nvPicPr>
          <p:cNvPr id="7" name="Picture 6">
            <a:extLst>
              <a:ext uri="{FF2B5EF4-FFF2-40B4-BE49-F238E27FC236}">
                <a16:creationId xmlns:a16="http://schemas.microsoft.com/office/drawing/2014/main" id="{64EFAE9B-7C82-472E-7A39-8888DA59BF4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420210" y="2634164"/>
            <a:ext cx="7351580" cy="3492000"/>
          </a:xfrm>
          <a:prstGeom prst="rect">
            <a:avLst/>
          </a:prstGeom>
        </p:spPr>
      </p:pic>
    </p:spTree>
    <p:extLst>
      <p:ext uri="{BB962C8B-B14F-4D97-AF65-F5344CB8AC3E}">
        <p14:creationId xmlns:p14="http://schemas.microsoft.com/office/powerpoint/2010/main" val="3558636503"/>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1A1E3B-52AC-4848-9A3B-814D413CE467}"/>
              </a:ext>
            </a:extLst>
          </p:cNvPr>
          <p:cNvSpPr>
            <a:spLocks noGrp="1"/>
          </p:cNvSpPr>
          <p:nvPr>
            <p:ph type="ctrTitle"/>
          </p:nvPr>
        </p:nvSpPr>
        <p:spPr/>
        <p:txBody>
          <a:bodyPr/>
          <a:lstStyle/>
          <a:p>
            <a:r>
              <a:rPr lang="en-US" sz="4000"/>
              <a:t>Chúc các bạn học tốt</a:t>
            </a:r>
            <a:br>
              <a:rPr lang="en-US" sz="4000">
                <a:solidFill>
                  <a:srgbClr val="0066FF"/>
                </a:solidFill>
              </a:rPr>
            </a:br>
            <a:r>
              <a:rPr lang="en-US" sz="3200">
                <a:solidFill>
                  <a:srgbClr val="0066FF"/>
                </a:solidFill>
              </a:rPr>
              <a:t>TRƯỜNG ĐẠI HỌC CÔNG NGHỆ THÔNG TIN TP.HCM</a:t>
            </a:r>
            <a:br>
              <a:rPr lang="en-US" sz="3200">
                <a:solidFill>
                  <a:srgbClr val="0066FF"/>
                </a:solidFill>
              </a:rPr>
            </a:br>
            <a:br>
              <a:rPr lang="en-US" sz="3200">
                <a:solidFill>
                  <a:srgbClr val="0066FF"/>
                </a:solidFill>
              </a:rPr>
            </a:br>
            <a:r>
              <a:rPr lang="en-US" sz="4000"/>
              <a:t>Nhóm UIT-Together</a:t>
            </a:r>
            <a:br>
              <a:rPr lang="en-US" sz="4000">
                <a:solidFill>
                  <a:srgbClr val="0066FF"/>
                </a:solidFill>
              </a:rPr>
            </a:br>
            <a:r>
              <a:rPr lang="en-US" sz="4000">
                <a:solidFill>
                  <a:srgbClr val="0066FF"/>
                </a:solidFill>
              </a:rPr>
              <a:t>TS. Nguyễn Tấn Trần Minh Khang</a:t>
            </a:r>
          </a:p>
        </p:txBody>
      </p:sp>
    </p:spTree>
    <p:extLst>
      <p:ext uri="{BB962C8B-B14F-4D97-AF65-F5344CB8AC3E}">
        <p14:creationId xmlns:p14="http://schemas.microsoft.com/office/powerpoint/2010/main" val="2729217778"/>
      </p:ext>
    </p:extLst>
  </p:cSld>
  <p:clrMapOvr>
    <a:masterClrMapping/>
  </p:clrMapOvr>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4118</TotalTime>
  <Words>1770</Words>
  <Application>Microsoft Office PowerPoint</Application>
  <PresentationFormat>Widescreen</PresentationFormat>
  <Paragraphs>188</Paragraphs>
  <Slides>52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Consolas</vt:lpstr>
      <vt:lpstr>Courier New</vt:lpstr>
      <vt:lpstr>Symbol</vt:lpstr>
      <vt:lpstr>Default Design</vt:lpstr>
      <vt:lpstr>THIẾT KẾ GIAO DIỆN</vt:lpstr>
      <vt:lpstr>Content</vt:lpstr>
      <vt:lpstr>Content</vt:lpstr>
      <vt:lpstr>Thiết kế giao diện</vt:lpstr>
      <vt:lpstr>Thiết kế giao diện</vt:lpstr>
      <vt:lpstr>Thiết kế giao diện</vt:lpstr>
      <vt:lpstr>Mục đích Thiết kế giao diện</vt:lpstr>
      <vt:lpstr>Content</vt:lpstr>
      <vt:lpstr>Kết quả Thiết kế giao diện</vt:lpstr>
      <vt:lpstr>Content</vt:lpstr>
      <vt:lpstr>Kiến trúc màn hình</vt:lpstr>
      <vt:lpstr>Kiến trúc màn hình</vt:lpstr>
      <vt:lpstr>Thành phần nhập liệu</vt:lpstr>
      <vt:lpstr>Thành phần nhập liệu</vt:lpstr>
      <vt:lpstr>Thành phần nhập liệu</vt:lpstr>
      <vt:lpstr>Thành phần nhập liệu</vt:lpstr>
      <vt:lpstr>Thành phần nhập liệu</vt:lpstr>
      <vt:lpstr>Thành phần thông tin kết quả</vt:lpstr>
      <vt:lpstr>Thành phần thông tin kết quả</vt:lpstr>
      <vt:lpstr>Thành phần thông tin kết quả</vt:lpstr>
      <vt:lpstr>Thành phần thông tin kết quả</vt:lpstr>
      <vt:lpstr>Content</vt:lpstr>
      <vt:lpstr>Cách thức tiến hành</vt:lpstr>
      <vt:lpstr>Content</vt:lpstr>
      <vt:lpstr>Ghi chú quan trọng</vt:lpstr>
      <vt:lpstr>Content</vt:lpstr>
      <vt:lpstr>Bài tập thiết kế giao diện</vt:lpstr>
      <vt:lpstr>Cách thức tiến hành</vt:lpstr>
      <vt:lpstr>Bài tập thiết kế giao diện</vt:lpstr>
      <vt:lpstr>Bài tập thiết kế giao diện</vt:lpstr>
      <vt:lpstr>Bài tập thiết kế giao diện</vt:lpstr>
      <vt:lpstr>Bài tập thiết kế giao diện</vt:lpstr>
      <vt:lpstr>Bài tập thiết kế giao diện</vt:lpstr>
      <vt:lpstr>Cách thức tiến hành</vt:lpstr>
      <vt:lpstr>Bài tập thiết kế giao diện</vt:lpstr>
      <vt:lpstr>Bài tập thiết kế giao diện</vt:lpstr>
      <vt:lpstr>Bài tập thiết kế giao diện</vt:lpstr>
      <vt:lpstr>Cách thức tiến hành</vt:lpstr>
      <vt:lpstr>Bài tập thiết kế giao diện</vt:lpstr>
      <vt:lpstr>Bài tập thiết kế giao diện</vt:lpstr>
      <vt:lpstr>Bài tập thiết kế giao diện</vt:lpstr>
      <vt:lpstr>Cách thức tiến hành</vt:lpstr>
      <vt:lpstr>Bài tập thiết kế giao diện</vt:lpstr>
      <vt:lpstr>Bài tập thiết kế giao diện</vt:lpstr>
      <vt:lpstr>Bài tập thiết kế giao diện</vt:lpstr>
      <vt:lpstr>Cách thức tiến hành</vt:lpstr>
      <vt:lpstr>Bài tập thiết kế giao diện</vt:lpstr>
      <vt:lpstr>Bài tập thiết kế giao diện</vt:lpstr>
      <vt:lpstr>Bài tập thiết kế giao diện</vt:lpstr>
      <vt:lpstr>Cách thức tiến hành</vt:lpstr>
      <vt:lpstr>Bài tập thiết kế giao diện</vt:lpstr>
      <vt:lpstr>Chúc các bạn học tốt TRƯỜNG ĐẠI HỌC CÔNG NGHỆ THÔNG TIN TP.HCM  Nhóm UIT-Together TS. Nguyễn Tấn Trần Minh Khang</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Sectio cc</dc:title>
  <dc:creator>Hong</dc:creator>
  <cp:lastModifiedBy>Khang Nguyen</cp:lastModifiedBy>
  <cp:revision>807</cp:revision>
  <cp:lastPrinted>2013-08-30T01:32:34Z</cp:lastPrinted>
  <dcterms:created xsi:type="dcterms:W3CDTF">2008-06-14T04:13:27Z</dcterms:created>
  <dcterms:modified xsi:type="dcterms:W3CDTF">2025-02-25T11:23:57Z</dcterms:modified>
</cp:coreProperties>
</file>