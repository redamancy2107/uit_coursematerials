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1581" r:id="rId2"/>
    <p:sldId id="1973" r:id="rId3"/>
    <p:sldId id="2074" r:id="rId4"/>
    <p:sldId id="2055" r:id="rId5"/>
    <p:sldId id="2072" r:id="rId6"/>
    <p:sldId id="2073" r:id="rId7"/>
    <p:sldId id="1961" r:id="rId8"/>
    <p:sldId id="2081" r:id="rId9"/>
    <p:sldId id="2082" r:id="rId10"/>
    <p:sldId id="2083" r:id="rId11"/>
    <p:sldId id="2084" r:id="rId12"/>
    <p:sldId id="2085" r:id="rId13"/>
    <p:sldId id="2086" r:id="rId14"/>
    <p:sldId id="2087" r:id="rId15"/>
    <p:sldId id="2080" r:id="rId16"/>
    <p:sldId id="2075" r:id="rId17"/>
    <p:sldId id="1962" r:id="rId18"/>
    <p:sldId id="2076" r:id="rId19"/>
    <p:sldId id="1963" r:id="rId20"/>
    <p:sldId id="1964" r:id="rId21"/>
    <p:sldId id="2077" r:id="rId22"/>
    <p:sldId id="1965" r:id="rId23"/>
    <p:sldId id="2078" r:id="rId24"/>
    <p:sldId id="1968" r:id="rId25"/>
    <p:sldId id="2079" r:id="rId26"/>
    <p:sldId id="1969" r:id="rId27"/>
    <p:sldId id="1970" r:id="rId28"/>
    <p:sldId id="2046" r:id="rId29"/>
    <p:sldId id="2050" r:id="rId30"/>
    <p:sldId id="2049" r:id="rId31"/>
    <p:sldId id="2051" r:id="rId32"/>
    <p:sldId id="2052" r:id="rId33"/>
    <p:sldId id="2053" r:id="rId34"/>
    <p:sldId id="2054" r:id="rId35"/>
    <p:sldId id="1960"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008000"/>
    <a:srgbClr val="000099"/>
    <a:srgbClr val="FF0000"/>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7E309-74D5-4C22-9983-7CE5420B7F7D}" v="7" dt="2024-06-21T01:53:09.7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56" autoAdjust="0"/>
    <p:restoredTop sz="91156" autoAdjust="0"/>
  </p:normalViewPr>
  <p:slideViewPr>
    <p:cSldViewPr>
      <p:cViewPr varScale="1">
        <p:scale>
          <a:sx n="62" d="100"/>
          <a:sy n="62" d="100"/>
        </p:scale>
        <p:origin x="53" y="274"/>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g Nguyễn Tấn Trần Minh" userId="c3808258-e92d-4bf9-b981-ea938a204001" providerId="ADAL" clId="{5B6F2BE7-3D84-4B5E-9065-D7CB14B9FA4B}"/>
    <pc:docChg chg="undo custSel addSld delSld modSld modMainMaster">
      <pc:chgData name="Khang Nguyễn Tấn Trần Minh" userId="c3808258-e92d-4bf9-b981-ea938a204001" providerId="ADAL" clId="{5B6F2BE7-3D84-4B5E-9065-D7CB14B9FA4B}" dt="2023-05-04T10:38:55.214" v="434" actId="700"/>
      <pc:docMkLst>
        <pc:docMk/>
      </pc:docMkLst>
      <pc:sldChg chg="addSp delSp modSp del mod chgLayout">
        <pc:chgData name="Khang Nguyễn Tấn Trần Minh" userId="c3808258-e92d-4bf9-b981-ea938a204001" providerId="ADAL" clId="{5B6F2BE7-3D84-4B5E-9065-D7CB14B9FA4B}" dt="2023-05-04T09:35:06.438" v="255" actId="47"/>
        <pc:sldMkLst>
          <pc:docMk/>
          <pc:sldMk cId="3414380401" sldId="328"/>
        </pc:sldMkLst>
        <pc:spChg chg="add del mod ord">
          <ac:chgData name="Khang Nguyễn Tấn Trần Minh" userId="c3808258-e92d-4bf9-b981-ea938a204001" providerId="ADAL" clId="{5B6F2BE7-3D84-4B5E-9065-D7CB14B9FA4B}" dt="2023-05-04T09:33:21.689" v="250" actId="700"/>
          <ac:spMkLst>
            <pc:docMk/>
            <pc:sldMk cId="3414380401" sldId="328"/>
            <ac:spMk id="2" creationId="{170D0286-0517-BF3D-A914-A2DE6458746B}"/>
          </ac:spMkLst>
        </pc:spChg>
        <pc:spChg chg="mod ord">
          <ac:chgData name="Khang Nguyễn Tấn Trần Minh" userId="c3808258-e92d-4bf9-b981-ea938a204001" providerId="ADAL" clId="{5B6F2BE7-3D84-4B5E-9065-D7CB14B9FA4B}" dt="2023-05-04T09:33:32.553" v="252" actId="700"/>
          <ac:spMkLst>
            <pc:docMk/>
            <pc:sldMk cId="3414380401" sldId="328"/>
            <ac:spMk id="3" creationId="{BBCCE99F-98AE-48D4-96DD-B4149671A560}"/>
          </ac:spMkLst>
        </pc:spChg>
        <pc:spChg chg="add mod ord">
          <ac:chgData name="Khang Nguyễn Tấn Trần Minh" userId="c3808258-e92d-4bf9-b981-ea938a204001" providerId="ADAL" clId="{5B6F2BE7-3D84-4B5E-9065-D7CB14B9FA4B}" dt="2023-05-04T09:33:32.553" v="252" actId="700"/>
          <ac:spMkLst>
            <pc:docMk/>
            <pc:sldMk cId="3414380401" sldId="328"/>
            <ac:spMk id="4" creationId="{29A1E021-EEE3-79C4-E8AD-A5AB64A34B9D}"/>
          </ac:spMkLst>
        </pc:spChg>
        <pc:spChg chg="add del">
          <ac:chgData name="Khang Nguyễn Tấn Trần Minh" userId="c3808258-e92d-4bf9-b981-ea938a204001" providerId="ADAL" clId="{5B6F2BE7-3D84-4B5E-9065-D7CB14B9FA4B}" dt="2023-05-04T09:33:32.553" v="252" actId="700"/>
          <ac:spMkLst>
            <pc:docMk/>
            <pc:sldMk cId="3414380401" sldId="328"/>
            <ac:spMk id="5" creationId="{3CEF2D3F-9DF7-4E24-9981-359DB558E96B}"/>
          </ac:spMkLst>
        </pc:spChg>
      </pc:sldChg>
      <pc:sldChg chg="addSp delSp modSp mod modClrScheme chgLayout">
        <pc:chgData name="Khang Nguyễn Tấn Trần Minh" userId="c3808258-e92d-4bf9-b981-ea938a204001" providerId="ADAL" clId="{5B6F2BE7-3D84-4B5E-9065-D7CB14B9FA4B}" dt="2023-05-04T09:35:13.203" v="256" actId="700"/>
        <pc:sldMkLst>
          <pc:docMk/>
          <pc:sldMk cId="2513082708" sldId="329"/>
        </pc:sldMkLst>
        <pc:spChg chg="add mod ord">
          <ac:chgData name="Khang Nguyễn Tấn Trần Minh" userId="c3808258-e92d-4bf9-b981-ea938a204001" providerId="ADAL" clId="{5B6F2BE7-3D84-4B5E-9065-D7CB14B9FA4B}" dt="2023-05-04T09:35:13.203" v="256" actId="700"/>
          <ac:spMkLst>
            <pc:docMk/>
            <pc:sldMk cId="2513082708" sldId="329"/>
            <ac:spMk id="2" creationId="{A2F805E7-BCE4-FAEE-98DF-55D674334D43}"/>
          </ac:spMkLst>
        </pc:spChg>
        <pc:spChg chg="add mod ord">
          <ac:chgData name="Khang Nguyễn Tấn Trần Minh" userId="c3808258-e92d-4bf9-b981-ea938a204001" providerId="ADAL" clId="{5B6F2BE7-3D84-4B5E-9065-D7CB14B9FA4B}" dt="2023-05-04T09:35:13.203" v="256" actId="700"/>
          <ac:spMkLst>
            <pc:docMk/>
            <pc:sldMk cId="2513082708" sldId="329"/>
            <ac:spMk id="3" creationId="{2C2362FE-B2FF-0083-0CB7-E614780E22D3}"/>
          </ac:spMkLst>
        </pc:spChg>
        <pc:spChg chg="del mod ord">
          <ac:chgData name="Khang Nguyễn Tấn Trần Minh" userId="c3808258-e92d-4bf9-b981-ea938a204001" providerId="ADAL" clId="{5B6F2BE7-3D84-4B5E-9065-D7CB14B9FA4B}" dt="2023-05-04T09:35:13.203" v="256" actId="700"/>
          <ac:spMkLst>
            <pc:docMk/>
            <pc:sldMk cId="2513082708" sldId="329"/>
            <ac:spMk id="14" creationId="{B52962BE-956B-4C2B-8959-F81F49C5B9E9}"/>
          </ac:spMkLst>
        </pc:spChg>
        <pc:spChg chg="del mod ord">
          <ac:chgData name="Khang Nguyễn Tấn Trần Minh" userId="c3808258-e92d-4bf9-b981-ea938a204001" providerId="ADAL" clId="{5B6F2BE7-3D84-4B5E-9065-D7CB14B9FA4B}" dt="2023-05-04T09:35:13.203" v="256" actId="700"/>
          <ac:spMkLst>
            <pc:docMk/>
            <pc:sldMk cId="2513082708" sldId="329"/>
            <ac:spMk id="15" creationId="{52A53E4F-6A54-4CD1-B368-6231912A4BB2}"/>
          </ac:spMkLst>
        </pc:spChg>
      </pc:sldChg>
      <pc:sldChg chg="new del">
        <pc:chgData name="Khang Nguyễn Tấn Trần Minh" userId="c3808258-e92d-4bf9-b981-ea938a204001" providerId="ADAL" clId="{5B6F2BE7-3D84-4B5E-9065-D7CB14B9FA4B}" dt="2023-05-04T09:33:28.406" v="251" actId="47"/>
        <pc:sldMkLst>
          <pc:docMk/>
          <pc:sldMk cId="3594992320" sldId="330"/>
        </pc:sldMkLst>
      </pc:sldChg>
      <pc:sldChg chg="addSp delSp modSp new mod modClrScheme chgLayout">
        <pc:chgData name="Khang Nguyễn Tấn Trần Minh" userId="c3808258-e92d-4bf9-b981-ea938a204001" providerId="ADAL" clId="{5B6F2BE7-3D84-4B5E-9065-D7CB14B9FA4B}" dt="2023-05-04T09:32:59.990" v="248" actId="700"/>
        <pc:sldMkLst>
          <pc:docMk/>
          <pc:sldMk cId="3634581261" sldId="331"/>
        </pc:sldMkLst>
        <pc:spChg chg="del mod ord">
          <ac:chgData name="Khang Nguyễn Tấn Trần Minh" userId="c3808258-e92d-4bf9-b981-ea938a204001" providerId="ADAL" clId="{5B6F2BE7-3D84-4B5E-9065-D7CB14B9FA4B}" dt="2023-05-04T09:31:42.189" v="244" actId="700"/>
          <ac:spMkLst>
            <pc:docMk/>
            <pc:sldMk cId="3634581261" sldId="331"/>
            <ac:spMk id="2" creationId="{005182B3-F5DF-BE6E-3256-43709A6C148D}"/>
          </ac:spMkLst>
        </pc:spChg>
        <pc:spChg chg="del">
          <ac:chgData name="Khang Nguyễn Tấn Trần Minh" userId="c3808258-e92d-4bf9-b981-ea938a204001" providerId="ADAL" clId="{5B6F2BE7-3D84-4B5E-9065-D7CB14B9FA4B}" dt="2023-05-04T09:31:42.189" v="244" actId="700"/>
          <ac:spMkLst>
            <pc:docMk/>
            <pc:sldMk cId="3634581261" sldId="331"/>
            <ac:spMk id="3" creationId="{80D30885-4DA9-F5AF-A402-696AEA491ED2}"/>
          </ac:spMkLst>
        </pc:spChg>
        <pc:spChg chg="add del mod ord">
          <ac:chgData name="Khang Nguyễn Tấn Trần Minh" userId="c3808258-e92d-4bf9-b981-ea938a204001" providerId="ADAL" clId="{5B6F2BE7-3D84-4B5E-9065-D7CB14B9FA4B}" dt="2023-05-04T09:32:46.955" v="245" actId="700"/>
          <ac:spMkLst>
            <pc:docMk/>
            <pc:sldMk cId="3634581261" sldId="331"/>
            <ac:spMk id="4" creationId="{802307F0-EEA6-EE60-B836-3D17607EA434}"/>
          </ac:spMkLst>
        </pc:spChg>
        <pc:spChg chg="add mod ord">
          <ac:chgData name="Khang Nguyễn Tấn Trần Minh" userId="c3808258-e92d-4bf9-b981-ea938a204001" providerId="ADAL" clId="{5B6F2BE7-3D84-4B5E-9065-D7CB14B9FA4B}" dt="2023-05-04T09:32:59.990" v="248" actId="700"/>
          <ac:spMkLst>
            <pc:docMk/>
            <pc:sldMk cId="3634581261" sldId="331"/>
            <ac:spMk id="5" creationId="{1E3128D0-6FDF-7356-B418-ADD0A89236A1}"/>
          </ac:spMkLst>
        </pc:spChg>
      </pc:sldChg>
      <pc:sldChg chg="addSp delSp modSp new del mod modClrScheme chgLayout">
        <pc:chgData name="Khang Nguyễn Tấn Trần Minh" userId="c3808258-e92d-4bf9-b981-ea938a204001" providerId="ADAL" clId="{5B6F2BE7-3D84-4B5E-9065-D7CB14B9FA4B}" dt="2023-05-04T09:41:12.336" v="324" actId="47"/>
        <pc:sldMkLst>
          <pc:docMk/>
          <pc:sldMk cId="3857146655" sldId="332"/>
        </pc:sldMkLst>
        <pc:spChg chg="del mod ord">
          <ac:chgData name="Khang Nguyễn Tấn Trần Minh" userId="c3808258-e92d-4bf9-b981-ea938a204001" providerId="ADAL" clId="{5B6F2BE7-3D84-4B5E-9065-D7CB14B9FA4B}" dt="2023-05-04T09:33:49.756" v="254" actId="700"/>
          <ac:spMkLst>
            <pc:docMk/>
            <pc:sldMk cId="3857146655" sldId="332"/>
            <ac:spMk id="2" creationId="{687CBA0E-F0DA-5864-553A-DDFC6AFE5310}"/>
          </ac:spMkLst>
        </pc:spChg>
        <pc:spChg chg="del mod ord">
          <ac:chgData name="Khang Nguyễn Tấn Trần Minh" userId="c3808258-e92d-4bf9-b981-ea938a204001" providerId="ADAL" clId="{5B6F2BE7-3D84-4B5E-9065-D7CB14B9FA4B}" dt="2023-05-04T09:33:49.756" v="254" actId="700"/>
          <ac:spMkLst>
            <pc:docMk/>
            <pc:sldMk cId="3857146655" sldId="332"/>
            <ac:spMk id="3" creationId="{F449DA7A-C312-7966-7EC8-FDB2D6AE1CEB}"/>
          </ac:spMkLst>
        </pc:spChg>
        <pc:spChg chg="add mod ord">
          <ac:chgData name="Khang Nguyễn Tấn Trần Minh" userId="c3808258-e92d-4bf9-b981-ea938a204001" providerId="ADAL" clId="{5B6F2BE7-3D84-4B5E-9065-D7CB14B9FA4B}" dt="2023-05-04T09:33:49.756" v="254" actId="700"/>
          <ac:spMkLst>
            <pc:docMk/>
            <pc:sldMk cId="3857146655" sldId="332"/>
            <ac:spMk id="4" creationId="{DA7EF843-0DE1-C783-65CE-811DDCEC3CEB}"/>
          </ac:spMkLst>
        </pc:spChg>
        <pc:spChg chg="add mod ord">
          <ac:chgData name="Khang Nguyễn Tấn Trần Minh" userId="c3808258-e92d-4bf9-b981-ea938a204001" providerId="ADAL" clId="{5B6F2BE7-3D84-4B5E-9065-D7CB14B9FA4B}" dt="2023-05-04T09:33:49.756" v="254" actId="700"/>
          <ac:spMkLst>
            <pc:docMk/>
            <pc:sldMk cId="3857146655" sldId="332"/>
            <ac:spMk id="5" creationId="{91DC4E0C-6D96-7BC2-B921-678D6B49D10A}"/>
          </ac:spMkLst>
        </pc:spChg>
      </pc:sldChg>
      <pc:sldChg chg="new">
        <pc:chgData name="Khang Nguyễn Tấn Trần Minh" userId="c3808258-e92d-4bf9-b981-ea938a204001" providerId="ADAL" clId="{5B6F2BE7-3D84-4B5E-9065-D7CB14B9FA4B}" dt="2023-05-04T09:40:04.844" v="323" actId="680"/>
        <pc:sldMkLst>
          <pc:docMk/>
          <pc:sldMk cId="3811616199" sldId="333"/>
        </pc:sldMkLst>
      </pc:sldChg>
      <pc:sldChg chg="addSp delSp modSp new mod modClrScheme chgLayout">
        <pc:chgData name="Khang Nguyễn Tấn Trần Minh" userId="c3808258-e92d-4bf9-b981-ea938a204001" providerId="ADAL" clId="{5B6F2BE7-3D84-4B5E-9065-D7CB14B9FA4B}" dt="2023-05-04T09:41:19.944" v="326" actId="700"/>
        <pc:sldMkLst>
          <pc:docMk/>
          <pc:sldMk cId="1418652103" sldId="334"/>
        </pc:sldMkLst>
        <pc:spChg chg="del mod ord">
          <ac:chgData name="Khang Nguyễn Tấn Trần Minh" userId="c3808258-e92d-4bf9-b981-ea938a204001" providerId="ADAL" clId="{5B6F2BE7-3D84-4B5E-9065-D7CB14B9FA4B}" dt="2023-05-04T09:41:19.944" v="326" actId="700"/>
          <ac:spMkLst>
            <pc:docMk/>
            <pc:sldMk cId="1418652103" sldId="334"/>
            <ac:spMk id="2" creationId="{4E985268-4566-05FA-4D7C-5490A396762F}"/>
          </ac:spMkLst>
        </pc:spChg>
        <pc:spChg chg="del mod ord">
          <ac:chgData name="Khang Nguyễn Tấn Trần Minh" userId="c3808258-e92d-4bf9-b981-ea938a204001" providerId="ADAL" clId="{5B6F2BE7-3D84-4B5E-9065-D7CB14B9FA4B}" dt="2023-05-04T09:41:19.944" v="326" actId="700"/>
          <ac:spMkLst>
            <pc:docMk/>
            <pc:sldMk cId="1418652103" sldId="334"/>
            <ac:spMk id="3" creationId="{815F9CBE-E40E-DFD8-66D3-E3829306E5C6}"/>
          </ac:spMkLst>
        </pc:spChg>
        <pc:spChg chg="add mod ord">
          <ac:chgData name="Khang Nguyễn Tấn Trần Minh" userId="c3808258-e92d-4bf9-b981-ea938a204001" providerId="ADAL" clId="{5B6F2BE7-3D84-4B5E-9065-D7CB14B9FA4B}" dt="2023-05-04T09:41:19.944" v="326" actId="700"/>
          <ac:spMkLst>
            <pc:docMk/>
            <pc:sldMk cId="1418652103" sldId="334"/>
            <ac:spMk id="4" creationId="{1AB13242-DD4D-89D2-74BC-F0E9AB7E6039}"/>
          </ac:spMkLst>
        </pc:spChg>
        <pc:spChg chg="add mod ord">
          <ac:chgData name="Khang Nguyễn Tấn Trần Minh" userId="c3808258-e92d-4bf9-b981-ea938a204001" providerId="ADAL" clId="{5B6F2BE7-3D84-4B5E-9065-D7CB14B9FA4B}" dt="2023-05-04T09:41:19.944" v="326" actId="700"/>
          <ac:spMkLst>
            <pc:docMk/>
            <pc:sldMk cId="1418652103" sldId="334"/>
            <ac:spMk id="5" creationId="{140734C9-E94F-D731-0888-8A757681A86A}"/>
          </ac:spMkLst>
        </pc:spChg>
      </pc:sldChg>
      <pc:sldChg chg="new">
        <pc:chgData name="Khang Nguyễn Tấn Trần Minh" userId="c3808258-e92d-4bf9-b981-ea938a204001" providerId="ADAL" clId="{5B6F2BE7-3D84-4B5E-9065-D7CB14B9FA4B}" dt="2023-05-04T09:47:09.864" v="330" actId="680"/>
        <pc:sldMkLst>
          <pc:docMk/>
          <pc:sldMk cId="497330402" sldId="335"/>
        </pc:sldMkLst>
      </pc:sldChg>
      <pc:sldChg chg="addSp delSp modSp new mod modClrScheme chgLayout">
        <pc:chgData name="Khang Nguyễn Tấn Trần Minh" userId="c3808258-e92d-4bf9-b981-ea938a204001" providerId="ADAL" clId="{5B6F2BE7-3D84-4B5E-9065-D7CB14B9FA4B}" dt="2023-05-04T10:38:55.214" v="434" actId="700"/>
        <pc:sldMkLst>
          <pc:docMk/>
          <pc:sldMk cId="3069712246" sldId="336"/>
        </pc:sldMkLst>
        <pc:spChg chg="del mod ord">
          <ac:chgData name="Khang Nguyễn Tấn Trần Minh" userId="c3808258-e92d-4bf9-b981-ea938a204001" providerId="ADAL" clId="{5B6F2BE7-3D84-4B5E-9065-D7CB14B9FA4B}" dt="2023-05-04T10:38:55.214" v="434" actId="700"/>
          <ac:spMkLst>
            <pc:docMk/>
            <pc:sldMk cId="3069712246" sldId="336"/>
            <ac:spMk id="2" creationId="{0CBF589D-A2F1-29A8-478F-4A3550CBD9CE}"/>
          </ac:spMkLst>
        </pc:spChg>
        <pc:spChg chg="del mod ord">
          <ac:chgData name="Khang Nguyễn Tấn Trần Minh" userId="c3808258-e92d-4bf9-b981-ea938a204001" providerId="ADAL" clId="{5B6F2BE7-3D84-4B5E-9065-D7CB14B9FA4B}" dt="2023-05-04T10:38:55.214" v="434" actId="700"/>
          <ac:spMkLst>
            <pc:docMk/>
            <pc:sldMk cId="3069712246" sldId="336"/>
            <ac:spMk id="3" creationId="{168EB05C-2FE3-12F3-0587-E063E69E5BB5}"/>
          </ac:spMkLst>
        </pc:spChg>
        <pc:spChg chg="add mod ord">
          <ac:chgData name="Khang Nguyễn Tấn Trần Minh" userId="c3808258-e92d-4bf9-b981-ea938a204001" providerId="ADAL" clId="{5B6F2BE7-3D84-4B5E-9065-D7CB14B9FA4B}" dt="2023-05-04T10:38:55.214" v="434" actId="700"/>
          <ac:spMkLst>
            <pc:docMk/>
            <pc:sldMk cId="3069712246" sldId="336"/>
            <ac:spMk id="4" creationId="{EDA14721-D4BC-297F-2A70-03403C7392D3}"/>
          </ac:spMkLst>
        </pc:spChg>
        <pc:spChg chg="add mod ord">
          <ac:chgData name="Khang Nguyễn Tấn Trần Minh" userId="c3808258-e92d-4bf9-b981-ea938a204001" providerId="ADAL" clId="{5B6F2BE7-3D84-4B5E-9065-D7CB14B9FA4B}" dt="2023-05-04T10:38:55.214" v="434" actId="700"/>
          <ac:spMkLst>
            <pc:docMk/>
            <pc:sldMk cId="3069712246" sldId="336"/>
            <ac:spMk id="5" creationId="{0B9849D8-1407-1C53-8F8F-BED9E927964B}"/>
          </ac:spMkLst>
        </pc:spChg>
        <pc:spChg chg="add mod ord">
          <ac:chgData name="Khang Nguyễn Tấn Trần Minh" userId="c3808258-e92d-4bf9-b981-ea938a204001" providerId="ADAL" clId="{5B6F2BE7-3D84-4B5E-9065-D7CB14B9FA4B}" dt="2023-05-04T10:38:55.214" v="434" actId="700"/>
          <ac:spMkLst>
            <pc:docMk/>
            <pc:sldMk cId="3069712246" sldId="336"/>
            <ac:spMk id="6" creationId="{123D0B10-2F04-0114-4238-265AD070236C}"/>
          </ac:spMkLst>
        </pc:spChg>
      </pc:sldChg>
      <pc:sldChg chg="del">
        <pc:chgData name="Khang Nguyễn Tấn Trần Minh" userId="c3808258-e92d-4bf9-b981-ea938a204001" providerId="ADAL" clId="{5B6F2BE7-3D84-4B5E-9065-D7CB14B9FA4B}" dt="2023-05-04T09:31:05.890" v="241" actId="47"/>
        <pc:sldMkLst>
          <pc:docMk/>
          <pc:sldMk cId="1584680975" sldId="1580"/>
        </pc:sldMkLst>
      </pc:sldChg>
      <pc:sldMasterChg chg="addSp delSp mod addSldLayout delSldLayout modSldLayout sldLayoutOrd">
        <pc:chgData name="Khang Nguyễn Tấn Trần Minh" userId="c3808258-e92d-4bf9-b981-ea938a204001" providerId="ADAL" clId="{5B6F2BE7-3D84-4B5E-9065-D7CB14B9FA4B}" dt="2023-05-04T10:38:09.529" v="432" actId="478"/>
        <pc:sldMasterMkLst>
          <pc:docMk/>
          <pc:sldMasterMk cId="0" sldId="2147483648"/>
        </pc:sldMasterMkLst>
        <pc:spChg chg="add del">
          <ac:chgData name="Khang Nguyễn Tấn Trần Minh" userId="c3808258-e92d-4bf9-b981-ea938a204001" providerId="ADAL" clId="{5B6F2BE7-3D84-4B5E-9065-D7CB14B9FA4B}" dt="2023-05-04T10:38:05.080" v="431" actId="478"/>
          <ac:spMkLst>
            <pc:docMk/>
            <pc:sldMasterMk cId="0" sldId="2147483648"/>
            <ac:spMk id="6" creationId="{00000000-0000-0000-0000-000000000000}"/>
          </ac:spMkLst>
        </pc:spChg>
        <pc:spChg chg="del">
          <ac:chgData name="Khang Nguyễn Tấn Trần Minh" userId="c3808258-e92d-4bf9-b981-ea938a204001" providerId="ADAL" clId="{5B6F2BE7-3D84-4B5E-9065-D7CB14B9FA4B}" dt="2023-05-04T10:38:09.529" v="432" actId="478"/>
          <ac:spMkLst>
            <pc:docMk/>
            <pc:sldMasterMk cId="0" sldId="2147483648"/>
            <ac:spMk id="7" creationId="{00000000-0000-0000-0000-000000000000}"/>
          </ac:spMkLst>
        </pc:spChg>
        <pc:sldLayoutChg chg="delSp del mod">
          <pc:chgData name="Khang Nguyễn Tấn Trần Minh" userId="c3808258-e92d-4bf9-b981-ea938a204001" providerId="ADAL" clId="{5B6F2BE7-3D84-4B5E-9065-D7CB14B9FA4B}" dt="2023-05-04T09:35:26.224" v="257" actId="2696"/>
          <pc:sldLayoutMkLst>
            <pc:docMk/>
            <pc:sldMasterMk cId="0" sldId="2147483648"/>
            <pc:sldLayoutMk cId="4056157480" sldId="2147483649"/>
          </pc:sldLayoutMkLst>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4" creationId="{00000000-0000-0000-0000-000000000000}"/>
            </ac:spMkLst>
          </pc:spChg>
          <pc:spChg chg="del">
            <ac:chgData name="Khang Nguyễn Tấn Trần Minh" userId="c3808258-e92d-4bf9-b981-ea938a204001" providerId="ADAL" clId="{5B6F2BE7-3D84-4B5E-9065-D7CB14B9FA4B}" dt="2023-05-04T09:11:41.547" v="109" actId="478"/>
            <ac:spMkLst>
              <pc:docMk/>
              <pc:sldMasterMk cId="0" sldId="2147483648"/>
              <pc:sldLayoutMk cId="4056157480" sldId="2147483649"/>
              <ac:spMk id="5" creationId="{00000000-0000-0000-0000-000000000000}"/>
            </ac:spMkLst>
          </pc:spChg>
        </pc:sldLayoutChg>
        <pc:sldLayoutChg chg="delSp modSp mod">
          <pc:chgData name="Khang Nguyễn Tấn Trần Minh" userId="c3808258-e92d-4bf9-b981-ea938a204001" providerId="ADAL" clId="{5B6F2BE7-3D84-4B5E-9065-D7CB14B9FA4B}" dt="2023-05-04T10:06:03.108" v="332" actId="6014"/>
          <pc:sldLayoutMkLst>
            <pc:docMk/>
            <pc:sldMasterMk cId="0" sldId="2147483648"/>
            <pc:sldLayoutMk cId="1765536986" sldId="2147483650"/>
          </pc:sldLayoutMkLst>
          <pc:spChg chg="mod">
            <ac:chgData name="Khang Nguyễn Tấn Trần Minh" userId="c3808258-e92d-4bf9-b981-ea938a204001" providerId="ADAL" clId="{5B6F2BE7-3D84-4B5E-9065-D7CB14B9FA4B}" dt="2023-05-04T08:56:40.328" v="1" actId="6549"/>
            <ac:spMkLst>
              <pc:docMk/>
              <pc:sldMasterMk cId="0" sldId="2147483648"/>
              <pc:sldLayoutMk cId="1765536986" sldId="2147483650"/>
              <ac:spMk id="3"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4" creationId="{00000000-0000-0000-0000-000000000000}"/>
            </ac:spMkLst>
          </pc:spChg>
          <pc:spChg chg="del">
            <ac:chgData name="Khang Nguyễn Tấn Trần Minh" userId="c3808258-e92d-4bf9-b981-ea938a204001" providerId="ADAL" clId="{5B6F2BE7-3D84-4B5E-9065-D7CB14B9FA4B}" dt="2023-05-04T09:11:47.734" v="110" actId="478"/>
            <ac:spMkLst>
              <pc:docMk/>
              <pc:sldMasterMk cId="0" sldId="2147483648"/>
              <pc:sldLayoutMk cId="1765536986" sldId="2147483650"/>
              <ac:spMk id="5" creationId="{00000000-0000-0000-0000-000000000000}"/>
            </ac:spMkLst>
          </pc:spChg>
        </pc:sldLayoutChg>
        <pc:sldLayoutChg chg="del">
          <pc:chgData name="Khang Nguyễn Tấn Trần Minh" userId="c3808258-e92d-4bf9-b981-ea938a204001" providerId="ADAL" clId="{5B6F2BE7-3D84-4B5E-9065-D7CB14B9FA4B}" dt="2023-05-04T08:58:42.988" v="9" actId="2696"/>
          <pc:sldLayoutMkLst>
            <pc:docMk/>
            <pc:sldMasterMk cId="0" sldId="2147483648"/>
            <pc:sldLayoutMk cId="149570494" sldId="2147483651"/>
          </pc:sldLayoutMkLst>
        </pc:sldLayoutChg>
        <pc:sldLayoutChg chg="delSp mod ord">
          <pc:chgData name="Khang Nguyễn Tấn Trần Minh" userId="c3808258-e92d-4bf9-b981-ea938a204001" providerId="ADAL" clId="{5B6F2BE7-3D84-4B5E-9065-D7CB14B9FA4B}" dt="2023-05-04T09:11:53.607" v="111" actId="478"/>
          <pc:sldLayoutMkLst>
            <pc:docMk/>
            <pc:sldMasterMk cId="0" sldId="2147483648"/>
            <pc:sldLayoutMk cId="3701271873" sldId="2147483652"/>
          </pc:sldLayoutMkLst>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4" creationId="{00000000-0000-0000-0000-000000000000}"/>
            </ac:spMkLst>
          </pc:spChg>
          <pc:spChg chg="del">
            <ac:chgData name="Khang Nguyễn Tấn Trần Minh" userId="c3808258-e92d-4bf9-b981-ea938a204001" providerId="ADAL" clId="{5B6F2BE7-3D84-4B5E-9065-D7CB14B9FA4B}" dt="2023-05-04T09:11:53.607" v="111" actId="478"/>
            <ac:spMkLst>
              <pc:docMk/>
              <pc:sldMasterMk cId="0" sldId="2147483648"/>
              <pc:sldLayoutMk cId="3701271873" sldId="2147483652"/>
              <ac:spMk id="5" creationId="{00000000-0000-0000-0000-000000000000}"/>
            </ac:spMkLst>
          </pc:spChg>
        </pc:sldLayoutChg>
        <pc:sldLayoutChg chg="delSp modSp mod ord">
          <pc:chgData name="Khang Nguyễn Tấn Trần Minh" userId="c3808258-e92d-4bf9-b981-ea938a204001" providerId="ADAL" clId="{5B6F2BE7-3D84-4B5E-9065-D7CB14B9FA4B}" dt="2023-05-04T10:17:07.252" v="392" actId="6014"/>
          <pc:sldLayoutMkLst>
            <pc:docMk/>
            <pc:sldMasterMk cId="0" sldId="2147483648"/>
            <pc:sldLayoutMk cId="562599125" sldId="2147483653"/>
          </pc:sldLayoutMkLst>
          <pc:spChg chg="mod">
            <ac:chgData name="Khang Nguyễn Tấn Trần Minh" userId="c3808258-e92d-4bf9-b981-ea938a204001" providerId="ADAL" clId="{5B6F2BE7-3D84-4B5E-9065-D7CB14B9FA4B}" dt="2023-05-04T09:00:23.995" v="18" actId="6549"/>
            <ac:spMkLst>
              <pc:docMk/>
              <pc:sldMasterMk cId="0" sldId="2147483648"/>
              <pc:sldLayoutMk cId="562599125" sldId="2147483653"/>
              <ac:spMk id="3" creationId="{00000000-0000-0000-0000-000000000000}"/>
            </ac:spMkLst>
          </pc:spChg>
          <pc:spChg chg="mod">
            <ac:chgData name="Khang Nguyễn Tấn Trần Minh" userId="c3808258-e92d-4bf9-b981-ea938a204001" providerId="ADAL" clId="{5B6F2BE7-3D84-4B5E-9065-D7CB14B9FA4B}" dt="2023-05-04T09:00:21.293" v="17" actId="6549"/>
            <ac:spMkLst>
              <pc:docMk/>
              <pc:sldMasterMk cId="0" sldId="2147483648"/>
              <pc:sldLayoutMk cId="562599125" sldId="2147483653"/>
              <ac:spMk id="4"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5" creationId="{00000000-0000-0000-0000-000000000000}"/>
            </ac:spMkLst>
          </pc:spChg>
          <pc:spChg chg="del">
            <ac:chgData name="Khang Nguyễn Tấn Trần Minh" userId="c3808258-e92d-4bf9-b981-ea938a204001" providerId="ADAL" clId="{5B6F2BE7-3D84-4B5E-9065-D7CB14B9FA4B}" dt="2023-05-04T09:12:17.202" v="115" actId="478"/>
            <ac:spMkLst>
              <pc:docMk/>
              <pc:sldMasterMk cId="0" sldId="2147483648"/>
              <pc:sldLayoutMk cId="562599125" sldId="2147483653"/>
              <ac:spMk id="6" creationId="{00000000-0000-0000-0000-000000000000}"/>
            </ac:spMkLst>
          </pc:spChg>
        </pc:sldLayoutChg>
        <pc:sldLayoutChg chg="delSp modSp del mod">
          <pc:chgData name="Khang Nguyễn Tấn Trần Minh" userId="c3808258-e92d-4bf9-b981-ea938a204001" providerId="ADAL" clId="{5B6F2BE7-3D84-4B5E-9065-D7CB14B9FA4B}" dt="2023-05-04T09:19:13.939" v="169" actId="2696"/>
          <pc:sldLayoutMkLst>
            <pc:docMk/>
            <pc:sldMasterMk cId="0" sldId="2147483648"/>
            <pc:sldLayoutMk cId="2132287914" sldId="2147483654"/>
          </pc:sldLayoutMkLst>
          <pc:spChg chg="mod">
            <ac:chgData name="Khang Nguyễn Tấn Trần Minh" userId="c3808258-e92d-4bf9-b981-ea938a204001" providerId="ADAL" clId="{5B6F2BE7-3D84-4B5E-9065-D7CB14B9FA4B}" dt="2023-05-04T09:18:32.080" v="163" actId="6549"/>
            <ac:spMkLst>
              <pc:docMk/>
              <pc:sldMasterMk cId="0" sldId="2147483648"/>
              <pc:sldLayoutMk cId="2132287914" sldId="2147483654"/>
              <ac:spMk id="4" creationId="{00000000-0000-0000-0000-000000000000}"/>
            </ac:spMkLst>
          </pc:spChg>
          <pc:spChg chg="mod">
            <ac:chgData name="Khang Nguyễn Tấn Trần Minh" userId="c3808258-e92d-4bf9-b981-ea938a204001" providerId="ADAL" clId="{5B6F2BE7-3D84-4B5E-9065-D7CB14B9FA4B}" dt="2023-05-04T09:18:34.988" v="164" actId="6549"/>
            <ac:spMkLst>
              <pc:docMk/>
              <pc:sldMasterMk cId="0" sldId="2147483648"/>
              <pc:sldLayoutMk cId="2132287914" sldId="2147483654"/>
              <ac:spMk id="6"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7" creationId="{00000000-0000-0000-0000-000000000000}"/>
            </ac:spMkLst>
          </pc:spChg>
          <pc:spChg chg="del">
            <ac:chgData name="Khang Nguyễn Tấn Trần Minh" userId="c3808258-e92d-4bf9-b981-ea938a204001" providerId="ADAL" clId="{5B6F2BE7-3D84-4B5E-9065-D7CB14B9FA4B}" dt="2023-05-04T09:14:58.619" v="139" actId="478"/>
            <ac:spMkLst>
              <pc:docMk/>
              <pc:sldMasterMk cId="0" sldId="2147483648"/>
              <pc:sldLayoutMk cId="2132287914" sldId="2147483654"/>
              <ac:spMk id="8" creationId="{00000000-0000-0000-0000-000000000000}"/>
            </ac:spMkLst>
          </pc:spChg>
        </pc:sldLayoutChg>
        <pc:sldLayoutChg chg="delSp mod">
          <pc:chgData name="Khang Nguyễn Tấn Trần Minh" userId="c3808258-e92d-4bf9-b981-ea938a204001" providerId="ADAL" clId="{5B6F2BE7-3D84-4B5E-9065-D7CB14B9FA4B}" dt="2023-05-04T09:16:06.081" v="150" actId="478"/>
          <pc:sldLayoutMkLst>
            <pc:docMk/>
            <pc:sldMasterMk cId="0" sldId="2147483648"/>
            <pc:sldLayoutMk cId="4112719614" sldId="2147483655"/>
          </pc:sldLayoutMkLst>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3" creationId="{00000000-0000-0000-0000-000000000000}"/>
            </ac:spMkLst>
          </pc:spChg>
          <pc:spChg chg="del">
            <ac:chgData name="Khang Nguyễn Tấn Trần Minh" userId="c3808258-e92d-4bf9-b981-ea938a204001" providerId="ADAL" clId="{5B6F2BE7-3D84-4B5E-9065-D7CB14B9FA4B}" dt="2023-05-04T09:16:06.081" v="150" actId="478"/>
            <ac:spMkLst>
              <pc:docMk/>
              <pc:sldMasterMk cId="0" sldId="2147483648"/>
              <pc:sldLayoutMk cId="4112719614" sldId="2147483655"/>
              <ac:spMk id="4" creationId="{00000000-0000-0000-0000-000000000000}"/>
            </ac:spMkLst>
          </pc:spChg>
        </pc:sldLayoutChg>
        <pc:sldLayoutChg chg="delSp del mod">
          <pc:chgData name="Khang Nguyễn Tấn Trần Minh" userId="c3808258-e92d-4bf9-b981-ea938a204001" providerId="ADAL" clId="{5B6F2BE7-3D84-4B5E-9065-D7CB14B9FA4B}" dt="2023-05-04T09:20:57.319" v="178" actId="2696"/>
          <pc:sldLayoutMkLst>
            <pc:docMk/>
            <pc:sldMasterMk cId="0" sldId="2147483648"/>
            <pc:sldLayoutMk cId="1566854824" sldId="2147483656"/>
          </pc:sldLayoutMkLst>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2" creationId="{00000000-0000-0000-0000-000000000000}"/>
            </ac:spMkLst>
          </pc:spChg>
          <pc:spChg chg="del">
            <ac:chgData name="Khang Nguyễn Tấn Trần Minh" userId="c3808258-e92d-4bf9-b981-ea938a204001" providerId="ADAL" clId="{5B6F2BE7-3D84-4B5E-9065-D7CB14B9FA4B}" dt="2023-05-04T09:16:09.785" v="151" actId="478"/>
            <ac:spMkLst>
              <pc:docMk/>
              <pc:sldMasterMk cId="0" sldId="2147483648"/>
              <pc:sldLayoutMk cId="1566854824" sldId="2147483656"/>
              <ac:spMk id="3" creationId="{00000000-0000-0000-0000-000000000000}"/>
            </ac:spMkLst>
          </pc:spChg>
        </pc:sldLayoutChg>
        <pc:sldLayoutChg chg="delSp modSp del mod">
          <pc:chgData name="Khang Nguyễn Tấn Trần Minh" userId="c3808258-e92d-4bf9-b981-ea938a204001" providerId="ADAL" clId="{5B6F2BE7-3D84-4B5E-9065-D7CB14B9FA4B}" dt="2023-05-04T09:20:32.006" v="177" actId="2696"/>
          <pc:sldLayoutMkLst>
            <pc:docMk/>
            <pc:sldMasterMk cId="0" sldId="2147483648"/>
            <pc:sldLayoutMk cId="3270007215" sldId="2147483657"/>
          </pc:sldLayoutMkLst>
          <pc:spChg chg="mod">
            <ac:chgData name="Khang Nguyễn Tấn Trần Minh" userId="c3808258-e92d-4bf9-b981-ea938a204001" providerId="ADAL" clId="{5B6F2BE7-3D84-4B5E-9065-D7CB14B9FA4B}" dt="2023-05-04T09:20:17.749" v="176" actId="14100"/>
            <ac:spMkLst>
              <pc:docMk/>
              <pc:sldMasterMk cId="0" sldId="2147483648"/>
              <pc:sldLayoutMk cId="3270007215" sldId="2147483657"/>
              <ac:spMk id="3"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5" creationId="{00000000-0000-0000-0000-000000000000}"/>
            </ac:spMkLst>
          </pc:spChg>
          <pc:spChg chg="del">
            <ac:chgData name="Khang Nguyễn Tấn Trần Minh" userId="c3808258-e92d-4bf9-b981-ea938a204001" providerId="ADAL" clId="{5B6F2BE7-3D84-4B5E-9065-D7CB14B9FA4B}" dt="2023-05-04T09:16:14.720" v="152" actId="478"/>
            <ac:spMkLst>
              <pc:docMk/>
              <pc:sldMasterMk cId="0" sldId="2147483648"/>
              <pc:sldLayoutMk cId="3270007215" sldId="2147483657"/>
              <ac:spMk id="6" creationId="{00000000-0000-0000-0000-000000000000}"/>
            </ac:spMkLst>
          </pc:spChg>
        </pc:sldLayoutChg>
        <pc:sldLayoutChg chg="delSp del mod">
          <pc:chgData name="Khang Nguyễn Tấn Trần Minh" userId="c3808258-e92d-4bf9-b981-ea938a204001" providerId="ADAL" clId="{5B6F2BE7-3D84-4B5E-9065-D7CB14B9FA4B}" dt="2023-05-04T09:20:07.435" v="175" actId="2696"/>
          <pc:sldLayoutMkLst>
            <pc:docMk/>
            <pc:sldMasterMk cId="0" sldId="2147483648"/>
            <pc:sldLayoutMk cId="2769033058" sldId="2147483658"/>
          </pc:sldLayoutMkLst>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5" creationId="{00000000-0000-0000-0000-000000000000}"/>
            </ac:spMkLst>
          </pc:spChg>
          <pc:spChg chg="del">
            <ac:chgData name="Khang Nguyễn Tấn Trần Minh" userId="c3808258-e92d-4bf9-b981-ea938a204001" providerId="ADAL" clId="{5B6F2BE7-3D84-4B5E-9065-D7CB14B9FA4B}" dt="2023-05-04T09:16:24.586" v="153" actId="478"/>
            <ac:spMkLst>
              <pc:docMk/>
              <pc:sldMasterMk cId="0" sldId="2147483648"/>
              <pc:sldLayoutMk cId="2769033058" sldId="2147483658"/>
              <ac:spMk id="6" creationId="{00000000-0000-0000-0000-000000000000}"/>
            </ac:spMkLst>
          </pc:spChg>
        </pc:sldLayoutChg>
        <pc:sldLayoutChg chg="delSp del mod">
          <pc:chgData name="Khang Nguyễn Tấn Trần Minh" userId="c3808258-e92d-4bf9-b981-ea938a204001" providerId="ADAL" clId="{5B6F2BE7-3D84-4B5E-9065-D7CB14B9FA4B}" dt="2023-05-04T09:19:55.939" v="173" actId="2696"/>
          <pc:sldLayoutMkLst>
            <pc:docMk/>
            <pc:sldMasterMk cId="0" sldId="2147483648"/>
            <pc:sldLayoutMk cId="99188231" sldId="2147483659"/>
          </pc:sldLayoutMkLst>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4" creationId="{00000000-0000-0000-0000-000000000000}"/>
            </ac:spMkLst>
          </pc:spChg>
          <pc:spChg chg="del">
            <ac:chgData name="Khang Nguyễn Tấn Trần Minh" userId="c3808258-e92d-4bf9-b981-ea938a204001" providerId="ADAL" clId="{5B6F2BE7-3D84-4B5E-9065-D7CB14B9FA4B}" dt="2023-05-04T09:16:29.314" v="154" actId="478"/>
            <ac:spMkLst>
              <pc:docMk/>
              <pc:sldMasterMk cId="0" sldId="2147483648"/>
              <pc:sldLayoutMk cId="99188231" sldId="2147483659"/>
              <ac:spMk id="5" creationId="{00000000-0000-0000-0000-000000000000}"/>
            </ac:spMkLst>
          </pc:spChg>
        </pc:sldLayoutChg>
        <pc:sldLayoutChg chg="delSp del mod">
          <pc:chgData name="Khang Nguyễn Tấn Trần Minh" userId="c3808258-e92d-4bf9-b981-ea938a204001" providerId="ADAL" clId="{5B6F2BE7-3D84-4B5E-9065-D7CB14B9FA4B}" dt="2023-05-04T09:19:59.407" v="174" actId="2696"/>
          <pc:sldLayoutMkLst>
            <pc:docMk/>
            <pc:sldMasterMk cId="0" sldId="2147483648"/>
            <pc:sldLayoutMk cId="853480290" sldId="2147483660"/>
          </pc:sldLayoutMkLst>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4" creationId="{00000000-0000-0000-0000-000000000000}"/>
            </ac:spMkLst>
          </pc:spChg>
          <pc:spChg chg="del">
            <ac:chgData name="Khang Nguyễn Tấn Trần Minh" userId="c3808258-e92d-4bf9-b981-ea938a204001" providerId="ADAL" clId="{5B6F2BE7-3D84-4B5E-9065-D7CB14B9FA4B}" dt="2023-05-04T09:16:33.920" v="155" actId="478"/>
            <ac:spMkLst>
              <pc:docMk/>
              <pc:sldMasterMk cId="0" sldId="2147483648"/>
              <pc:sldLayoutMk cId="853480290" sldId="2147483660"/>
              <ac:spMk id="5" creationId="{00000000-0000-0000-0000-000000000000}"/>
            </ac:spMkLst>
          </pc:spChg>
        </pc:sldLayoutChg>
        <pc:sldLayoutChg chg="modSp del mod">
          <pc:chgData name="Khang Nguyễn Tấn Trần Minh" userId="c3808258-e92d-4bf9-b981-ea938a204001" providerId="ADAL" clId="{5B6F2BE7-3D84-4B5E-9065-D7CB14B9FA4B}" dt="2023-05-04T09:21:21.601" v="180" actId="2696"/>
          <pc:sldLayoutMkLst>
            <pc:docMk/>
            <pc:sldMasterMk cId="0" sldId="2147483648"/>
            <pc:sldLayoutMk cId="3112211684" sldId="2147483661"/>
          </pc:sldLayoutMkLst>
          <pc:spChg chg="mod">
            <ac:chgData name="Khang Nguyễn Tấn Trần Minh" userId="c3808258-e92d-4bf9-b981-ea938a204001" providerId="ADAL" clId="{5B6F2BE7-3D84-4B5E-9065-D7CB14B9FA4B}" dt="2023-05-04T09:21:04.719" v="179" actId="6549"/>
            <ac:spMkLst>
              <pc:docMk/>
              <pc:sldMasterMk cId="0" sldId="2147483648"/>
              <pc:sldLayoutMk cId="3112211684" sldId="2147483661"/>
              <ac:spMk id="3" creationId="{ABE249C8-BF7A-4990-B3B9-274312BE8A3E}"/>
            </ac:spMkLst>
          </pc:spChg>
        </pc:sldLayoutChg>
        <pc:sldLayoutChg chg="del">
          <pc:chgData name="Khang Nguyễn Tấn Trần Minh" userId="c3808258-e92d-4bf9-b981-ea938a204001" providerId="ADAL" clId="{5B6F2BE7-3D84-4B5E-9065-D7CB14B9FA4B}" dt="2023-05-04T08:59:44.984" v="12" actId="2696"/>
          <pc:sldLayoutMkLst>
            <pc:docMk/>
            <pc:sldMasterMk cId="0" sldId="2147483648"/>
            <pc:sldLayoutMk cId="1774061367" sldId="2147483662"/>
          </pc:sldLayoutMkLst>
        </pc:sldLayoutChg>
        <pc:sldLayoutChg chg="del">
          <pc:chgData name="Khang Nguyễn Tấn Trần Minh" userId="c3808258-e92d-4bf9-b981-ea938a204001" providerId="ADAL" clId="{5B6F2BE7-3D84-4B5E-9065-D7CB14B9FA4B}" dt="2023-05-04T08:59:45.107" v="15" actId="2696"/>
          <pc:sldLayoutMkLst>
            <pc:docMk/>
            <pc:sldMasterMk cId="0" sldId="2147483648"/>
            <pc:sldLayoutMk cId="1400774800" sldId="2147483663"/>
          </pc:sldLayoutMkLst>
        </pc:sldLayoutChg>
        <pc:sldLayoutChg chg="del">
          <pc:chgData name="Khang Nguyễn Tấn Trần Minh" userId="c3808258-e92d-4bf9-b981-ea938a204001" providerId="ADAL" clId="{5B6F2BE7-3D84-4B5E-9065-D7CB14B9FA4B}" dt="2023-05-04T08:59:45.075" v="14" actId="2696"/>
          <pc:sldLayoutMkLst>
            <pc:docMk/>
            <pc:sldMasterMk cId="0" sldId="2147483648"/>
            <pc:sldLayoutMk cId="2425146391" sldId="2147483676"/>
          </pc:sldLayoutMkLst>
        </pc:sldLayoutChg>
        <pc:sldLayoutChg chg="delSp modSp mod">
          <pc:chgData name="Khang Nguyễn Tấn Trần Minh" userId="c3808258-e92d-4bf9-b981-ea938a204001" providerId="ADAL" clId="{5B6F2BE7-3D84-4B5E-9065-D7CB14B9FA4B}" dt="2023-05-04T10:06:16.223" v="333" actId="6014"/>
          <pc:sldLayoutMkLst>
            <pc:docMk/>
            <pc:sldMasterMk cId="0" sldId="2147483648"/>
            <pc:sldLayoutMk cId="1605361444" sldId="2147483677"/>
          </pc:sldLayoutMkLst>
          <pc:spChg chg="mod">
            <ac:chgData name="Khang Nguyễn Tấn Trần Minh" userId="c3808258-e92d-4bf9-b981-ea938a204001" providerId="ADAL" clId="{5B6F2BE7-3D84-4B5E-9065-D7CB14B9FA4B}" dt="2023-05-04T08:57:57.735" v="6" actId="6549"/>
            <ac:spMkLst>
              <pc:docMk/>
              <pc:sldMasterMk cId="0" sldId="2147483648"/>
              <pc:sldLayoutMk cId="1605361444" sldId="2147483677"/>
              <ac:spMk id="3"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5" creationId="{00000000-0000-0000-0000-000000000000}"/>
            </ac:spMkLst>
          </pc:spChg>
          <pc:spChg chg="del">
            <ac:chgData name="Khang Nguyễn Tấn Trần Minh" userId="c3808258-e92d-4bf9-b981-ea938a204001" providerId="ADAL" clId="{5B6F2BE7-3D84-4B5E-9065-D7CB14B9FA4B}" dt="2023-05-04T09:12:04.910" v="112" actId="478"/>
            <ac:spMkLst>
              <pc:docMk/>
              <pc:sldMasterMk cId="0" sldId="2147483648"/>
              <pc:sldLayoutMk cId="1605361444" sldId="2147483677"/>
              <ac:spMk id="6" creationId="{00000000-0000-0000-0000-000000000000}"/>
            </ac:spMkLst>
          </pc:spChg>
        </pc:sldLayoutChg>
        <pc:sldLayoutChg chg="del">
          <pc:chgData name="Khang Nguyễn Tấn Trần Minh" userId="c3808258-e92d-4bf9-b981-ea938a204001" providerId="ADAL" clId="{5B6F2BE7-3D84-4B5E-9065-D7CB14B9FA4B}" dt="2023-05-04T08:59:45.027" v="13" actId="2696"/>
          <pc:sldLayoutMkLst>
            <pc:docMk/>
            <pc:sldMasterMk cId="0" sldId="2147483648"/>
            <pc:sldLayoutMk cId="3023345052" sldId="2147483678"/>
          </pc:sldLayoutMkLst>
        </pc:sldLayoutChg>
        <pc:sldLayoutChg chg="del">
          <pc:chgData name="Khang Nguyễn Tấn Trần Minh" userId="c3808258-e92d-4bf9-b981-ea938a204001" providerId="ADAL" clId="{5B6F2BE7-3D84-4B5E-9065-D7CB14B9FA4B}" dt="2023-05-04T09:02:55.505" v="28" actId="2696"/>
          <pc:sldLayoutMkLst>
            <pc:docMk/>
            <pc:sldMasterMk cId="0" sldId="2147483648"/>
            <pc:sldLayoutMk cId="3194170472" sldId="2147483679"/>
          </pc:sldLayoutMkLst>
        </pc:sldLayoutChg>
        <pc:sldLayoutChg chg="delSp modSp del mod">
          <pc:chgData name="Khang Nguyễn Tấn Trần Minh" userId="c3808258-e92d-4bf9-b981-ea938a204001" providerId="ADAL" clId="{5B6F2BE7-3D84-4B5E-9065-D7CB14B9FA4B}" dt="2023-05-04T09:19:13.978" v="170" actId="2696"/>
          <pc:sldLayoutMkLst>
            <pc:docMk/>
            <pc:sldMasterMk cId="0" sldId="2147483648"/>
            <pc:sldLayoutMk cId="2792634591" sldId="2147483680"/>
          </pc:sldLayoutMkLst>
          <pc:spChg chg="mod">
            <ac:chgData name="Khang Nguyễn Tấn Trần Minh" userId="c3808258-e92d-4bf9-b981-ea938a204001" providerId="ADAL" clId="{5B6F2BE7-3D84-4B5E-9065-D7CB14B9FA4B}" dt="2023-05-04T09:15:15.331" v="142" actId="6549"/>
            <ac:spMkLst>
              <pc:docMk/>
              <pc:sldMasterMk cId="0" sldId="2147483648"/>
              <pc:sldLayoutMk cId="2792634591" sldId="2147483680"/>
              <ac:spMk id="4" creationId="{00000000-0000-0000-0000-000000000000}"/>
            </ac:spMkLst>
          </pc:spChg>
          <pc:spChg chg="mod">
            <ac:chgData name="Khang Nguyễn Tấn Trần Minh" userId="c3808258-e92d-4bf9-b981-ea938a204001" providerId="ADAL" clId="{5B6F2BE7-3D84-4B5E-9065-D7CB14B9FA4B}" dt="2023-05-04T09:15:18.337" v="143" actId="6549"/>
            <ac:spMkLst>
              <pc:docMk/>
              <pc:sldMasterMk cId="0" sldId="2147483648"/>
              <pc:sldLayoutMk cId="2792634591" sldId="2147483680"/>
              <ac:spMk id="6"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7" creationId="{00000000-0000-0000-0000-000000000000}"/>
            </ac:spMkLst>
          </pc:spChg>
          <pc:spChg chg="del">
            <ac:chgData name="Khang Nguyễn Tấn Trần Minh" userId="c3808258-e92d-4bf9-b981-ea938a204001" providerId="ADAL" clId="{5B6F2BE7-3D84-4B5E-9065-D7CB14B9FA4B}" dt="2023-05-04T09:15:08.852" v="141" actId="478"/>
            <ac:spMkLst>
              <pc:docMk/>
              <pc:sldMasterMk cId="0" sldId="2147483648"/>
              <pc:sldLayoutMk cId="2792634591" sldId="2147483680"/>
              <ac:spMk id="8" creationId="{00000000-0000-0000-0000-000000000000}"/>
            </ac:spMkLst>
          </pc:spChg>
        </pc:sldLayoutChg>
        <pc:sldLayoutChg chg="delSp modSp del mod">
          <pc:chgData name="Khang Nguyễn Tấn Trần Minh" userId="c3808258-e92d-4bf9-b981-ea938a204001" providerId="ADAL" clId="{5B6F2BE7-3D84-4B5E-9065-D7CB14B9FA4B}" dt="2023-05-04T09:18:48.719" v="167" actId="2696"/>
          <pc:sldLayoutMkLst>
            <pc:docMk/>
            <pc:sldMasterMk cId="0" sldId="2147483648"/>
            <pc:sldLayoutMk cId="3621836187" sldId="2147483681"/>
          </pc:sldLayoutMkLst>
          <pc:spChg chg="mod">
            <ac:chgData name="Khang Nguyễn Tấn Trần Minh" userId="c3808258-e92d-4bf9-b981-ea938a204001" providerId="ADAL" clId="{5B6F2BE7-3D84-4B5E-9065-D7CB14B9FA4B}" dt="2023-05-04T09:18:42.175" v="165" actId="6549"/>
            <ac:spMkLst>
              <pc:docMk/>
              <pc:sldMasterMk cId="0" sldId="2147483648"/>
              <pc:sldLayoutMk cId="3621836187" sldId="2147483681"/>
              <ac:spMk id="4" creationId="{00000000-0000-0000-0000-000000000000}"/>
            </ac:spMkLst>
          </pc:spChg>
          <pc:spChg chg="mod">
            <ac:chgData name="Khang Nguyễn Tấn Trần Minh" userId="c3808258-e92d-4bf9-b981-ea938a204001" providerId="ADAL" clId="{5B6F2BE7-3D84-4B5E-9065-D7CB14B9FA4B}" dt="2023-05-04T09:18:45.517" v="166" actId="6549"/>
            <ac:spMkLst>
              <pc:docMk/>
              <pc:sldMasterMk cId="0" sldId="2147483648"/>
              <pc:sldLayoutMk cId="3621836187" sldId="2147483681"/>
              <ac:spMk id="6"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7" creationId="{00000000-0000-0000-0000-000000000000}"/>
            </ac:spMkLst>
          </pc:spChg>
          <pc:spChg chg="del">
            <ac:chgData name="Khang Nguyễn Tấn Trần Minh" userId="c3808258-e92d-4bf9-b981-ea938a204001" providerId="ADAL" clId="{5B6F2BE7-3D84-4B5E-9065-D7CB14B9FA4B}" dt="2023-05-04T09:15:02.696" v="140" actId="478"/>
            <ac:spMkLst>
              <pc:docMk/>
              <pc:sldMasterMk cId="0" sldId="2147483648"/>
              <pc:sldLayoutMk cId="3621836187" sldId="2147483681"/>
              <ac:spMk id="8" creationId="{00000000-0000-0000-0000-000000000000}"/>
            </ac:spMkLst>
          </pc:spChg>
        </pc:sldLayoutChg>
        <pc:sldLayoutChg chg="delSp modSp del mod">
          <pc:chgData name="Khang Nguyễn Tấn Trần Minh" userId="c3808258-e92d-4bf9-b981-ea938a204001" providerId="ADAL" clId="{5B6F2BE7-3D84-4B5E-9065-D7CB14B9FA4B}" dt="2023-05-04T09:19:14.018" v="171" actId="2696"/>
          <pc:sldLayoutMkLst>
            <pc:docMk/>
            <pc:sldMasterMk cId="0" sldId="2147483648"/>
            <pc:sldLayoutMk cId="3893050084" sldId="2147483682"/>
          </pc:sldLayoutMkLst>
          <pc:spChg chg="mod">
            <ac:chgData name="Khang Nguyễn Tấn Trần Minh" userId="c3808258-e92d-4bf9-b981-ea938a204001" providerId="ADAL" clId="{5B6F2BE7-3D84-4B5E-9065-D7CB14B9FA4B}" dt="2023-05-04T09:15:24.033" v="144" actId="6549"/>
            <ac:spMkLst>
              <pc:docMk/>
              <pc:sldMasterMk cId="0" sldId="2147483648"/>
              <pc:sldLayoutMk cId="3893050084" sldId="2147483682"/>
              <ac:spMk id="4" creationId="{00000000-0000-0000-0000-000000000000}"/>
            </ac:spMkLst>
          </pc:spChg>
          <pc:spChg chg="mod">
            <ac:chgData name="Khang Nguyễn Tấn Trần Minh" userId="c3808258-e92d-4bf9-b981-ea938a204001" providerId="ADAL" clId="{5B6F2BE7-3D84-4B5E-9065-D7CB14B9FA4B}" dt="2023-05-04T09:15:28.421" v="145" actId="6549"/>
            <ac:spMkLst>
              <pc:docMk/>
              <pc:sldMasterMk cId="0" sldId="2147483648"/>
              <pc:sldLayoutMk cId="3893050084" sldId="2147483682"/>
              <ac:spMk id="6"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7" creationId="{00000000-0000-0000-0000-000000000000}"/>
            </ac:spMkLst>
          </pc:spChg>
          <pc:spChg chg="del">
            <ac:chgData name="Khang Nguyễn Tấn Trần Minh" userId="c3808258-e92d-4bf9-b981-ea938a204001" providerId="ADAL" clId="{5B6F2BE7-3D84-4B5E-9065-D7CB14B9FA4B}" dt="2023-05-04T09:15:57.811" v="149" actId="478"/>
            <ac:spMkLst>
              <pc:docMk/>
              <pc:sldMasterMk cId="0" sldId="2147483648"/>
              <pc:sldLayoutMk cId="3893050084" sldId="2147483682"/>
              <ac:spMk id="8" creationId="{00000000-0000-0000-0000-000000000000}"/>
            </ac:spMkLst>
          </pc:spChg>
        </pc:sldLayoutChg>
        <pc:sldLayoutChg chg="delSp modSp del mod">
          <pc:chgData name="Khang Nguyễn Tấn Trần Minh" userId="c3808258-e92d-4bf9-b981-ea938a204001" providerId="ADAL" clId="{5B6F2BE7-3D84-4B5E-9065-D7CB14B9FA4B}" dt="2023-05-04T09:19:07.647" v="168" actId="2696"/>
          <pc:sldLayoutMkLst>
            <pc:docMk/>
            <pc:sldMasterMk cId="0" sldId="2147483648"/>
            <pc:sldLayoutMk cId="2145515960" sldId="2147483683"/>
          </pc:sldLayoutMkLst>
          <pc:spChg chg="mod">
            <ac:chgData name="Khang Nguyễn Tấn Trần Minh" userId="c3808258-e92d-4bf9-b981-ea938a204001" providerId="ADAL" clId="{5B6F2BE7-3D84-4B5E-9065-D7CB14B9FA4B}" dt="2023-05-04T09:15:35.179" v="146" actId="6549"/>
            <ac:spMkLst>
              <pc:docMk/>
              <pc:sldMasterMk cId="0" sldId="2147483648"/>
              <pc:sldLayoutMk cId="2145515960" sldId="2147483683"/>
              <ac:spMk id="4" creationId="{00000000-0000-0000-0000-000000000000}"/>
            </ac:spMkLst>
          </pc:spChg>
          <pc:spChg chg="mod">
            <ac:chgData name="Khang Nguyễn Tấn Trần Minh" userId="c3808258-e92d-4bf9-b981-ea938a204001" providerId="ADAL" clId="{5B6F2BE7-3D84-4B5E-9065-D7CB14B9FA4B}" dt="2023-05-04T09:15:38.462" v="147" actId="6549"/>
            <ac:spMkLst>
              <pc:docMk/>
              <pc:sldMasterMk cId="0" sldId="2147483648"/>
              <pc:sldLayoutMk cId="2145515960" sldId="2147483683"/>
              <ac:spMk id="6"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7" creationId="{00000000-0000-0000-0000-000000000000}"/>
            </ac:spMkLst>
          </pc:spChg>
          <pc:spChg chg="del">
            <ac:chgData name="Khang Nguyễn Tấn Trần Minh" userId="c3808258-e92d-4bf9-b981-ea938a204001" providerId="ADAL" clId="{5B6F2BE7-3D84-4B5E-9065-D7CB14B9FA4B}" dt="2023-05-04T09:15:49.833" v="148" actId="478"/>
            <ac:spMkLst>
              <pc:docMk/>
              <pc:sldMasterMk cId="0" sldId="2147483648"/>
              <pc:sldLayoutMk cId="2145515960" sldId="2147483683"/>
              <ac:spMk id="8" creationId="{00000000-0000-0000-0000-000000000000}"/>
            </ac:spMkLst>
          </pc:spChg>
        </pc:sldLayoutChg>
        <pc:sldLayoutChg chg="del">
          <pc:chgData name="Khang Nguyễn Tấn Trần Minh" userId="c3808258-e92d-4bf9-b981-ea938a204001" providerId="ADAL" clId="{5B6F2BE7-3D84-4B5E-9065-D7CB14B9FA4B}" dt="2023-05-04T09:02:55.632" v="31" actId="2696"/>
          <pc:sldLayoutMkLst>
            <pc:docMk/>
            <pc:sldMasterMk cId="0" sldId="2147483648"/>
            <pc:sldLayoutMk cId="99894408" sldId="2147483684"/>
          </pc:sldLayoutMkLst>
        </pc:sldLayoutChg>
        <pc:sldLayoutChg chg="delSp modSp mod">
          <pc:chgData name="Khang Nguyễn Tấn Trần Minh" userId="c3808258-e92d-4bf9-b981-ea938a204001" providerId="ADAL" clId="{5B6F2BE7-3D84-4B5E-9065-D7CB14B9FA4B}" dt="2023-05-04T10:20:49.418" v="417" actId="6014"/>
          <pc:sldLayoutMkLst>
            <pc:docMk/>
            <pc:sldMasterMk cId="0" sldId="2147483648"/>
            <pc:sldLayoutMk cId="53865494" sldId="2147483686"/>
          </pc:sldLayoutMkLst>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3"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5" creationId="{00000000-0000-0000-0000-000000000000}"/>
            </ac:spMkLst>
          </pc:spChg>
          <pc:spChg chg="del">
            <ac:chgData name="Khang Nguyễn Tấn Trần Minh" userId="c3808258-e92d-4bf9-b981-ea938a204001" providerId="ADAL" clId="{5B6F2BE7-3D84-4B5E-9065-D7CB14B9FA4B}" dt="2023-05-04T09:13:48.257" v="128" actId="478"/>
            <ac:spMkLst>
              <pc:docMk/>
              <pc:sldMasterMk cId="0" sldId="2147483648"/>
              <pc:sldLayoutMk cId="53865494" sldId="2147483686"/>
              <ac:spMk id="6" creationId="{00000000-0000-0000-0000-000000000000}"/>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7" creationId="{9FCB7F62-31CE-479A-B75D-E680BBC27871}"/>
            </ac:spMkLst>
          </pc:spChg>
          <pc:spChg chg="del">
            <ac:chgData name="Khang Nguyễn Tấn Trần Minh" userId="c3808258-e92d-4bf9-b981-ea938a204001" providerId="ADAL" clId="{5B6F2BE7-3D84-4B5E-9065-D7CB14B9FA4B}" dt="2023-05-04T09:23:32.526" v="186" actId="478"/>
            <ac:spMkLst>
              <pc:docMk/>
              <pc:sldMasterMk cId="0" sldId="2147483648"/>
              <pc:sldLayoutMk cId="53865494" sldId="2147483686"/>
              <ac:spMk id="8" creationId="{96160E72-CB3B-4B35-B991-A52F0E9D9B5B}"/>
            </ac:spMkLst>
          </pc:spChg>
          <pc:spChg chg="mod">
            <ac:chgData name="Khang Nguyễn Tấn Trần Minh" userId="c3808258-e92d-4bf9-b981-ea938a204001" providerId="ADAL" clId="{5B6F2BE7-3D84-4B5E-9065-D7CB14B9FA4B}" dt="2023-05-04T09:24:06.271" v="188" actId="14100"/>
            <ac:spMkLst>
              <pc:docMk/>
              <pc:sldMasterMk cId="0" sldId="2147483648"/>
              <pc:sldLayoutMk cId="53865494" sldId="2147483686"/>
              <ac:spMk id="9" creationId="{90AFCEF9-0FFB-4670-A771-DA310A1C55BF}"/>
            </ac:spMkLst>
          </pc:spChg>
        </pc:sldLayoutChg>
        <pc:sldLayoutChg chg="delSp modSp mod">
          <pc:chgData name="Khang Nguyễn Tấn Trần Minh" userId="c3808258-e92d-4bf9-b981-ea938a204001" providerId="ADAL" clId="{5B6F2BE7-3D84-4B5E-9065-D7CB14B9FA4B}" dt="2023-05-04T10:21:43.122" v="424" actId="6014"/>
          <pc:sldLayoutMkLst>
            <pc:docMk/>
            <pc:sldMasterMk cId="0" sldId="2147483648"/>
            <pc:sldLayoutMk cId="1809676352" sldId="2147483687"/>
          </pc:sldLayoutMkLst>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5" creationId="{00000000-0000-0000-0000-000000000000}"/>
            </ac:spMkLst>
          </pc:spChg>
          <pc:spChg chg="del">
            <ac:chgData name="Khang Nguyễn Tấn Trần Minh" userId="c3808258-e92d-4bf9-b981-ea938a204001" providerId="ADAL" clId="{5B6F2BE7-3D84-4B5E-9065-D7CB14B9FA4B}" dt="2023-05-04T09:14:51.273" v="138" actId="478"/>
            <ac:spMkLst>
              <pc:docMk/>
              <pc:sldMasterMk cId="0" sldId="2147483648"/>
              <pc:sldLayoutMk cId="1809676352" sldId="2147483687"/>
              <ac:spMk id="6" creationId="{00000000-0000-0000-0000-000000000000}"/>
            </ac:spMkLst>
          </pc:spChg>
          <pc:spChg chg="mod">
            <ac:chgData name="Khang Nguyễn Tấn Trần Minh" userId="c3808258-e92d-4bf9-b981-ea938a204001" providerId="ADAL" clId="{5B6F2BE7-3D84-4B5E-9065-D7CB14B9FA4B}" dt="2023-05-04T09:18:20.900" v="162" actId="20577"/>
            <ac:spMkLst>
              <pc:docMk/>
              <pc:sldMasterMk cId="0" sldId="2147483648"/>
              <pc:sldLayoutMk cId="1809676352" sldId="2147483687"/>
              <ac:spMk id="26" creationId="{C22FA758-800C-4200-9C64-1F16B8C51CA7}"/>
            </ac:spMkLst>
          </pc:spChg>
        </pc:sldLayoutChg>
        <pc:sldLayoutChg chg="delSp modSp mod">
          <pc:chgData name="Khang Nguyễn Tấn Trần Minh" userId="c3808258-e92d-4bf9-b981-ea938a204001" providerId="ADAL" clId="{5B6F2BE7-3D84-4B5E-9065-D7CB14B9FA4B}" dt="2023-05-04T10:21:29.863" v="422" actId="6014"/>
          <pc:sldLayoutMkLst>
            <pc:docMk/>
            <pc:sldMasterMk cId="0" sldId="2147483648"/>
            <pc:sldLayoutMk cId="2306970055" sldId="2147483688"/>
          </pc:sldLayoutMkLst>
          <pc:spChg chg="mod">
            <ac:chgData name="Khang Nguyễn Tấn Trần Minh" userId="c3808258-e92d-4bf9-b981-ea938a204001" providerId="ADAL" clId="{5B6F2BE7-3D84-4B5E-9065-D7CB14B9FA4B}" dt="2023-05-04T09:14:25.914" v="134" actId="6549"/>
            <ac:spMkLst>
              <pc:docMk/>
              <pc:sldMasterMk cId="0" sldId="2147483648"/>
              <pc:sldLayoutMk cId="2306970055" sldId="2147483688"/>
              <ac:spMk id="3"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5" creationId="{00000000-0000-0000-0000-000000000000}"/>
            </ac:spMkLst>
          </pc:spChg>
          <pc:spChg chg="del">
            <ac:chgData name="Khang Nguyễn Tấn Trần Minh" userId="c3808258-e92d-4bf9-b981-ea938a204001" providerId="ADAL" clId="{5B6F2BE7-3D84-4B5E-9065-D7CB14B9FA4B}" dt="2023-05-04T09:14:46.606" v="137" actId="478"/>
            <ac:spMkLst>
              <pc:docMk/>
              <pc:sldMasterMk cId="0" sldId="2147483648"/>
              <pc:sldLayoutMk cId="2306970055" sldId="2147483688"/>
              <ac:spMk id="6" creationId="{00000000-0000-0000-0000-000000000000}"/>
            </ac:spMkLst>
          </pc:spChg>
          <pc:spChg chg="mod">
            <ac:chgData name="Khang Nguyễn Tấn Trần Minh" userId="c3808258-e92d-4bf9-b981-ea938a204001" providerId="ADAL" clId="{5B6F2BE7-3D84-4B5E-9065-D7CB14B9FA4B}" dt="2023-05-04T09:14:21.272" v="133" actId="6549"/>
            <ac:spMkLst>
              <pc:docMk/>
              <pc:sldMasterMk cId="0" sldId="2147483648"/>
              <pc:sldLayoutMk cId="2306970055" sldId="2147483688"/>
              <ac:spMk id="7" creationId="{1E586163-080C-4D92-9FF5-83B9A124C31B}"/>
            </ac:spMkLst>
          </pc:spChg>
          <pc:spChg chg="mod">
            <ac:chgData name="Khang Nguyễn Tấn Trần Minh" userId="c3808258-e92d-4bf9-b981-ea938a204001" providerId="ADAL" clId="{5B6F2BE7-3D84-4B5E-9065-D7CB14B9FA4B}" dt="2023-05-04T09:14:29.242" v="135" actId="6549"/>
            <ac:spMkLst>
              <pc:docMk/>
              <pc:sldMasterMk cId="0" sldId="2147483648"/>
              <pc:sldLayoutMk cId="2306970055" sldId="2147483688"/>
              <ac:spMk id="8" creationId="{60879BDB-29CC-404E-9DCA-E89C7B9070DD}"/>
            </ac:spMkLst>
          </pc:spChg>
          <pc:spChg chg="mod">
            <ac:chgData name="Khang Nguyễn Tấn Trần Minh" userId="c3808258-e92d-4bf9-b981-ea938a204001" providerId="ADAL" clId="{5B6F2BE7-3D84-4B5E-9065-D7CB14B9FA4B}" dt="2023-05-04T09:14:32.967" v="136" actId="6549"/>
            <ac:spMkLst>
              <pc:docMk/>
              <pc:sldMasterMk cId="0" sldId="2147483648"/>
              <pc:sldLayoutMk cId="2306970055" sldId="2147483688"/>
              <ac:spMk id="9" creationId="{2494B703-5983-4A4F-B197-D2C64EAA9F6A}"/>
            </ac:spMkLst>
          </pc:spChg>
        </pc:sldLayoutChg>
        <pc:sldLayoutChg chg="modSp del mod">
          <pc:chgData name="Khang Nguyễn Tấn Trần Minh" userId="c3808258-e92d-4bf9-b981-ea938a204001" providerId="ADAL" clId="{5B6F2BE7-3D84-4B5E-9065-D7CB14B9FA4B}" dt="2023-05-04T08:58:42.968" v="8" actId="2696"/>
          <pc:sldLayoutMkLst>
            <pc:docMk/>
            <pc:sldMasterMk cId="0" sldId="2147483648"/>
            <pc:sldLayoutMk cId="2322547086" sldId="2147483689"/>
          </pc:sldLayoutMkLst>
          <pc:spChg chg="mod">
            <ac:chgData name="Khang Nguyễn Tấn Trần Minh" userId="c3808258-e92d-4bf9-b981-ea938a204001" providerId="ADAL" clId="{5B6F2BE7-3D84-4B5E-9065-D7CB14B9FA4B}" dt="2023-05-04T08:58:11.239" v="7" actId="6549"/>
            <ac:spMkLst>
              <pc:docMk/>
              <pc:sldMasterMk cId="0" sldId="2147483648"/>
              <pc:sldLayoutMk cId="2322547086" sldId="2147483689"/>
              <ac:spMk id="3" creationId="{00000000-0000-0000-0000-000000000000}"/>
            </ac:spMkLst>
          </pc:spChg>
        </pc:sldLayoutChg>
        <pc:sldLayoutChg chg="del">
          <pc:chgData name="Khang Nguyễn Tấn Trần Minh" userId="c3808258-e92d-4bf9-b981-ea938a204001" providerId="ADAL" clId="{5B6F2BE7-3D84-4B5E-9065-D7CB14B9FA4B}" dt="2023-05-04T08:57:47.804" v="5" actId="2696"/>
          <pc:sldLayoutMkLst>
            <pc:docMk/>
            <pc:sldMasterMk cId="0" sldId="2147483648"/>
            <pc:sldLayoutMk cId="1526738733" sldId="2147483690"/>
          </pc:sldLayoutMkLst>
        </pc:sldLayoutChg>
        <pc:sldLayoutChg chg="delSp modSp mod">
          <pc:chgData name="Khang Nguyễn Tấn Trần Minh" userId="c3808258-e92d-4bf9-b981-ea938a204001" providerId="ADAL" clId="{5B6F2BE7-3D84-4B5E-9065-D7CB14B9FA4B}" dt="2023-05-04T10:06:30.369" v="334" actId="6014"/>
          <pc:sldLayoutMkLst>
            <pc:docMk/>
            <pc:sldMasterMk cId="0" sldId="2147483648"/>
            <pc:sldLayoutMk cId="1807831205" sldId="2147483691"/>
          </pc:sldLayoutMkLst>
          <pc:spChg chg="mod">
            <ac:chgData name="Khang Nguyễn Tấn Trần Minh" userId="c3808258-e92d-4bf9-b981-ea938a204001" providerId="ADAL" clId="{5B6F2BE7-3D84-4B5E-9065-D7CB14B9FA4B}" dt="2023-05-04T08:57:14.948" v="2" actId="2711"/>
            <ac:spMkLst>
              <pc:docMk/>
              <pc:sldMasterMk cId="0" sldId="2147483648"/>
              <pc:sldLayoutMk cId="1807831205" sldId="2147483691"/>
              <ac:spMk id="3"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4" creationId="{00000000-0000-0000-0000-000000000000}"/>
            </ac:spMkLst>
          </pc:spChg>
          <pc:spChg chg="del">
            <ac:chgData name="Khang Nguyễn Tấn Trần Minh" userId="c3808258-e92d-4bf9-b981-ea938a204001" providerId="ADAL" clId="{5B6F2BE7-3D84-4B5E-9065-D7CB14B9FA4B}" dt="2023-05-04T09:12:09.044" v="113" actId="478"/>
            <ac:spMkLst>
              <pc:docMk/>
              <pc:sldMasterMk cId="0" sldId="2147483648"/>
              <pc:sldLayoutMk cId="1807831205" sldId="2147483691"/>
              <ac:spMk id="5" creationId="{00000000-0000-0000-0000-000000000000}"/>
            </ac:spMkLst>
          </pc:spChg>
        </pc:sldLayoutChg>
        <pc:sldLayoutChg chg="del">
          <pc:chgData name="Khang Nguyễn Tấn Trần Minh" userId="c3808258-e92d-4bf9-b981-ea938a204001" providerId="ADAL" clId="{5B6F2BE7-3D84-4B5E-9065-D7CB14B9FA4B}" dt="2023-05-04T08:57:31.651" v="3" actId="2696"/>
          <pc:sldLayoutMkLst>
            <pc:docMk/>
            <pc:sldMasterMk cId="0" sldId="2147483648"/>
            <pc:sldLayoutMk cId="433136112" sldId="2147483692"/>
          </pc:sldLayoutMkLst>
        </pc:sldLayoutChg>
        <pc:sldLayoutChg chg="delSp del mod">
          <pc:chgData name="Khang Nguyễn Tấn Trần Minh" userId="c3808258-e92d-4bf9-b981-ea938a204001" providerId="ADAL" clId="{5B6F2BE7-3D84-4B5E-9065-D7CB14B9FA4B}" dt="2023-05-04T09:31:05.890" v="241" actId="47"/>
          <pc:sldLayoutMkLst>
            <pc:docMk/>
            <pc:sldMasterMk cId="0" sldId="2147483648"/>
            <pc:sldLayoutMk cId="2786200197" sldId="2147483693"/>
          </pc:sldLayoutMkLst>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4" creationId="{00000000-0000-0000-0000-000000000000}"/>
            </ac:spMkLst>
          </pc:spChg>
          <pc:spChg chg="del">
            <ac:chgData name="Khang Nguyễn Tấn Trần Minh" userId="c3808258-e92d-4bf9-b981-ea938a204001" providerId="ADAL" clId="{5B6F2BE7-3D84-4B5E-9065-D7CB14B9FA4B}" dt="2023-05-04T09:17:03.182" v="160" actId="478"/>
            <ac:spMkLst>
              <pc:docMk/>
              <pc:sldMasterMk cId="0" sldId="2147483648"/>
              <pc:sldLayoutMk cId="2786200197" sldId="2147483693"/>
              <ac:spMk id="5" creationId="{00000000-0000-0000-0000-000000000000}"/>
            </ac:spMkLst>
          </pc:spChg>
        </pc:sldLayoutChg>
        <pc:sldLayoutChg chg="delSp modSp mod ord">
          <pc:chgData name="Khang Nguyễn Tấn Trần Minh" userId="c3808258-e92d-4bf9-b981-ea938a204001" providerId="ADAL" clId="{5B6F2BE7-3D84-4B5E-9065-D7CB14B9FA4B}" dt="2023-05-04T10:21:18.273" v="421" actId="6014"/>
          <pc:sldLayoutMkLst>
            <pc:docMk/>
            <pc:sldMasterMk cId="0" sldId="2147483648"/>
            <pc:sldLayoutMk cId="3501676564" sldId="2147483694"/>
          </pc:sldLayoutMkLst>
          <pc:spChg chg="mod">
            <ac:chgData name="Khang Nguyễn Tấn Trần Minh" userId="c3808258-e92d-4bf9-b981-ea938a204001" providerId="ADAL" clId="{5B6F2BE7-3D84-4B5E-9065-D7CB14B9FA4B}" dt="2023-05-04T09:13:12.398" v="124" actId="6549"/>
            <ac:spMkLst>
              <pc:docMk/>
              <pc:sldMasterMk cId="0" sldId="2147483648"/>
              <pc:sldLayoutMk cId="3501676564" sldId="2147483694"/>
              <ac:spMk id="3"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5" creationId="{00000000-0000-0000-0000-000000000000}"/>
            </ac:spMkLst>
          </pc:spChg>
          <pc:spChg chg="del">
            <ac:chgData name="Khang Nguyễn Tấn Trần Minh" userId="c3808258-e92d-4bf9-b981-ea938a204001" providerId="ADAL" clId="{5B6F2BE7-3D84-4B5E-9065-D7CB14B9FA4B}" dt="2023-05-04T09:13:06.753" v="123" actId="478"/>
            <ac:spMkLst>
              <pc:docMk/>
              <pc:sldMasterMk cId="0" sldId="2147483648"/>
              <pc:sldLayoutMk cId="3501676564" sldId="2147483694"/>
              <ac:spMk id="6" creationId="{00000000-0000-0000-0000-000000000000}"/>
            </ac:spMkLst>
          </pc:spChg>
          <pc:spChg chg="mod">
            <ac:chgData name="Khang Nguyễn Tấn Trần Minh" userId="c3808258-e92d-4bf9-b981-ea938a204001" providerId="ADAL" clId="{5B6F2BE7-3D84-4B5E-9065-D7CB14B9FA4B}" dt="2023-05-04T09:13:20.849" v="126" actId="6549"/>
            <ac:spMkLst>
              <pc:docMk/>
              <pc:sldMasterMk cId="0" sldId="2147483648"/>
              <pc:sldLayoutMk cId="3501676564" sldId="2147483694"/>
              <ac:spMk id="7" creationId="{D4EA549A-C581-4C37-B257-ACE55CAD4DF6}"/>
            </ac:spMkLst>
          </pc:spChg>
          <pc:spChg chg="mod">
            <ac:chgData name="Khang Nguyễn Tấn Trần Minh" userId="c3808258-e92d-4bf9-b981-ea938a204001" providerId="ADAL" clId="{5B6F2BE7-3D84-4B5E-9065-D7CB14B9FA4B}" dt="2023-05-04T09:13:16.288" v="125" actId="6549"/>
            <ac:spMkLst>
              <pc:docMk/>
              <pc:sldMasterMk cId="0" sldId="2147483648"/>
              <pc:sldLayoutMk cId="3501676564" sldId="2147483694"/>
              <ac:spMk id="9" creationId="{00016720-4FC2-4205-9886-7838EB044331}"/>
            </ac:spMkLst>
          </pc:spChg>
          <pc:spChg chg="mod">
            <ac:chgData name="Khang Nguyễn Tấn Trần Minh" userId="c3808258-e92d-4bf9-b981-ea938a204001" providerId="ADAL" clId="{5B6F2BE7-3D84-4B5E-9065-D7CB14B9FA4B}" dt="2023-05-04T09:13:25.123" v="127" actId="6549"/>
            <ac:spMkLst>
              <pc:docMk/>
              <pc:sldMasterMk cId="0" sldId="2147483648"/>
              <pc:sldLayoutMk cId="3501676564" sldId="2147483694"/>
              <ac:spMk id="10" creationId="{CE828636-495F-44E0-8340-BCE2B3F47166}"/>
            </ac:spMkLst>
          </pc:spChg>
        </pc:sldLayoutChg>
        <pc:sldLayoutChg chg="del">
          <pc:chgData name="Khang Nguyễn Tấn Trần Minh" userId="c3808258-e92d-4bf9-b981-ea938a204001" providerId="ADAL" clId="{5B6F2BE7-3D84-4B5E-9065-D7CB14B9FA4B}" dt="2023-05-04T09:02:55.679" v="32" actId="2696"/>
          <pc:sldLayoutMkLst>
            <pc:docMk/>
            <pc:sldMasterMk cId="0" sldId="2147483648"/>
            <pc:sldLayoutMk cId="2288862341" sldId="2147483695"/>
          </pc:sldLayoutMkLst>
        </pc:sldLayoutChg>
        <pc:sldLayoutChg chg="del">
          <pc:chgData name="Khang Nguyễn Tấn Trần Minh" userId="c3808258-e92d-4bf9-b981-ea938a204001" providerId="ADAL" clId="{5B6F2BE7-3D84-4B5E-9065-D7CB14B9FA4B}" dt="2023-05-04T09:02:55.743" v="33" actId="2696"/>
          <pc:sldLayoutMkLst>
            <pc:docMk/>
            <pc:sldMasterMk cId="0" sldId="2147483648"/>
            <pc:sldLayoutMk cId="1606610236" sldId="2147483696"/>
          </pc:sldLayoutMkLst>
        </pc:sldLayoutChg>
        <pc:sldLayoutChg chg="del">
          <pc:chgData name="Khang Nguyễn Tấn Trần Minh" userId="c3808258-e92d-4bf9-b981-ea938a204001" providerId="ADAL" clId="{5B6F2BE7-3D84-4B5E-9065-D7CB14B9FA4B}" dt="2023-05-04T09:02:55.553" v="29" actId="2696"/>
          <pc:sldLayoutMkLst>
            <pc:docMk/>
            <pc:sldMasterMk cId="0" sldId="2147483648"/>
            <pc:sldLayoutMk cId="3862741479" sldId="2147483697"/>
          </pc:sldLayoutMkLst>
        </pc:sldLayoutChg>
        <pc:sldLayoutChg chg="del">
          <pc:chgData name="Khang Nguyễn Tấn Trần Minh" userId="c3808258-e92d-4bf9-b981-ea938a204001" providerId="ADAL" clId="{5B6F2BE7-3D84-4B5E-9065-D7CB14B9FA4B}" dt="2023-05-04T09:02:55.586" v="30" actId="2696"/>
          <pc:sldLayoutMkLst>
            <pc:docMk/>
            <pc:sldMasterMk cId="0" sldId="2147483648"/>
            <pc:sldLayoutMk cId="2638193349" sldId="2147483698"/>
          </pc:sldLayoutMkLst>
        </pc:sldLayoutChg>
        <pc:sldLayoutChg chg="delSp modSp mod">
          <pc:chgData name="Khang Nguyễn Tấn Trần Minh" userId="c3808258-e92d-4bf9-b981-ea938a204001" providerId="ADAL" clId="{5B6F2BE7-3D84-4B5E-9065-D7CB14B9FA4B}" dt="2023-05-04T10:16:00.492" v="388" actId="6014"/>
          <pc:sldLayoutMkLst>
            <pc:docMk/>
            <pc:sldMasterMk cId="0" sldId="2147483648"/>
            <pc:sldLayoutMk cId="270909198" sldId="2147483699"/>
          </pc:sldLayoutMkLst>
          <pc:spChg chg="mod">
            <ac:chgData name="Khang Nguyễn Tấn Trần Minh" userId="c3808258-e92d-4bf9-b981-ea938a204001" providerId="ADAL" clId="{5B6F2BE7-3D84-4B5E-9065-D7CB14B9FA4B}" dt="2023-05-04T08:57:42.421" v="4" actId="207"/>
            <ac:spMkLst>
              <pc:docMk/>
              <pc:sldMasterMk cId="0" sldId="2147483648"/>
              <pc:sldLayoutMk cId="270909198" sldId="2147483699"/>
              <ac:spMk id="3"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4" creationId="{00000000-0000-0000-0000-000000000000}"/>
            </ac:spMkLst>
          </pc:spChg>
          <pc:spChg chg="del">
            <ac:chgData name="Khang Nguyễn Tấn Trần Minh" userId="c3808258-e92d-4bf9-b981-ea938a204001" providerId="ADAL" clId="{5B6F2BE7-3D84-4B5E-9065-D7CB14B9FA4B}" dt="2023-05-04T09:12:13.185" v="114" actId="478"/>
            <ac:spMkLst>
              <pc:docMk/>
              <pc:sldMasterMk cId="0" sldId="2147483648"/>
              <pc:sldLayoutMk cId="270909198" sldId="2147483699"/>
              <ac:spMk id="5" creationId="{00000000-0000-0000-0000-000000000000}"/>
            </ac:spMkLst>
          </pc:spChg>
        </pc:sldLayoutChg>
        <pc:sldLayoutChg chg="delSp modSp mod">
          <pc:chgData name="Khang Nguyễn Tấn Trần Minh" userId="c3808258-e92d-4bf9-b981-ea938a204001" providerId="ADAL" clId="{5B6F2BE7-3D84-4B5E-9065-D7CB14B9FA4B}" dt="2023-05-04T10:18:02.693" v="400" actId="6014"/>
          <pc:sldLayoutMkLst>
            <pc:docMk/>
            <pc:sldMasterMk cId="0" sldId="2147483648"/>
            <pc:sldLayoutMk cId="3077042037" sldId="2147483700"/>
          </pc:sldLayoutMkLst>
          <pc:spChg chg="mod">
            <ac:chgData name="Khang Nguyễn Tấn Trần Minh" userId="c3808258-e92d-4bf9-b981-ea938a204001" providerId="ADAL" clId="{5B6F2BE7-3D84-4B5E-9065-D7CB14B9FA4B}" dt="2023-05-04T09:01:49.180" v="25" actId="14100"/>
            <ac:spMkLst>
              <pc:docMk/>
              <pc:sldMasterMk cId="0" sldId="2147483648"/>
              <pc:sldLayoutMk cId="3077042037" sldId="2147483700"/>
              <ac:spMk id="3"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4" creationId="{00000000-0000-0000-0000-000000000000}"/>
            </ac:spMkLst>
          </pc:spChg>
          <pc:spChg chg="del">
            <ac:chgData name="Khang Nguyễn Tấn Trần Minh" userId="c3808258-e92d-4bf9-b981-ea938a204001" providerId="ADAL" clId="{5B6F2BE7-3D84-4B5E-9065-D7CB14B9FA4B}" dt="2023-05-04T09:12:31.911" v="118" actId="478"/>
            <ac:spMkLst>
              <pc:docMk/>
              <pc:sldMasterMk cId="0" sldId="2147483648"/>
              <pc:sldLayoutMk cId="3077042037" sldId="2147483700"/>
              <ac:spMk id="5" creationId="{00000000-0000-0000-0000-000000000000}"/>
            </ac:spMkLst>
          </pc:spChg>
        </pc:sldLayoutChg>
        <pc:sldLayoutChg chg="delSp modSp mod">
          <pc:chgData name="Khang Nguyễn Tấn Trần Minh" userId="c3808258-e92d-4bf9-b981-ea938a204001" providerId="ADAL" clId="{5B6F2BE7-3D84-4B5E-9065-D7CB14B9FA4B}" dt="2023-05-04T10:19:46.579" v="410" actId="6014"/>
          <pc:sldLayoutMkLst>
            <pc:docMk/>
            <pc:sldMasterMk cId="0" sldId="2147483648"/>
            <pc:sldLayoutMk cId="2708040965" sldId="2147483701"/>
          </pc:sldLayoutMkLst>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3"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5" creationId="{00000000-0000-0000-0000-000000000000}"/>
            </ac:spMkLst>
          </pc:spChg>
          <pc:spChg chg="del">
            <ac:chgData name="Khang Nguyễn Tấn Trần Minh" userId="c3808258-e92d-4bf9-b981-ea938a204001" providerId="ADAL" clId="{5B6F2BE7-3D84-4B5E-9065-D7CB14B9FA4B}" dt="2023-05-04T09:12:51.467" v="120" actId="478"/>
            <ac:spMkLst>
              <pc:docMk/>
              <pc:sldMasterMk cId="0" sldId="2147483648"/>
              <pc:sldLayoutMk cId="2708040965" sldId="2147483701"/>
              <ac:spMk id="6" creationId="{00000000-0000-0000-0000-000000000000}"/>
            </ac:spMkLst>
          </pc:spChg>
          <pc:spChg chg="mod">
            <ac:chgData name="Khang Nguyễn Tấn Trần Minh" userId="c3808258-e92d-4bf9-b981-ea938a204001" providerId="ADAL" clId="{5B6F2BE7-3D84-4B5E-9065-D7CB14B9FA4B}" dt="2023-05-04T10:12:57.350" v="363" actId="14100"/>
            <ac:spMkLst>
              <pc:docMk/>
              <pc:sldMasterMk cId="0" sldId="2147483648"/>
              <pc:sldLayoutMk cId="2708040965" sldId="2147483701"/>
              <ac:spMk id="8" creationId="{96160E72-CB3B-4B35-B991-A52F0E9D9B5B}"/>
            </ac:spMkLst>
          </pc:spChg>
        </pc:sldLayoutChg>
        <pc:sldLayoutChg chg="delSp modSp mod">
          <pc:chgData name="Khang Nguyễn Tấn Trần Minh" userId="c3808258-e92d-4bf9-b981-ea938a204001" providerId="ADAL" clId="{5B6F2BE7-3D84-4B5E-9065-D7CB14B9FA4B}" dt="2023-05-04T10:22:04.838" v="425" actId="6014"/>
          <pc:sldLayoutMkLst>
            <pc:docMk/>
            <pc:sldMasterMk cId="0" sldId="2147483648"/>
            <pc:sldLayoutMk cId="1875669295" sldId="2147483702"/>
          </pc:sldLayoutMkLst>
          <pc:spChg chg="mod">
            <ac:chgData name="Khang Nguyễn Tấn Trần Minh" userId="c3808258-e92d-4bf9-b981-ea938a204001" providerId="ADAL" clId="{5B6F2BE7-3D84-4B5E-9065-D7CB14B9FA4B}" dt="2023-05-04T09:25:14.022" v="192" actId="6549"/>
            <ac:spMkLst>
              <pc:docMk/>
              <pc:sldMasterMk cId="0" sldId="2147483648"/>
              <pc:sldLayoutMk cId="1875669295" sldId="2147483702"/>
              <ac:spMk id="4"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5" creationId="{00000000-0000-0000-0000-000000000000}"/>
            </ac:spMkLst>
          </pc:spChg>
          <pc:spChg chg="del">
            <ac:chgData name="Khang Nguyễn Tấn Trần Minh" userId="c3808258-e92d-4bf9-b981-ea938a204001" providerId="ADAL" clId="{5B6F2BE7-3D84-4B5E-9065-D7CB14B9FA4B}" dt="2023-05-04T09:16:38.816" v="156" actId="478"/>
            <ac:spMkLst>
              <pc:docMk/>
              <pc:sldMasterMk cId="0" sldId="2147483648"/>
              <pc:sldLayoutMk cId="1875669295" sldId="2147483702"/>
              <ac:spMk id="6" creationId="{00000000-0000-0000-0000-000000000000}"/>
            </ac:spMkLst>
          </pc:spChg>
          <pc:spChg chg="mod">
            <ac:chgData name="Khang Nguyễn Tấn Trần Minh" userId="c3808258-e92d-4bf9-b981-ea938a204001" providerId="ADAL" clId="{5B6F2BE7-3D84-4B5E-9065-D7CB14B9FA4B}" dt="2023-05-04T09:26:35.820" v="201" actId="14100"/>
            <ac:spMkLst>
              <pc:docMk/>
              <pc:sldMasterMk cId="0" sldId="2147483648"/>
              <pc:sldLayoutMk cId="1875669295" sldId="2147483702"/>
              <ac:spMk id="8" creationId="{B49A9FAE-4758-4C46-8541-F381798C5CD5}"/>
            </ac:spMkLst>
          </pc:spChg>
        </pc:sldLayoutChg>
        <pc:sldLayoutChg chg="delSp modSp mod">
          <pc:chgData name="Khang Nguyễn Tấn Trần Minh" userId="c3808258-e92d-4bf9-b981-ea938a204001" providerId="ADAL" clId="{5B6F2BE7-3D84-4B5E-9065-D7CB14B9FA4B}" dt="2023-05-04T10:22:10.162" v="426" actId="6014"/>
          <pc:sldLayoutMkLst>
            <pc:docMk/>
            <pc:sldMasterMk cId="0" sldId="2147483648"/>
            <pc:sldLayoutMk cId="2150584009" sldId="2147483703"/>
          </pc:sldLayoutMkLst>
          <pc:spChg chg="mod">
            <ac:chgData name="Khang Nguyễn Tấn Trần Minh" userId="c3808258-e92d-4bf9-b981-ea938a204001" providerId="ADAL" clId="{5B6F2BE7-3D84-4B5E-9065-D7CB14B9FA4B}" dt="2023-05-04T09:25:30.917" v="193" actId="6549"/>
            <ac:spMkLst>
              <pc:docMk/>
              <pc:sldMasterMk cId="0" sldId="2147483648"/>
              <pc:sldLayoutMk cId="2150584009" sldId="2147483703"/>
              <ac:spMk id="4"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5" creationId="{00000000-0000-0000-0000-000000000000}"/>
            </ac:spMkLst>
          </pc:spChg>
          <pc:spChg chg="del">
            <ac:chgData name="Khang Nguyễn Tấn Trần Minh" userId="c3808258-e92d-4bf9-b981-ea938a204001" providerId="ADAL" clId="{5B6F2BE7-3D84-4B5E-9065-D7CB14B9FA4B}" dt="2023-05-04T09:16:43.185" v="157" actId="478"/>
            <ac:spMkLst>
              <pc:docMk/>
              <pc:sldMasterMk cId="0" sldId="2147483648"/>
              <pc:sldLayoutMk cId="2150584009" sldId="2147483703"/>
              <ac:spMk id="6" creationId="{00000000-0000-0000-0000-000000000000}"/>
            </ac:spMkLst>
          </pc:spChg>
          <pc:spChg chg="mod">
            <ac:chgData name="Khang Nguyễn Tấn Trần Minh" userId="c3808258-e92d-4bf9-b981-ea938a204001" providerId="ADAL" clId="{5B6F2BE7-3D84-4B5E-9065-D7CB14B9FA4B}" dt="2023-05-04T09:25:36.238" v="194" actId="6549"/>
            <ac:spMkLst>
              <pc:docMk/>
              <pc:sldMasterMk cId="0" sldId="2147483648"/>
              <pc:sldLayoutMk cId="2150584009" sldId="2147483703"/>
              <ac:spMk id="7" creationId="{41B544BE-4259-4202-9EEF-29A5F771B6E3}"/>
            </ac:spMkLst>
          </pc:spChg>
          <pc:spChg chg="mod">
            <ac:chgData name="Khang Nguyễn Tấn Trần Minh" userId="c3808258-e92d-4bf9-b981-ea938a204001" providerId="ADAL" clId="{5B6F2BE7-3D84-4B5E-9065-D7CB14B9FA4B}" dt="2023-05-04T09:26:41.778" v="202" actId="14100"/>
            <ac:spMkLst>
              <pc:docMk/>
              <pc:sldMasterMk cId="0" sldId="2147483648"/>
              <pc:sldLayoutMk cId="2150584009" sldId="2147483703"/>
              <ac:spMk id="8" creationId="{B49A9FAE-4758-4C46-8541-F381798C5CD5}"/>
            </ac:spMkLst>
          </pc:spChg>
        </pc:sldLayoutChg>
        <pc:sldLayoutChg chg="delSp modSp mod">
          <pc:chgData name="Khang Nguyễn Tấn Trần Minh" userId="c3808258-e92d-4bf9-b981-ea938a204001" providerId="ADAL" clId="{5B6F2BE7-3D84-4B5E-9065-D7CB14B9FA4B}" dt="2023-05-04T10:22:15.127" v="427" actId="6014"/>
          <pc:sldLayoutMkLst>
            <pc:docMk/>
            <pc:sldMasterMk cId="0" sldId="2147483648"/>
            <pc:sldLayoutMk cId="1469903849" sldId="2147483704"/>
          </pc:sldLayoutMkLst>
          <pc:spChg chg="mod">
            <ac:chgData name="Khang Nguyễn Tấn Trần Minh" userId="c3808258-e92d-4bf9-b981-ea938a204001" providerId="ADAL" clId="{5B6F2BE7-3D84-4B5E-9065-D7CB14B9FA4B}" dt="2023-05-04T09:26:14.825" v="199" actId="6549"/>
            <ac:spMkLst>
              <pc:docMk/>
              <pc:sldMasterMk cId="0" sldId="2147483648"/>
              <pc:sldLayoutMk cId="1469903849" sldId="2147483704"/>
              <ac:spMk id="4"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5" creationId="{00000000-0000-0000-0000-000000000000}"/>
            </ac:spMkLst>
          </pc:spChg>
          <pc:spChg chg="del">
            <ac:chgData name="Khang Nguyễn Tấn Trần Minh" userId="c3808258-e92d-4bf9-b981-ea938a204001" providerId="ADAL" clId="{5B6F2BE7-3D84-4B5E-9065-D7CB14B9FA4B}" dt="2023-05-04T09:16:47.096" v="158" actId="478"/>
            <ac:spMkLst>
              <pc:docMk/>
              <pc:sldMasterMk cId="0" sldId="2147483648"/>
              <pc:sldLayoutMk cId="1469903849" sldId="2147483704"/>
              <ac:spMk id="6" creationId="{00000000-0000-0000-0000-000000000000}"/>
            </ac:spMkLst>
          </pc:spChg>
        </pc:sldLayoutChg>
        <pc:sldLayoutChg chg="delSp modSp mod">
          <pc:chgData name="Khang Nguyễn Tấn Trần Minh" userId="c3808258-e92d-4bf9-b981-ea938a204001" providerId="ADAL" clId="{5B6F2BE7-3D84-4B5E-9065-D7CB14B9FA4B}" dt="2023-05-04T10:22:20.387" v="428" actId="6014"/>
          <pc:sldLayoutMkLst>
            <pc:docMk/>
            <pc:sldMasterMk cId="0" sldId="2147483648"/>
            <pc:sldLayoutMk cId="3303610944" sldId="2147483705"/>
          </pc:sldLayoutMkLst>
          <pc:spChg chg="mod">
            <ac:chgData name="Khang Nguyễn Tấn Trần Minh" userId="c3808258-e92d-4bf9-b981-ea938a204001" providerId="ADAL" clId="{5B6F2BE7-3D84-4B5E-9065-D7CB14B9FA4B}" dt="2023-05-04T09:26:18.854" v="200" actId="6549"/>
            <ac:spMkLst>
              <pc:docMk/>
              <pc:sldMasterMk cId="0" sldId="2147483648"/>
              <pc:sldLayoutMk cId="3303610944" sldId="2147483705"/>
              <ac:spMk id="4"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5" creationId="{00000000-0000-0000-0000-000000000000}"/>
            </ac:spMkLst>
          </pc:spChg>
          <pc:spChg chg="del">
            <ac:chgData name="Khang Nguyễn Tấn Trần Minh" userId="c3808258-e92d-4bf9-b981-ea938a204001" providerId="ADAL" clId="{5B6F2BE7-3D84-4B5E-9065-D7CB14B9FA4B}" dt="2023-05-04T09:16:54.561" v="159" actId="478"/>
            <ac:spMkLst>
              <pc:docMk/>
              <pc:sldMasterMk cId="0" sldId="2147483648"/>
              <pc:sldLayoutMk cId="3303610944" sldId="2147483705"/>
              <ac:spMk id="6" creationId="{00000000-0000-0000-0000-000000000000}"/>
            </ac:spMkLst>
          </pc:spChg>
        </pc:sldLayoutChg>
        <pc:sldLayoutChg chg="delSp modSp mod">
          <pc:chgData name="Khang Nguyễn Tấn Trần Minh" userId="c3808258-e92d-4bf9-b981-ea938a204001" providerId="ADAL" clId="{5B6F2BE7-3D84-4B5E-9065-D7CB14B9FA4B}" dt="2023-05-04T10:17:18.872" v="394" actId="6014"/>
          <pc:sldLayoutMkLst>
            <pc:docMk/>
            <pc:sldMasterMk cId="0" sldId="2147483648"/>
            <pc:sldLayoutMk cId="3414253750" sldId="2147483706"/>
          </pc:sldLayoutMkLst>
          <pc:spChg chg="mod">
            <ac:chgData name="Khang Nguyễn Tấn Trần Minh" userId="c3808258-e92d-4bf9-b981-ea938a204001" providerId="ADAL" clId="{5B6F2BE7-3D84-4B5E-9065-D7CB14B9FA4B}" dt="2023-05-04T09:00:56.677" v="20" actId="14100"/>
            <ac:spMkLst>
              <pc:docMk/>
              <pc:sldMasterMk cId="0" sldId="2147483648"/>
              <pc:sldLayoutMk cId="3414253750" sldId="2147483706"/>
              <ac:spMk id="3" creationId="{00000000-0000-0000-0000-000000000000}"/>
            </ac:spMkLst>
          </pc:spChg>
          <pc:spChg chg="mod">
            <ac:chgData name="Khang Nguyễn Tấn Trần Minh" userId="c3808258-e92d-4bf9-b981-ea938a204001" providerId="ADAL" clId="{5B6F2BE7-3D84-4B5E-9065-D7CB14B9FA4B}" dt="2023-05-04T09:00:51.976" v="19" actId="14100"/>
            <ac:spMkLst>
              <pc:docMk/>
              <pc:sldMasterMk cId="0" sldId="2147483648"/>
              <pc:sldLayoutMk cId="3414253750" sldId="2147483706"/>
              <ac:spMk id="4"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5" creationId="{00000000-0000-0000-0000-000000000000}"/>
            </ac:spMkLst>
          </pc:spChg>
          <pc:spChg chg="del">
            <ac:chgData name="Khang Nguyễn Tấn Trần Minh" userId="c3808258-e92d-4bf9-b981-ea938a204001" providerId="ADAL" clId="{5B6F2BE7-3D84-4B5E-9065-D7CB14B9FA4B}" dt="2023-05-04T09:12:22.461" v="116" actId="478"/>
            <ac:spMkLst>
              <pc:docMk/>
              <pc:sldMasterMk cId="0" sldId="2147483648"/>
              <pc:sldLayoutMk cId="3414253750" sldId="2147483706"/>
              <ac:spMk id="6" creationId="{00000000-0000-0000-0000-000000000000}"/>
            </ac:spMkLst>
          </pc:spChg>
        </pc:sldLayoutChg>
        <pc:sldLayoutChg chg="delSp modSp mod">
          <pc:chgData name="Khang Nguyễn Tấn Trần Minh" userId="c3808258-e92d-4bf9-b981-ea938a204001" providerId="ADAL" clId="{5B6F2BE7-3D84-4B5E-9065-D7CB14B9FA4B}" dt="2023-05-04T10:18:14.407" v="402" actId="6014"/>
          <pc:sldLayoutMkLst>
            <pc:docMk/>
            <pc:sldMasterMk cId="0" sldId="2147483648"/>
            <pc:sldLayoutMk cId="2620237141" sldId="2147483707"/>
          </pc:sldLayoutMkLst>
          <pc:spChg chg="mod">
            <ac:chgData name="Khang Nguyễn Tấn Trần Minh" userId="c3808258-e92d-4bf9-b981-ea938a204001" providerId="ADAL" clId="{5B6F2BE7-3D84-4B5E-9065-D7CB14B9FA4B}" dt="2023-05-04T09:02:11.248" v="26" actId="14100"/>
            <ac:spMkLst>
              <pc:docMk/>
              <pc:sldMasterMk cId="0" sldId="2147483648"/>
              <pc:sldLayoutMk cId="2620237141" sldId="2147483707"/>
              <ac:spMk id="3"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4" creationId="{00000000-0000-0000-0000-000000000000}"/>
            </ac:spMkLst>
          </pc:spChg>
          <pc:spChg chg="del">
            <ac:chgData name="Khang Nguyễn Tấn Trần Minh" userId="c3808258-e92d-4bf9-b981-ea938a204001" providerId="ADAL" clId="{5B6F2BE7-3D84-4B5E-9065-D7CB14B9FA4B}" dt="2023-05-04T09:12:46.312" v="119" actId="478"/>
            <ac:spMkLst>
              <pc:docMk/>
              <pc:sldMasterMk cId="0" sldId="2147483648"/>
              <pc:sldLayoutMk cId="2620237141" sldId="2147483707"/>
              <ac:spMk id="5" creationId="{00000000-0000-0000-0000-000000000000}"/>
            </ac:spMkLst>
          </pc:spChg>
          <pc:spChg chg="mod">
            <ac:chgData name="Khang Nguyễn Tấn Trần Minh" userId="c3808258-e92d-4bf9-b981-ea938a204001" providerId="ADAL" clId="{5B6F2BE7-3D84-4B5E-9065-D7CB14B9FA4B}" dt="2023-05-04T09:09:05.364" v="105" actId="255"/>
            <ac:spMkLst>
              <pc:docMk/>
              <pc:sldMasterMk cId="0" sldId="2147483648"/>
              <pc:sldLayoutMk cId="2620237141" sldId="2147483707"/>
              <ac:spMk id="6" creationId="{72215DFE-C786-4C03-A1F8-74645480087D}"/>
            </ac:spMkLst>
          </pc:spChg>
        </pc:sldLayoutChg>
        <pc:sldLayoutChg chg="delSp modSp mod">
          <pc:chgData name="Khang Nguyễn Tấn Trần Minh" userId="c3808258-e92d-4bf9-b981-ea938a204001" providerId="ADAL" clId="{5B6F2BE7-3D84-4B5E-9065-D7CB14B9FA4B}" dt="2023-05-04T10:17:34.714" v="396" actId="6014"/>
          <pc:sldLayoutMkLst>
            <pc:docMk/>
            <pc:sldMasterMk cId="0" sldId="2147483648"/>
            <pc:sldLayoutMk cId="963645740" sldId="2147483708"/>
          </pc:sldLayoutMkLst>
          <pc:spChg chg="mod">
            <ac:chgData name="Khang Nguyễn Tấn Trần Minh" userId="c3808258-e92d-4bf9-b981-ea938a204001" providerId="ADAL" clId="{5B6F2BE7-3D84-4B5E-9065-D7CB14B9FA4B}" dt="2023-05-04T09:04:20.427" v="34" actId="14100"/>
            <ac:spMkLst>
              <pc:docMk/>
              <pc:sldMasterMk cId="0" sldId="2147483648"/>
              <pc:sldLayoutMk cId="963645740" sldId="2147483708"/>
              <ac:spMk id="3" creationId="{00000000-0000-0000-0000-000000000000}"/>
            </ac:spMkLst>
          </pc:spChg>
          <pc:spChg chg="mod">
            <ac:chgData name="Khang Nguyễn Tấn Trần Minh" userId="c3808258-e92d-4bf9-b981-ea938a204001" providerId="ADAL" clId="{5B6F2BE7-3D84-4B5E-9065-D7CB14B9FA4B}" dt="2023-05-04T09:05:05.181" v="73" actId="1076"/>
            <ac:spMkLst>
              <pc:docMk/>
              <pc:sldMasterMk cId="0" sldId="2147483648"/>
              <pc:sldLayoutMk cId="963645740" sldId="2147483708"/>
              <ac:spMk id="4"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5" creationId="{00000000-0000-0000-0000-000000000000}"/>
            </ac:spMkLst>
          </pc:spChg>
          <pc:spChg chg="del">
            <ac:chgData name="Khang Nguyễn Tấn Trần Minh" userId="c3808258-e92d-4bf9-b981-ea938a204001" providerId="ADAL" clId="{5B6F2BE7-3D84-4B5E-9065-D7CB14B9FA4B}" dt="2023-05-04T09:12:26.242" v="117" actId="478"/>
            <ac:spMkLst>
              <pc:docMk/>
              <pc:sldMasterMk cId="0" sldId="2147483648"/>
              <pc:sldLayoutMk cId="963645740" sldId="2147483708"/>
              <ac:spMk id="6" creationId="{00000000-0000-0000-0000-000000000000}"/>
            </ac:spMkLst>
          </pc:spChg>
        </pc:sldLayoutChg>
        <pc:sldLayoutChg chg="del">
          <pc:chgData name="Khang Nguyễn Tấn Trần Minh" userId="c3808258-e92d-4bf9-b981-ea938a204001" providerId="ADAL" clId="{5B6F2BE7-3D84-4B5E-9065-D7CB14B9FA4B}" dt="2023-05-04T09:07:52.787" v="100" actId="2696"/>
          <pc:sldLayoutMkLst>
            <pc:docMk/>
            <pc:sldMasterMk cId="0" sldId="2147483648"/>
            <pc:sldLayoutMk cId="2528506823" sldId="2147483709"/>
          </pc:sldLayoutMkLst>
        </pc:sldLayoutChg>
        <pc:sldLayoutChg chg="delSp modSp mod">
          <pc:chgData name="Khang Nguyễn Tấn Trần Minh" userId="c3808258-e92d-4bf9-b981-ea938a204001" providerId="ADAL" clId="{5B6F2BE7-3D84-4B5E-9065-D7CB14B9FA4B}" dt="2023-05-04T10:19:56.793" v="412" actId="6014"/>
          <pc:sldLayoutMkLst>
            <pc:docMk/>
            <pc:sldMasterMk cId="0" sldId="2147483648"/>
            <pc:sldLayoutMk cId="418613066" sldId="2147483710"/>
          </pc:sldLayoutMkLst>
          <pc:spChg chg="mod">
            <ac:chgData name="Khang Nguyễn Tấn Trần Minh" userId="c3808258-e92d-4bf9-b981-ea938a204001" providerId="ADAL" clId="{5B6F2BE7-3D84-4B5E-9065-D7CB14B9FA4B}" dt="2023-05-04T09:07:19.807" v="98" actId="14100"/>
            <ac:spMkLst>
              <pc:docMk/>
              <pc:sldMasterMk cId="0" sldId="2147483648"/>
              <pc:sldLayoutMk cId="418613066" sldId="2147483710"/>
              <ac:spMk id="3"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5" creationId="{00000000-0000-0000-0000-000000000000}"/>
            </ac:spMkLst>
          </pc:spChg>
          <pc:spChg chg="del">
            <ac:chgData name="Khang Nguyễn Tấn Trần Minh" userId="c3808258-e92d-4bf9-b981-ea938a204001" providerId="ADAL" clId="{5B6F2BE7-3D84-4B5E-9065-D7CB14B9FA4B}" dt="2023-05-04T09:12:55.940" v="121" actId="478"/>
            <ac:spMkLst>
              <pc:docMk/>
              <pc:sldMasterMk cId="0" sldId="2147483648"/>
              <pc:sldLayoutMk cId="418613066" sldId="2147483710"/>
              <ac:spMk id="6" creationId="{00000000-0000-0000-0000-000000000000}"/>
            </ac:spMkLst>
          </pc:spChg>
          <pc:spChg chg="mod">
            <ac:chgData name="Khang Nguyễn Tấn Trần Minh" userId="c3808258-e92d-4bf9-b981-ea938a204001" providerId="ADAL" clId="{5B6F2BE7-3D84-4B5E-9065-D7CB14B9FA4B}" dt="2023-05-04T09:10:02.427" v="107" actId="255"/>
            <ac:spMkLst>
              <pc:docMk/>
              <pc:sldMasterMk cId="0" sldId="2147483648"/>
              <pc:sldLayoutMk cId="418613066" sldId="2147483710"/>
              <ac:spMk id="8" creationId="{96160E72-CB3B-4B35-B991-A52F0E9D9B5B}"/>
            </ac:spMkLst>
          </pc:spChg>
        </pc:sldLayoutChg>
        <pc:sldLayoutChg chg="addSp delSp modSp mod">
          <pc:chgData name="Khang Nguyễn Tấn Trần Minh" userId="c3808258-e92d-4bf9-b981-ea938a204001" providerId="ADAL" clId="{5B6F2BE7-3D84-4B5E-9065-D7CB14B9FA4B}" dt="2023-05-04T10:20:18.436" v="415" actId="6014"/>
          <pc:sldLayoutMkLst>
            <pc:docMk/>
            <pc:sldMasterMk cId="0" sldId="2147483648"/>
            <pc:sldLayoutMk cId="788554045" sldId="2147483711"/>
          </pc:sldLayoutMkLst>
          <pc:spChg chg="mod">
            <ac:chgData name="Khang Nguyễn Tấn Trần Minh" userId="c3808258-e92d-4bf9-b981-ea938a204001" providerId="ADAL" clId="{5B6F2BE7-3D84-4B5E-9065-D7CB14B9FA4B}" dt="2023-05-04T10:13:46.436" v="385" actId="14100"/>
            <ac:spMkLst>
              <pc:docMk/>
              <pc:sldMasterMk cId="0" sldId="2147483648"/>
              <pc:sldLayoutMk cId="788554045" sldId="2147483711"/>
              <ac:spMk id="3" creationId="{00000000-0000-0000-0000-000000000000}"/>
            </ac:spMkLst>
          </pc:spChg>
          <pc:spChg chg="add mod">
            <ac:chgData name="Khang Nguyễn Tấn Trần Minh" userId="c3808258-e92d-4bf9-b981-ea938a204001" providerId="ADAL" clId="{5B6F2BE7-3D84-4B5E-9065-D7CB14B9FA4B}" dt="2023-05-04T10:13:32.917" v="374"/>
            <ac:spMkLst>
              <pc:docMk/>
              <pc:sldMasterMk cId="0" sldId="2147483648"/>
              <pc:sldLayoutMk cId="788554045" sldId="2147483711"/>
              <ac:spMk id="4" creationId="{D4A4C1F9-81CD-D56F-EC94-62A54EC01336}"/>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5" creationId="{00000000-0000-0000-0000-000000000000}"/>
            </ac:spMkLst>
          </pc:spChg>
          <pc:spChg chg="del">
            <ac:chgData name="Khang Nguyễn Tấn Trần Minh" userId="c3808258-e92d-4bf9-b981-ea938a204001" providerId="ADAL" clId="{5B6F2BE7-3D84-4B5E-9065-D7CB14B9FA4B}" dt="2023-05-04T09:13:00.902" v="122" actId="478"/>
            <ac:spMkLst>
              <pc:docMk/>
              <pc:sldMasterMk cId="0" sldId="2147483648"/>
              <pc:sldLayoutMk cId="788554045" sldId="2147483711"/>
              <ac:spMk id="6" creationId="{00000000-0000-0000-0000-000000000000}"/>
            </ac:spMkLst>
          </pc:spChg>
          <pc:spChg chg="mod">
            <ac:chgData name="Khang Nguyễn Tấn Trần Minh" userId="c3808258-e92d-4bf9-b981-ea938a204001" providerId="ADAL" clId="{5B6F2BE7-3D84-4B5E-9065-D7CB14B9FA4B}" dt="2023-05-04T10:13:42.680" v="384" actId="1036"/>
            <ac:spMkLst>
              <pc:docMk/>
              <pc:sldMasterMk cId="0" sldId="2147483648"/>
              <pc:sldLayoutMk cId="788554045" sldId="2147483711"/>
              <ac:spMk id="8" creationId="{96160E72-CB3B-4B35-B991-A52F0E9D9B5B}"/>
            </ac:spMkLst>
          </pc:spChg>
        </pc:sldLayoutChg>
        <pc:sldLayoutChg chg="mod">
          <pc:chgData name="Khang Nguyễn Tấn Trần Minh" userId="c3808258-e92d-4bf9-b981-ea938a204001" providerId="ADAL" clId="{5B6F2BE7-3D84-4B5E-9065-D7CB14B9FA4B}" dt="2023-05-04T10:18:31.951" v="404" actId="6014"/>
          <pc:sldLayoutMkLst>
            <pc:docMk/>
            <pc:sldMasterMk cId="0" sldId="2147483648"/>
            <pc:sldLayoutMk cId="3901276885" sldId="2147483712"/>
          </pc:sldLayoutMkLst>
        </pc:sldLayoutChg>
        <pc:sldLayoutChg chg="modSp mod">
          <pc:chgData name="Khang Nguyễn Tấn Trần Minh" userId="c3808258-e92d-4bf9-b981-ea938a204001" providerId="ADAL" clId="{5B6F2BE7-3D84-4B5E-9065-D7CB14B9FA4B}" dt="2023-05-04T10:18:43.032" v="406" actId="6014"/>
          <pc:sldLayoutMkLst>
            <pc:docMk/>
            <pc:sldMasterMk cId="0" sldId="2147483648"/>
            <pc:sldLayoutMk cId="1285875025" sldId="2147483713"/>
          </pc:sldLayoutMkLst>
          <pc:spChg chg="mod">
            <ac:chgData name="Khang Nguyễn Tấn Trần Minh" userId="c3808258-e92d-4bf9-b981-ea938a204001" providerId="ADAL" clId="{5B6F2BE7-3D84-4B5E-9065-D7CB14B9FA4B}" dt="2023-05-04T09:22:29.071" v="184" actId="14100"/>
            <ac:spMkLst>
              <pc:docMk/>
              <pc:sldMasterMk cId="0" sldId="2147483648"/>
              <pc:sldLayoutMk cId="1285875025" sldId="2147483713"/>
              <ac:spMk id="3" creationId="{00000000-0000-0000-0000-000000000000}"/>
            </ac:spMkLst>
          </pc:spChg>
        </pc:sldLayoutChg>
        <pc:sldLayoutChg chg="modSp del">
          <pc:chgData name="Khang Nguyễn Tấn Trần Minh" userId="c3808258-e92d-4bf9-b981-ea938a204001" providerId="ADAL" clId="{5B6F2BE7-3D84-4B5E-9065-D7CB14B9FA4B}" dt="2023-05-04T09:50:44.848" v="331" actId="2696"/>
          <pc:sldLayoutMkLst>
            <pc:docMk/>
            <pc:sldMasterMk cId="0" sldId="2147483648"/>
            <pc:sldLayoutMk cId="3958690635" sldId="2147483714"/>
          </pc:sldLayoutMkLst>
          <pc:spChg chg="mod">
            <ac:chgData name="Khang Nguyễn Tấn Trần Minh" userId="c3808258-e92d-4bf9-b981-ea938a204001" providerId="ADAL" clId="{5B6F2BE7-3D84-4B5E-9065-D7CB14B9FA4B}" dt="2023-05-04T09:22:35.848" v="185" actId="14100"/>
            <ac:spMkLst>
              <pc:docMk/>
              <pc:sldMasterMk cId="0" sldId="2147483648"/>
              <pc:sldLayoutMk cId="3958690635" sldId="2147483714"/>
              <ac:spMk id="3" creationId="{00000000-0000-0000-0000-000000000000}"/>
            </ac:spMkLst>
          </pc:spChg>
        </pc:sldLayoutChg>
        <pc:sldLayoutChg chg="modSp mod">
          <pc:chgData name="Khang Nguyễn Tấn Trần Minh" userId="c3808258-e92d-4bf9-b981-ea938a204001" providerId="ADAL" clId="{5B6F2BE7-3D84-4B5E-9065-D7CB14B9FA4B}" dt="2023-05-04T10:19:06.187" v="408" actId="6014"/>
          <pc:sldLayoutMkLst>
            <pc:docMk/>
            <pc:sldMasterMk cId="0" sldId="2147483648"/>
            <pc:sldLayoutMk cId="2016639908" sldId="2147483715"/>
          </pc:sldLayoutMkLst>
          <pc:spChg chg="mod">
            <ac:chgData name="Khang Nguyễn Tấn Trần Minh" userId="c3808258-e92d-4bf9-b981-ea938a204001" providerId="ADAL" clId="{5B6F2BE7-3D84-4B5E-9065-D7CB14B9FA4B}" dt="2023-05-04T10:12:06.651" v="359" actId="14100"/>
            <ac:spMkLst>
              <pc:docMk/>
              <pc:sldMasterMk cId="0" sldId="2147483648"/>
              <pc:sldLayoutMk cId="2016639908" sldId="2147483715"/>
              <ac:spMk id="3" creationId="{00000000-0000-0000-0000-000000000000}"/>
            </ac:spMkLst>
          </pc:spChg>
        </pc:sldLayoutChg>
        <pc:sldLayoutChg chg="modSp mod">
          <pc:chgData name="Khang Nguyễn Tấn Trần Minh" userId="c3808258-e92d-4bf9-b981-ea938a204001" providerId="ADAL" clId="{5B6F2BE7-3D84-4B5E-9065-D7CB14B9FA4B}" dt="2023-05-04T10:16:40.744" v="391" actId="6014"/>
          <pc:sldLayoutMkLst>
            <pc:docMk/>
            <pc:sldMasterMk cId="0" sldId="2147483648"/>
            <pc:sldLayoutMk cId="1674919865" sldId="2147483717"/>
          </pc:sldLayoutMkLst>
          <pc:spChg chg="mod">
            <ac:chgData name="Khang Nguyễn Tấn Trần Minh" userId="c3808258-e92d-4bf9-b981-ea938a204001" providerId="ADAL" clId="{5B6F2BE7-3D84-4B5E-9065-D7CB14B9FA4B}" dt="2023-05-04T09:21:59.207" v="182" actId="14100"/>
            <ac:spMkLst>
              <pc:docMk/>
              <pc:sldMasterMk cId="0" sldId="2147483648"/>
              <pc:sldLayoutMk cId="1674919865" sldId="2147483717"/>
              <ac:spMk id="3" creationId="{ABE249C8-BF7A-4990-B3B9-274312BE8A3E}"/>
            </ac:spMkLst>
          </pc:spChg>
        </pc:sldLayoutChg>
        <pc:sldLayoutChg chg="mod">
          <pc:chgData name="Khang Nguyễn Tấn Trần Minh" userId="c3808258-e92d-4bf9-b981-ea938a204001" providerId="ADAL" clId="{5B6F2BE7-3D84-4B5E-9065-D7CB14B9FA4B}" dt="2023-05-04T10:20:57.359" v="418" actId="6014"/>
          <pc:sldLayoutMkLst>
            <pc:docMk/>
            <pc:sldMasterMk cId="0" sldId="2147483648"/>
            <pc:sldLayoutMk cId="3906246569" sldId="2147483718"/>
          </pc:sldLayoutMkLst>
        </pc:sldLayoutChg>
        <pc:sldLayoutChg chg="addSp modSp mod">
          <pc:chgData name="Khang Nguyễn Tấn Trần Minh" userId="c3808258-e92d-4bf9-b981-ea938a204001" providerId="ADAL" clId="{5B6F2BE7-3D84-4B5E-9065-D7CB14B9FA4B}" dt="2023-05-04T10:21:36.470" v="423" actId="6014"/>
          <pc:sldLayoutMkLst>
            <pc:docMk/>
            <pc:sldMasterMk cId="0" sldId="2147483648"/>
            <pc:sldLayoutMk cId="3613338590" sldId="2147483719"/>
          </pc:sldLayoutMkLst>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3" creationId="{00000000-0000-0000-0000-000000000000}"/>
            </ac:spMkLst>
          </pc:spChg>
          <pc:spChg chg="add mod">
            <ac:chgData name="Khang Nguyễn Tấn Trần Minh" userId="c3808258-e92d-4bf9-b981-ea938a204001" providerId="ADAL" clId="{5B6F2BE7-3D84-4B5E-9065-D7CB14B9FA4B}" dt="2023-05-04T09:24:38.185" v="189"/>
            <ac:spMkLst>
              <pc:docMk/>
              <pc:sldMasterMk cId="0" sldId="2147483648"/>
              <pc:sldLayoutMk cId="3613338590" sldId="2147483719"/>
              <ac:spMk id="4" creationId="{166FD81B-D664-FF76-F971-91B15C5A35D7}"/>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7" creationId="{1E586163-080C-4D92-9FF5-83B9A124C31B}"/>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8" creationId="{60879BDB-29CC-404E-9DCA-E89C7B9070DD}"/>
            </ac:spMkLst>
          </pc:spChg>
          <pc:spChg chg="mod">
            <ac:chgData name="Khang Nguyễn Tấn Trần Minh" userId="c3808258-e92d-4bf9-b981-ea938a204001" providerId="ADAL" clId="{5B6F2BE7-3D84-4B5E-9065-D7CB14B9FA4B}" dt="2023-05-04T09:24:55.778" v="191" actId="14100"/>
            <ac:spMkLst>
              <pc:docMk/>
              <pc:sldMasterMk cId="0" sldId="2147483648"/>
              <pc:sldLayoutMk cId="3613338590" sldId="2147483719"/>
              <ac:spMk id="9" creationId="{2494B703-5983-4A4F-B197-D2C64EAA9F6A}"/>
            </ac:spMkLst>
          </pc:spChg>
        </pc:sldLayoutChg>
        <pc:sldLayoutChg chg="modSp mod">
          <pc:chgData name="Khang Nguyễn Tấn Trần Minh" userId="c3808258-e92d-4bf9-b981-ea938a204001" providerId="ADAL" clId="{5B6F2BE7-3D84-4B5E-9065-D7CB14B9FA4B}" dt="2023-05-04T09:30:53.117" v="240" actId="20577"/>
          <pc:sldLayoutMkLst>
            <pc:docMk/>
            <pc:sldMasterMk cId="0" sldId="2147483648"/>
            <pc:sldLayoutMk cId="2394464083" sldId="2147483720"/>
          </pc:sldLayoutMkLst>
          <pc:spChg chg="mod">
            <ac:chgData name="Khang Nguyễn Tấn Trần Minh" userId="c3808258-e92d-4bf9-b981-ea938a204001" providerId="ADAL" clId="{5B6F2BE7-3D84-4B5E-9065-D7CB14B9FA4B}" dt="2023-05-04T09:30:53.117" v="240" actId="20577"/>
            <ac:spMkLst>
              <pc:docMk/>
              <pc:sldMasterMk cId="0" sldId="2147483648"/>
              <pc:sldLayoutMk cId="2394464083" sldId="2147483720"/>
              <ac:spMk id="2" creationId="{00000000-0000-0000-0000-000000000000}"/>
            </ac:spMkLst>
          </pc:spChg>
        </pc:sldLayoutChg>
        <pc:sldLayoutChg chg="delSp modSp mod">
          <pc:chgData name="Khang Nguyễn Tấn Trần Minh" userId="c3808258-e92d-4bf9-b981-ea938a204001" providerId="ADAL" clId="{5B6F2BE7-3D84-4B5E-9065-D7CB14B9FA4B}" dt="2023-05-04T09:45:20.043" v="328" actId="6014"/>
          <pc:sldLayoutMkLst>
            <pc:docMk/>
            <pc:sldMasterMk cId="0" sldId="2147483648"/>
            <pc:sldLayoutMk cId="2009819241" sldId="2147483721"/>
          </pc:sldLayoutMkLst>
          <pc:spChg chg="del mod">
            <ac:chgData name="Khang Nguyễn Tấn Trần Minh" userId="c3808258-e92d-4bf9-b981-ea938a204001" providerId="ADAL" clId="{5B6F2BE7-3D84-4B5E-9065-D7CB14B9FA4B}" dt="2023-05-04T09:37:13.249" v="273" actId="478"/>
            <ac:spMkLst>
              <pc:docMk/>
              <pc:sldMasterMk cId="0" sldId="2147483648"/>
              <pc:sldLayoutMk cId="2009819241" sldId="2147483721"/>
              <ac:spMk id="7" creationId="{9C027E77-6012-42D7-99B0-1D322EEAFE5D}"/>
            </ac:spMkLst>
          </pc:spChg>
          <pc:spChg chg="mod">
            <ac:chgData name="Khang Nguyễn Tấn Trần Minh" userId="c3808258-e92d-4bf9-b981-ea938a204001" providerId="ADAL" clId="{5B6F2BE7-3D84-4B5E-9065-D7CB14B9FA4B}" dt="2023-05-04T09:38:19.317" v="287" actId="6549"/>
            <ac:spMkLst>
              <pc:docMk/>
              <pc:sldMasterMk cId="0" sldId="2147483648"/>
              <pc:sldLayoutMk cId="2009819241" sldId="2147483721"/>
              <ac:spMk id="8" creationId="{F597A347-30EE-4B72-93DA-C4CBE7049AF0}"/>
            </ac:spMkLst>
          </pc:spChg>
          <pc:spChg chg="mod">
            <ac:chgData name="Khang Nguyễn Tấn Trần Minh" userId="c3808258-e92d-4bf9-b981-ea938a204001" providerId="ADAL" clId="{5B6F2BE7-3D84-4B5E-9065-D7CB14B9FA4B}" dt="2023-05-04T09:38:22.364" v="288" actId="6549"/>
            <ac:spMkLst>
              <pc:docMk/>
              <pc:sldMasterMk cId="0" sldId="2147483648"/>
              <pc:sldLayoutMk cId="2009819241" sldId="2147483721"/>
              <ac:spMk id="9" creationId="{CCF626F4-8319-BB9A-3962-FB52D8DEB450}"/>
            </ac:spMkLst>
          </pc:spChg>
        </pc:sldLayoutChg>
        <pc:sldLayoutChg chg="modSp mod ord">
          <pc:chgData name="Khang Nguyễn Tấn Trần Minh" userId="c3808258-e92d-4bf9-b981-ea938a204001" providerId="ADAL" clId="{5B6F2BE7-3D84-4B5E-9065-D7CB14B9FA4B}" dt="2023-05-04T09:45:06.127" v="327" actId="6014"/>
          <pc:sldLayoutMkLst>
            <pc:docMk/>
            <pc:sldMasterMk cId="0" sldId="2147483648"/>
            <pc:sldLayoutMk cId="2030370261" sldId="2147483722"/>
          </pc:sldLayoutMkLst>
          <pc:spChg chg="mod">
            <ac:chgData name="Khang Nguyễn Tấn Trần Minh" userId="c3808258-e92d-4bf9-b981-ea938a204001" providerId="ADAL" clId="{5B6F2BE7-3D84-4B5E-9065-D7CB14B9FA4B}" dt="2023-05-04T09:39:57.428" v="322"/>
            <ac:spMkLst>
              <pc:docMk/>
              <pc:sldMasterMk cId="0" sldId="2147483648"/>
              <pc:sldLayoutMk cId="2030370261" sldId="2147483722"/>
              <ac:spMk id="3" creationId="{00000000-0000-0000-0000-000000000000}"/>
            </ac:spMkLst>
          </pc:spChg>
        </pc:sldLayoutChg>
        <pc:sldLayoutChg chg="mod">
          <pc:chgData name="Khang Nguyễn Tấn Trần Minh" userId="c3808258-e92d-4bf9-b981-ea938a204001" providerId="ADAL" clId="{5B6F2BE7-3D84-4B5E-9065-D7CB14B9FA4B}" dt="2023-05-04T09:45:38.183" v="329" actId="6014"/>
          <pc:sldLayoutMkLst>
            <pc:docMk/>
            <pc:sldMasterMk cId="0" sldId="2147483648"/>
            <pc:sldLayoutMk cId="999954831" sldId="2147483723"/>
          </pc:sldLayoutMkLst>
        </pc:sldLayoutChg>
        <pc:sldLayoutChg chg="addSp modSp mod">
          <pc:chgData name="Khang Nguyễn Tấn Trần Minh" userId="c3808258-e92d-4bf9-b981-ea938a204001" providerId="ADAL" clId="{5B6F2BE7-3D84-4B5E-9065-D7CB14B9FA4B}" dt="2023-05-04T10:16:06.564" v="389" actId="6014"/>
          <pc:sldLayoutMkLst>
            <pc:docMk/>
            <pc:sldMasterMk cId="0" sldId="2147483648"/>
            <pc:sldLayoutMk cId="1304103253" sldId="2147483724"/>
          </pc:sldLayoutMkLst>
          <pc:spChg chg="mod">
            <ac:chgData name="Khang Nguyễn Tấn Trần Minh" userId="c3808258-e92d-4bf9-b981-ea938a204001" providerId="ADAL" clId="{5B6F2BE7-3D84-4B5E-9065-D7CB14B9FA4B}" dt="2023-05-04T10:07:57.709" v="338" actId="14100"/>
            <ac:spMkLst>
              <pc:docMk/>
              <pc:sldMasterMk cId="0" sldId="2147483648"/>
              <pc:sldLayoutMk cId="1304103253" sldId="2147483724"/>
              <ac:spMk id="3" creationId="{00000000-0000-0000-0000-000000000000}"/>
            </ac:spMkLst>
          </pc:spChg>
          <pc:spChg chg="add mod">
            <ac:chgData name="Khang Nguyễn Tấn Trần Minh" userId="c3808258-e92d-4bf9-b981-ea938a204001" providerId="ADAL" clId="{5B6F2BE7-3D84-4B5E-9065-D7CB14B9FA4B}" dt="2023-05-04T10:07:52.843" v="337"/>
            <ac:spMkLst>
              <pc:docMk/>
              <pc:sldMasterMk cId="0" sldId="2147483648"/>
              <pc:sldLayoutMk cId="1304103253" sldId="2147483724"/>
              <ac:spMk id="4" creationId="{5204C06E-4BFD-7AE1-C5B0-925E1CA3A006}"/>
            </ac:spMkLst>
          </pc:spChg>
        </pc:sldLayoutChg>
        <pc:sldLayoutChg chg="addSp modSp mod">
          <pc:chgData name="Khang Nguyễn Tấn Trần Minh" userId="c3808258-e92d-4bf9-b981-ea938a204001" providerId="ADAL" clId="{5B6F2BE7-3D84-4B5E-9065-D7CB14B9FA4B}" dt="2023-05-04T10:15:53.318" v="387" actId="6014"/>
          <pc:sldLayoutMkLst>
            <pc:docMk/>
            <pc:sldMasterMk cId="0" sldId="2147483648"/>
            <pc:sldLayoutMk cId="1854227740" sldId="2147483725"/>
          </pc:sldLayoutMkLst>
          <pc:spChg chg="mod">
            <ac:chgData name="Khang Nguyễn Tấn Trần Minh" userId="c3808258-e92d-4bf9-b981-ea938a204001" providerId="ADAL" clId="{5B6F2BE7-3D84-4B5E-9065-D7CB14B9FA4B}" dt="2023-05-04T10:08:08.197" v="340" actId="14100"/>
            <ac:spMkLst>
              <pc:docMk/>
              <pc:sldMasterMk cId="0" sldId="2147483648"/>
              <pc:sldLayoutMk cId="1854227740" sldId="2147483725"/>
              <ac:spMk id="3" creationId="{00000000-0000-0000-0000-000000000000}"/>
            </ac:spMkLst>
          </pc:spChg>
          <pc:spChg chg="add mod">
            <ac:chgData name="Khang Nguyễn Tấn Trần Minh" userId="c3808258-e92d-4bf9-b981-ea938a204001" providerId="ADAL" clId="{5B6F2BE7-3D84-4B5E-9065-D7CB14B9FA4B}" dt="2023-05-04T10:08:03.554" v="339"/>
            <ac:spMkLst>
              <pc:docMk/>
              <pc:sldMasterMk cId="0" sldId="2147483648"/>
              <pc:sldLayoutMk cId="1854227740" sldId="2147483725"/>
              <ac:spMk id="4" creationId="{EC143EFF-2D7C-66B4-AFBA-F0B1D61C26BE}"/>
            </ac:spMkLst>
          </pc:spChg>
        </pc:sldLayoutChg>
        <pc:sldLayoutChg chg="addSp modSp mod">
          <pc:chgData name="Khang Nguyễn Tấn Trần Minh" userId="c3808258-e92d-4bf9-b981-ea938a204001" providerId="ADAL" clId="{5B6F2BE7-3D84-4B5E-9065-D7CB14B9FA4B}" dt="2023-05-04T10:16:35.852" v="390" actId="6014"/>
          <pc:sldLayoutMkLst>
            <pc:docMk/>
            <pc:sldMasterMk cId="0" sldId="2147483648"/>
            <pc:sldLayoutMk cId="3846093007" sldId="2147483726"/>
          </pc:sldLayoutMkLst>
          <pc:spChg chg="add mod">
            <ac:chgData name="Khang Nguyễn Tấn Trần Minh" userId="c3808258-e92d-4bf9-b981-ea938a204001" providerId="ADAL" clId="{5B6F2BE7-3D84-4B5E-9065-D7CB14B9FA4B}" dt="2023-05-04T10:08:20.782" v="341"/>
            <ac:spMkLst>
              <pc:docMk/>
              <pc:sldMasterMk cId="0" sldId="2147483648"/>
              <pc:sldLayoutMk cId="3846093007" sldId="2147483726"/>
              <ac:spMk id="2" creationId="{6A22855E-2136-B0AC-54BE-3BB2AF005D9A}"/>
            </ac:spMkLst>
          </pc:spChg>
          <pc:spChg chg="mod">
            <ac:chgData name="Khang Nguyễn Tấn Trần Minh" userId="c3808258-e92d-4bf9-b981-ea938a204001" providerId="ADAL" clId="{5B6F2BE7-3D84-4B5E-9065-D7CB14B9FA4B}" dt="2023-05-04T10:08:25.694" v="342" actId="14100"/>
            <ac:spMkLst>
              <pc:docMk/>
              <pc:sldMasterMk cId="0" sldId="2147483648"/>
              <pc:sldLayoutMk cId="3846093007" sldId="2147483726"/>
              <ac:spMk id="3" creationId="{ABE249C8-BF7A-4990-B3B9-274312BE8A3E}"/>
            </ac:spMkLst>
          </pc:spChg>
        </pc:sldLayoutChg>
        <pc:sldLayoutChg chg="addSp modSp mod">
          <pc:chgData name="Khang Nguyễn Tấn Trần Minh" userId="c3808258-e92d-4bf9-b981-ea938a204001" providerId="ADAL" clId="{5B6F2BE7-3D84-4B5E-9065-D7CB14B9FA4B}" dt="2023-05-04T10:17:13.026" v="393" actId="6014"/>
          <pc:sldLayoutMkLst>
            <pc:docMk/>
            <pc:sldMasterMk cId="0" sldId="2147483648"/>
            <pc:sldLayoutMk cId="2359938909" sldId="2147483727"/>
          </pc:sldLayoutMkLst>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3" creationId="{00000000-0000-0000-0000-000000000000}"/>
            </ac:spMkLst>
          </pc:spChg>
          <pc:spChg chg="mod">
            <ac:chgData name="Khang Nguyễn Tấn Trần Minh" userId="c3808258-e92d-4bf9-b981-ea938a204001" providerId="ADAL" clId="{5B6F2BE7-3D84-4B5E-9065-D7CB14B9FA4B}" dt="2023-05-04T10:09:05.920" v="344" actId="14100"/>
            <ac:spMkLst>
              <pc:docMk/>
              <pc:sldMasterMk cId="0" sldId="2147483648"/>
              <pc:sldLayoutMk cId="2359938909" sldId="2147483727"/>
              <ac:spMk id="4" creationId="{00000000-0000-0000-0000-000000000000}"/>
            </ac:spMkLst>
          </pc:spChg>
          <pc:spChg chg="add mod">
            <ac:chgData name="Khang Nguyễn Tấn Trần Minh" userId="c3808258-e92d-4bf9-b981-ea938a204001" providerId="ADAL" clId="{5B6F2BE7-3D84-4B5E-9065-D7CB14B9FA4B}" dt="2023-05-04T10:08:59.100" v="343"/>
            <ac:spMkLst>
              <pc:docMk/>
              <pc:sldMasterMk cId="0" sldId="2147483648"/>
              <pc:sldLayoutMk cId="2359938909" sldId="2147483727"/>
              <ac:spMk id="5" creationId="{B16425CE-E883-3624-A5E7-4BF4CB536FFC}"/>
            </ac:spMkLst>
          </pc:spChg>
        </pc:sldLayoutChg>
        <pc:sldLayoutChg chg="addSp modSp add del mod">
          <pc:chgData name="Khang Nguyễn Tấn Trần Minh" userId="c3808258-e92d-4bf9-b981-ea938a204001" providerId="ADAL" clId="{5B6F2BE7-3D84-4B5E-9065-D7CB14B9FA4B}" dt="2023-05-04T10:17:39.046" v="398" actId="2696"/>
          <pc:sldLayoutMkLst>
            <pc:docMk/>
            <pc:sldMasterMk cId="0" sldId="2147483648"/>
            <pc:sldLayoutMk cId="989622958" sldId="2147483728"/>
          </pc:sldLayoutMkLst>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3" creationId="{00000000-0000-0000-0000-000000000000}"/>
            </ac:spMkLst>
          </pc:spChg>
          <pc:spChg chg="mod">
            <ac:chgData name="Khang Nguyễn Tấn Trần Minh" userId="c3808258-e92d-4bf9-b981-ea938a204001" providerId="ADAL" clId="{5B6F2BE7-3D84-4B5E-9065-D7CB14B9FA4B}" dt="2023-05-04T10:09:24.771" v="346" actId="14100"/>
            <ac:spMkLst>
              <pc:docMk/>
              <pc:sldMasterMk cId="0" sldId="2147483648"/>
              <pc:sldLayoutMk cId="989622958" sldId="2147483728"/>
              <ac:spMk id="4" creationId="{00000000-0000-0000-0000-000000000000}"/>
            </ac:spMkLst>
          </pc:spChg>
          <pc:spChg chg="add mod">
            <ac:chgData name="Khang Nguyễn Tấn Trần Minh" userId="c3808258-e92d-4bf9-b981-ea938a204001" providerId="ADAL" clId="{5B6F2BE7-3D84-4B5E-9065-D7CB14B9FA4B}" dt="2023-05-04T10:09:16.406" v="345"/>
            <ac:spMkLst>
              <pc:docMk/>
              <pc:sldMasterMk cId="0" sldId="2147483648"/>
              <pc:sldLayoutMk cId="989622958" sldId="2147483728"/>
              <ac:spMk id="5" creationId="{028212B4-9DFE-2A94-C8E6-5E7E3C27E079}"/>
            </ac:spMkLst>
          </pc:spChg>
        </pc:sldLayoutChg>
        <pc:sldLayoutChg chg="addSp modSp mod">
          <pc:chgData name="Khang Nguyễn Tấn Trần Minh" userId="c3808258-e92d-4bf9-b981-ea938a204001" providerId="ADAL" clId="{5B6F2BE7-3D84-4B5E-9065-D7CB14B9FA4B}" dt="2023-05-04T10:17:56.247" v="399" actId="6014"/>
          <pc:sldLayoutMkLst>
            <pc:docMk/>
            <pc:sldMasterMk cId="0" sldId="2147483648"/>
            <pc:sldLayoutMk cId="1373676361" sldId="2147483729"/>
          </pc:sldLayoutMkLst>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3" creationId="{00000000-0000-0000-0000-000000000000}"/>
            </ac:spMkLst>
          </pc:spChg>
          <pc:spChg chg="mod">
            <ac:chgData name="Khang Nguyễn Tấn Trần Minh" userId="c3808258-e92d-4bf9-b981-ea938a204001" providerId="ADAL" clId="{5B6F2BE7-3D84-4B5E-9065-D7CB14B9FA4B}" dt="2023-05-04T10:09:35.463" v="348" actId="14100"/>
            <ac:spMkLst>
              <pc:docMk/>
              <pc:sldMasterMk cId="0" sldId="2147483648"/>
              <pc:sldLayoutMk cId="1373676361" sldId="2147483729"/>
              <ac:spMk id="4" creationId="{00000000-0000-0000-0000-000000000000}"/>
            </ac:spMkLst>
          </pc:spChg>
          <pc:spChg chg="add mod">
            <ac:chgData name="Khang Nguyễn Tấn Trần Minh" userId="c3808258-e92d-4bf9-b981-ea938a204001" providerId="ADAL" clId="{5B6F2BE7-3D84-4B5E-9065-D7CB14B9FA4B}" dt="2023-05-04T10:09:29.211" v="347"/>
            <ac:spMkLst>
              <pc:docMk/>
              <pc:sldMasterMk cId="0" sldId="2147483648"/>
              <pc:sldLayoutMk cId="1373676361" sldId="2147483729"/>
              <ac:spMk id="5" creationId="{797E723B-E223-C420-ED51-5B5A20516705}"/>
            </ac:spMkLst>
          </pc:spChg>
        </pc:sldLayoutChg>
        <pc:sldLayoutChg chg="addSp modSp mod">
          <pc:chgData name="Khang Nguyễn Tấn Trần Minh" userId="c3808258-e92d-4bf9-b981-ea938a204001" providerId="ADAL" clId="{5B6F2BE7-3D84-4B5E-9065-D7CB14B9FA4B}" dt="2023-05-04T10:18:08.196" v="401" actId="6014"/>
          <pc:sldLayoutMkLst>
            <pc:docMk/>
            <pc:sldMasterMk cId="0" sldId="2147483648"/>
            <pc:sldLayoutMk cId="516248891" sldId="2147483730"/>
          </pc:sldLayoutMkLst>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3" creationId="{00000000-0000-0000-0000-000000000000}"/>
            </ac:spMkLst>
          </pc:spChg>
          <pc:spChg chg="add mod">
            <ac:chgData name="Khang Nguyễn Tấn Trần Minh" userId="c3808258-e92d-4bf9-b981-ea938a204001" providerId="ADAL" clId="{5B6F2BE7-3D84-4B5E-9065-D7CB14B9FA4B}" dt="2023-05-04T10:09:40.148" v="349"/>
            <ac:spMkLst>
              <pc:docMk/>
              <pc:sldMasterMk cId="0" sldId="2147483648"/>
              <pc:sldLayoutMk cId="516248891" sldId="2147483730"/>
              <ac:spMk id="4" creationId="{BCC583C3-4424-7F8E-3E7B-CA6ADF0427B0}"/>
            </ac:spMkLst>
          </pc:spChg>
          <pc:spChg chg="mod">
            <ac:chgData name="Khang Nguyễn Tấn Trần Minh" userId="c3808258-e92d-4bf9-b981-ea938a204001" providerId="ADAL" clId="{5B6F2BE7-3D84-4B5E-9065-D7CB14B9FA4B}" dt="2023-05-04T10:09:46.170" v="350" actId="14100"/>
            <ac:spMkLst>
              <pc:docMk/>
              <pc:sldMasterMk cId="0" sldId="2147483648"/>
              <pc:sldLayoutMk cId="516248891" sldId="2147483730"/>
              <ac:spMk id="6" creationId="{72215DFE-C786-4C03-A1F8-74645480087D}"/>
            </ac:spMkLst>
          </pc:spChg>
        </pc:sldLayoutChg>
        <pc:sldLayoutChg chg="addSp modSp mod">
          <pc:chgData name="Khang Nguyễn Tấn Trần Minh" userId="c3808258-e92d-4bf9-b981-ea938a204001" providerId="ADAL" clId="{5B6F2BE7-3D84-4B5E-9065-D7CB14B9FA4B}" dt="2023-05-04T10:18:24.980" v="403" actId="6014"/>
          <pc:sldLayoutMkLst>
            <pc:docMk/>
            <pc:sldMasterMk cId="0" sldId="2147483648"/>
            <pc:sldLayoutMk cId="5163302" sldId="2147483731"/>
          </pc:sldLayoutMkLst>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3" creationId="{00000000-0000-0000-0000-000000000000}"/>
            </ac:spMkLst>
          </pc:spChg>
          <pc:spChg chg="add mod">
            <ac:chgData name="Khang Nguyễn Tấn Trần Minh" userId="c3808258-e92d-4bf9-b981-ea938a204001" providerId="ADAL" clId="{5B6F2BE7-3D84-4B5E-9065-D7CB14B9FA4B}" dt="2023-05-04T10:09:49.531" v="351"/>
            <ac:spMkLst>
              <pc:docMk/>
              <pc:sldMasterMk cId="0" sldId="2147483648"/>
              <pc:sldLayoutMk cId="5163302" sldId="2147483731"/>
              <ac:spMk id="4" creationId="{55D3D54F-B6A2-F83D-2883-0F1C5B49BCD4}"/>
            </ac:spMkLst>
          </pc:spChg>
          <pc:spChg chg="mod">
            <ac:chgData name="Khang Nguyễn Tấn Trần Minh" userId="c3808258-e92d-4bf9-b981-ea938a204001" providerId="ADAL" clId="{5B6F2BE7-3D84-4B5E-9065-D7CB14B9FA4B}" dt="2023-05-04T10:09:56.237" v="352" actId="14100"/>
            <ac:spMkLst>
              <pc:docMk/>
              <pc:sldMasterMk cId="0" sldId="2147483648"/>
              <pc:sldLayoutMk cId="5163302" sldId="2147483731"/>
              <ac:spMk id="6" creationId="{72215DFE-C786-4C03-A1F8-74645480087D}"/>
            </ac:spMkLst>
          </pc:spChg>
        </pc:sldLayoutChg>
        <pc:sldLayoutChg chg="addSp modSp mod">
          <pc:chgData name="Khang Nguyễn Tấn Trần Minh" userId="c3808258-e92d-4bf9-b981-ea938a204001" providerId="ADAL" clId="{5B6F2BE7-3D84-4B5E-9065-D7CB14B9FA4B}" dt="2023-05-04T10:18:37.136" v="405" actId="6014"/>
          <pc:sldLayoutMkLst>
            <pc:docMk/>
            <pc:sldMasterMk cId="0" sldId="2147483648"/>
            <pc:sldLayoutMk cId="377557769" sldId="2147483732"/>
          </pc:sldLayoutMkLst>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4" creationId="{00000000-0000-0000-0000-000000000000}"/>
            </ac:spMkLst>
          </pc:spChg>
          <pc:spChg chg="mod">
            <ac:chgData name="Khang Nguyễn Tấn Trần Minh" userId="c3808258-e92d-4bf9-b981-ea938a204001" providerId="ADAL" clId="{5B6F2BE7-3D84-4B5E-9065-D7CB14B9FA4B}" dt="2023-05-04T10:11:30.404" v="354" actId="14100"/>
            <ac:spMkLst>
              <pc:docMk/>
              <pc:sldMasterMk cId="0" sldId="2147483648"/>
              <pc:sldLayoutMk cId="377557769" sldId="2147483732"/>
              <ac:spMk id="6" creationId="{00000000-0000-0000-0000-000000000000}"/>
            </ac:spMkLst>
          </pc:spChg>
          <pc:spChg chg="add mod">
            <ac:chgData name="Khang Nguyễn Tấn Trần Minh" userId="c3808258-e92d-4bf9-b981-ea938a204001" providerId="ADAL" clId="{5B6F2BE7-3D84-4B5E-9065-D7CB14B9FA4B}" dt="2023-05-04T10:11:23.731" v="353"/>
            <ac:spMkLst>
              <pc:docMk/>
              <pc:sldMasterMk cId="0" sldId="2147483648"/>
              <pc:sldLayoutMk cId="377557769" sldId="2147483732"/>
              <ac:spMk id="7" creationId="{895A939C-68D5-2DF8-CDA1-EB138EB7C0CD}"/>
            </ac:spMkLst>
          </pc:spChg>
        </pc:sldLayoutChg>
        <pc:sldLayoutChg chg="addSp modSp mod">
          <pc:chgData name="Khang Nguyễn Tấn Trần Minh" userId="c3808258-e92d-4bf9-b981-ea938a204001" providerId="ADAL" clId="{5B6F2BE7-3D84-4B5E-9065-D7CB14B9FA4B}" dt="2023-05-04T10:18:49.210" v="407" actId="6014"/>
          <pc:sldLayoutMkLst>
            <pc:docMk/>
            <pc:sldMasterMk cId="0" sldId="2147483648"/>
            <pc:sldLayoutMk cId="1496161169" sldId="2147483733"/>
          </pc:sldLayoutMkLst>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4" creationId="{00000000-0000-0000-0000-000000000000}"/>
            </ac:spMkLst>
          </pc:spChg>
          <pc:spChg chg="add mod">
            <ac:chgData name="Khang Nguyễn Tấn Trần Minh" userId="c3808258-e92d-4bf9-b981-ea938a204001" providerId="ADAL" clId="{5B6F2BE7-3D84-4B5E-9065-D7CB14B9FA4B}" dt="2023-05-04T10:11:37.160" v="355"/>
            <ac:spMkLst>
              <pc:docMk/>
              <pc:sldMasterMk cId="0" sldId="2147483648"/>
              <pc:sldLayoutMk cId="1496161169" sldId="2147483733"/>
              <ac:spMk id="5" creationId="{E44EB4D9-43E9-2D6E-F53C-2767330A2DF4}"/>
            </ac:spMkLst>
          </pc:spChg>
          <pc:spChg chg="mod">
            <ac:chgData name="Khang Nguyễn Tấn Trần Minh" userId="c3808258-e92d-4bf9-b981-ea938a204001" providerId="ADAL" clId="{5B6F2BE7-3D84-4B5E-9065-D7CB14B9FA4B}" dt="2023-05-04T10:11:44.086" v="356" actId="14100"/>
            <ac:spMkLst>
              <pc:docMk/>
              <pc:sldMasterMk cId="0" sldId="2147483648"/>
              <pc:sldLayoutMk cId="1496161169" sldId="2147483733"/>
              <ac:spMk id="6" creationId="{00000000-0000-0000-0000-000000000000}"/>
            </ac:spMkLst>
          </pc:spChg>
        </pc:sldLayoutChg>
        <pc:sldLayoutChg chg="addSp modSp mod">
          <pc:chgData name="Khang Nguyễn Tấn Trần Minh" userId="c3808258-e92d-4bf9-b981-ea938a204001" providerId="ADAL" clId="{5B6F2BE7-3D84-4B5E-9065-D7CB14B9FA4B}" dt="2023-05-04T10:19:11.973" v="409" actId="6014"/>
          <pc:sldLayoutMkLst>
            <pc:docMk/>
            <pc:sldMasterMk cId="0" sldId="2147483648"/>
            <pc:sldLayoutMk cId="3721317589" sldId="2147483734"/>
          </pc:sldLayoutMkLst>
          <pc:spChg chg="mod">
            <ac:chgData name="Khang Nguyễn Tấn Trần Minh" userId="c3808258-e92d-4bf9-b981-ea938a204001" providerId="ADAL" clId="{5B6F2BE7-3D84-4B5E-9065-D7CB14B9FA4B}" dt="2023-05-04T10:12:12.144" v="360" actId="14100"/>
            <ac:spMkLst>
              <pc:docMk/>
              <pc:sldMasterMk cId="0" sldId="2147483648"/>
              <pc:sldLayoutMk cId="3721317589" sldId="2147483734"/>
              <ac:spMk id="3" creationId="{00000000-0000-0000-0000-000000000000}"/>
            </ac:spMkLst>
          </pc:spChg>
          <pc:spChg chg="mod">
            <ac:chgData name="Khang Nguyễn Tấn Trần Minh" userId="c3808258-e92d-4bf9-b981-ea938a204001" providerId="ADAL" clId="{5B6F2BE7-3D84-4B5E-9065-D7CB14B9FA4B}" dt="2023-05-04T10:11:57.238" v="358" actId="14100"/>
            <ac:spMkLst>
              <pc:docMk/>
              <pc:sldMasterMk cId="0" sldId="2147483648"/>
              <pc:sldLayoutMk cId="3721317589" sldId="2147483734"/>
              <ac:spMk id="4" creationId="{00000000-0000-0000-0000-000000000000}"/>
            </ac:spMkLst>
          </pc:spChg>
          <pc:spChg chg="add mod">
            <ac:chgData name="Khang Nguyễn Tấn Trần Minh" userId="c3808258-e92d-4bf9-b981-ea938a204001" providerId="ADAL" clId="{5B6F2BE7-3D84-4B5E-9065-D7CB14B9FA4B}" dt="2023-05-04T10:11:51.157" v="357"/>
            <ac:spMkLst>
              <pc:docMk/>
              <pc:sldMasterMk cId="0" sldId="2147483648"/>
              <pc:sldLayoutMk cId="3721317589" sldId="2147483734"/>
              <ac:spMk id="5" creationId="{10B9B77A-A705-2B88-D26C-888E54B9A2A2}"/>
            </ac:spMkLst>
          </pc:spChg>
        </pc:sldLayoutChg>
        <pc:sldLayoutChg chg="addSp modSp mod">
          <pc:chgData name="Khang Nguyễn Tấn Trần Minh" userId="c3808258-e92d-4bf9-b981-ea938a204001" providerId="ADAL" clId="{5B6F2BE7-3D84-4B5E-9065-D7CB14B9FA4B}" dt="2023-05-04T10:19:51.292" v="411" actId="6014"/>
          <pc:sldLayoutMkLst>
            <pc:docMk/>
            <pc:sldMasterMk cId="0" sldId="2147483648"/>
            <pc:sldLayoutMk cId="1729188282" sldId="2147483735"/>
          </pc:sldLayoutMkLst>
          <pc:spChg chg="mod">
            <ac:chgData name="Khang Nguyễn Tấn Trần Minh" userId="c3808258-e92d-4bf9-b981-ea938a204001" providerId="ADAL" clId="{5B6F2BE7-3D84-4B5E-9065-D7CB14B9FA4B}" dt="2023-05-04T10:12:43.273" v="362" actId="14100"/>
            <ac:spMkLst>
              <pc:docMk/>
              <pc:sldMasterMk cId="0" sldId="2147483648"/>
              <pc:sldLayoutMk cId="1729188282" sldId="2147483735"/>
              <ac:spMk id="3" creationId="{00000000-0000-0000-0000-000000000000}"/>
            </ac:spMkLst>
          </pc:spChg>
          <pc:spChg chg="add mod">
            <ac:chgData name="Khang Nguyễn Tấn Trần Minh" userId="c3808258-e92d-4bf9-b981-ea938a204001" providerId="ADAL" clId="{5B6F2BE7-3D84-4B5E-9065-D7CB14B9FA4B}" dt="2023-05-04T10:12:23.710" v="361"/>
            <ac:spMkLst>
              <pc:docMk/>
              <pc:sldMasterMk cId="0" sldId="2147483648"/>
              <pc:sldLayoutMk cId="1729188282" sldId="2147483735"/>
              <ac:spMk id="4" creationId="{57311796-72DC-4BB7-31C2-CB4F68F76B24}"/>
            </ac:spMkLst>
          </pc:spChg>
          <pc:spChg chg="mod">
            <ac:chgData name="Khang Nguyễn Tấn Trần Minh" userId="c3808258-e92d-4bf9-b981-ea938a204001" providerId="ADAL" clId="{5B6F2BE7-3D84-4B5E-9065-D7CB14B9FA4B}" dt="2023-05-04T10:13:11.577" v="371" actId="1036"/>
            <ac:spMkLst>
              <pc:docMk/>
              <pc:sldMasterMk cId="0" sldId="2147483648"/>
              <pc:sldLayoutMk cId="1729188282" sldId="2147483735"/>
              <ac:spMk id="8" creationId="{96160E72-CB3B-4B35-B991-A52F0E9D9B5B}"/>
            </ac:spMkLst>
          </pc:spChg>
        </pc:sldLayoutChg>
        <pc:sldLayoutChg chg="addSp modSp mod">
          <pc:chgData name="Khang Nguyễn Tấn Trần Minh" userId="c3808258-e92d-4bf9-b981-ea938a204001" providerId="ADAL" clId="{5B6F2BE7-3D84-4B5E-9065-D7CB14B9FA4B}" dt="2023-05-04T10:20:02.157" v="413" actId="6014"/>
          <pc:sldLayoutMkLst>
            <pc:docMk/>
            <pc:sldMasterMk cId="0" sldId="2147483648"/>
            <pc:sldLayoutMk cId="1795428293" sldId="2147483736"/>
          </pc:sldLayoutMkLst>
          <pc:spChg chg="add mod">
            <ac:chgData name="Khang Nguyễn Tấn Trần Minh" userId="c3808258-e92d-4bf9-b981-ea938a204001" providerId="ADAL" clId="{5B6F2BE7-3D84-4B5E-9065-D7CB14B9FA4B}" dt="2023-05-04T10:13:22.678" v="372"/>
            <ac:spMkLst>
              <pc:docMk/>
              <pc:sldMasterMk cId="0" sldId="2147483648"/>
              <pc:sldLayoutMk cId="1795428293" sldId="2147483736"/>
              <ac:spMk id="4" creationId="{DD504C8E-CD1E-7326-602A-6498C81631E4}"/>
            </ac:spMkLst>
          </pc:spChg>
          <pc:spChg chg="mod">
            <ac:chgData name="Khang Nguyễn Tấn Trần Minh" userId="c3808258-e92d-4bf9-b981-ea938a204001" providerId="ADAL" clId="{5B6F2BE7-3D84-4B5E-9065-D7CB14B9FA4B}" dt="2023-05-04T10:13:26.778" v="373" actId="14100"/>
            <ac:spMkLst>
              <pc:docMk/>
              <pc:sldMasterMk cId="0" sldId="2147483648"/>
              <pc:sldLayoutMk cId="1795428293" sldId="2147483736"/>
              <ac:spMk id="8" creationId="{96160E72-CB3B-4B35-B991-A52F0E9D9B5B}"/>
            </ac:spMkLst>
          </pc:spChg>
        </pc:sldLayoutChg>
        <pc:sldLayoutChg chg="mod ord">
          <pc:chgData name="Khang Nguyễn Tấn Trần Minh" userId="c3808258-e92d-4bf9-b981-ea938a204001" providerId="ADAL" clId="{5B6F2BE7-3D84-4B5E-9065-D7CB14B9FA4B}" dt="2023-05-04T10:20:10.002" v="414" actId="6014"/>
          <pc:sldLayoutMkLst>
            <pc:docMk/>
            <pc:sldMasterMk cId="0" sldId="2147483648"/>
            <pc:sldLayoutMk cId="4019919018" sldId="2147483737"/>
          </pc:sldLayoutMkLst>
        </pc:sldLayoutChg>
      </pc:sldMasterChg>
    </pc:docChg>
  </pc:docChgLst>
  <pc:docChgLst>
    <pc:chgData name="Khang Nguyen" userId="d78365940f7d9640" providerId="LiveId" clId="{35C7E309-74D5-4C22-9983-7CE5420B7F7D}"/>
    <pc:docChg chg="custSel addSld delSld modSld modMainMaster">
      <pc:chgData name="Khang Nguyen" userId="d78365940f7d9640" providerId="LiveId" clId="{35C7E309-74D5-4C22-9983-7CE5420B7F7D}" dt="2024-06-21T01:53:09.793" v="122" actId="478"/>
      <pc:docMkLst>
        <pc:docMk/>
      </pc:docMkLst>
      <pc:sldChg chg="modSp del mod">
        <pc:chgData name="Khang Nguyen" userId="d78365940f7d9640" providerId="LiveId" clId="{35C7E309-74D5-4C22-9983-7CE5420B7F7D}" dt="2024-06-04T08:12:40.184" v="14" actId="47"/>
        <pc:sldMkLst>
          <pc:docMk/>
          <pc:sldMk cId="2513082708" sldId="329"/>
        </pc:sldMkLst>
        <pc:spChg chg="mod">
          <ac:chgData name="Khang Nguyen" userId="d78365940f7d9640" providerId="LiveId" clId="{35C7E309-74D5-4C22-9983-7CE5420B7F7D}" dt="2024-06-04T08:11:24.893" v="10" actId="6549"/>
          <ac:spMkLst>
            <pc:docMk/>
            <pc:sldMk cId="2513082708" sldId="329"/>
            <ac:spMk id="2" creationId="{A2F805E7-BCE4-FAEE-98DF-55D674334D43}"/>
          </ac:spMkLst>
        </pc:spChg>
      </pc:sldChg>
      <pc:sldChg chg="del">
        <pc:chgData name="Khang Nguyen" userId="d78365940f7d9640" providerId="LiveId" clId="{35C7E309-74D5-4C22-9983-7CE5420B7F7D}" dt="2024-05-25T02:42:20.210" v="2" actId="47"/>
        <pc:sldMkLst>
          <pc:docMk/>
          <pc:sldMk cId="3634581261" sldId="331"/>
        </pc:sldMkLst>
      </pc:sldChg>
      <pc:sldChg chg="del">
        <pc:chgData name="Khang Nguyen" userId="d78365940f7d9640" providerId="LiveId" clId="{35C7E309-74D5-4C22-9983-7CE5420B7F7D}" dt="2024-05-25T02:42:20.210" v="2" actId="47"/>
        <pc:sldMkLst>
          <pc:docMk/>
          <pc:sldMk cId="3811616199" sldId="333"/>
        </pc:sldMkLst>
      </pc:sldChg>
      <pc:sldChg chg="del">
        <pc:chgData name="Khang Nguyen" userId="d78365940f7d9640" providerId="LiveId" clId="{35C7E309-74D5-4C22-9983-7CE5420B7F7D}" dt="2024-05-25T02:42:20.210" v="2" actId="47"/>
        <pc:sldMkLst>
          <pc:docMk/>
          <pc:sldMk cId="1418652103" sldId="334"/>
        </pc:sldMkLst>
      </pc:sldChg>
      <pc:sldChg chg="del">
        <pc:chgData name="Khang Nguyen" userId="d78365940f7d9640" providerId="LiveId" clId="{35C7E309-74D5-4C22-9983-7CE5420B7F7D}" dt="2024-05-25T02:42:20.210" v="2" actId="47"/>
        <pc:sldMkLst>
          <pc:docMk/>
          <pc:sldMk cId="1389685829" sldId="335"/>
        </pc:sldMkLst>
      </pc:sldChg>
      <pc:sldChg chg="del">
        <pc:chgData name="Khang Nguyen" userId="d78365940f7d9640" providerId="LiveId" clId="{35C7E309-74D5-4C22-9983-7CE5420B7F7D}" dt="2024-05-25T02:42:20.210" v="2" actId="47"/>
        <pc:sldMkLst>
          <pc:docMk/>
          <pc:sldMk cId="3787785886" sldId="336"/>
        </pc:sldMkLst>
      </pc:sldChg>
      <pc:sldChg chg="add del">
        <pc:chgData name="Khang Nguyen" userId="d78365940f7d9640" providerId="LiveId" clId="{35C7E309-74D5-4C22-9983-7CE5420B7F7D}" dt="2024-06-04T08:12:14.967" v="12" actId="47"/>
        <pc:sldMkLst>
          <pc:docMk/>
          <pc:sldMk cId="1584680975" sldId="1580"/>
        </pc:sldMkLst>
      </pc:sldChg>
      <pc:sldChg chg="addSp delSp modSp new mod modClrScheme chgLayout">
        <pc:chgData name="Khang Nguyen" userId="d78365940f7d9640" providerId="LiveId" clId="{35C7E309-74D5-4C22-9983-7CE5420B7F7D}" dt="2024-05-25T02:42:34.974" v="8" actId="700"/>
        <pc:sldMkLst>
          <pc:docMk/>
          <pc:sldMk cId="1962140461" sldId="1581"/>
        </pc:sldMkLst>
        <pc:spChg chg="del mod ord">
          <ac:chgData name="Khang Nguyen" userId="d78365940f7d9640" providerId="LiveId" clId="{35C7E309-74D5-4C22-9983-7CE5420B7F7D}" dt="2024-05-25T02:42:34.974" v="8" actId="700"/>
          <ac:spMkLst>
            <pc:docMk/>
            <pc:sldMk cId="1962140461" sldId="1581"/>
            <ac:spMk id="2" creationId="{AF3926FB-7950-6127-9C64-05F2C70A6C2B}"/>
          </ac:spMkLst>
        </pc:spChg>
        <pc:spChg chg="del mod ord">
          <ac:chgData name="Khang Nguyen" userId="d78365940f7d9640" providerId="LiveId" clId="{35C7E309-74D5-4C22-9983-7CE5420B7F7D}" dt="2024-05-25T02:42:34.974" v="8" actId="700"/>
          <ac:spMkLst>
            <pc:docMk/>
            <pc:sldMk cId="1962140461" sldId="1581"/>
            <ac:spMk id="3" creationId="{FA452EDE-A417-AEF2-1A42-9C7E3211F7DA}"/>
          </ac:spMkLst>
        </pc:spChg>
        <pc:spChg chg="del">
          <ac:chgData name="Khang Nguyen" userId="d78365940f7d9640" providerId="LiveId" clId="{35C7E309-74D5-4C22-9983-7CE5420B7F7D}" dt="2024-05-25T02:42:34.974" v="8" actId="700"/>
          <ac:spMkLst>
            <pc:docMk/>
            <pc:sldMk cId="1962140461" sldId="1581"/>
            <ac:spMk id="4" creationId="{F8C8C6BB-043E-7E16-8333-6EB049B7879B}"/>
          </ac:spMkLst>
        </pc:spChg>
        <pc:spChg chg="add mod ord">
          <ac:chgData name="Khang Nguyen" userId="d78365940f7d9640" providerId="LiveId" clId="{35C7E309-74D5-4C22-9983-7CE5420B7F7D}" dt="2024-05-25T02:42:34.974" v="8" actId="700"/>
          <ac:spMkLst>
            <pc:docMk/>
            <pc:sldMk cId="1962140461" sldId="1581"/>
            <ac:spMk id="5" creationId="{1F4EDFB0-8C63-F6A5-A7FB-BF92440C092C}"/>
          </ac:spMkLst>
        </pc:spChg>
        <pc:spChg chg="add mod ord">
          <ac:chgData name="Khang Nguyen" userId="d78365940f7d9640" providerId="LiveId" clId="{35C7E309-74D5-4C22-9983-7CE5420B7F7D}" dt="2024-05-25T02:42:34.974" v="8" actId="700"/>
          <ac:spMkLst>
            <pc:docMk/>
            <pc:sldMk cId="1962140461" sldId="1581"/>
            <ac:spMk id="6" creationId="{47A35324-87C7-D6C1-63D7-3755FEAFA1E0}"/>
          </ac:spMkLst>
        </pc:spChg>
      </pc:sldChg>
      <pc:sldChg chg="modSp add mod">
        <pc:chgData name="Khang Nguyen" userId="d78365940f7d9640" providerId="LiveId" clId="{35C7E309-74D5-4C22-9983-7CE5420B7F7D}" dt="2024-06-11T02:56:01.714" v="121" actId="207"/>
        <pc:sldMkLst>
          <pc:docMk/>
          <pc:sldMk cId="689292315" sldId="1685"/>
        </pc:sldMkLst>
        <pc:spChg chg="mod">
          <ac:chgData name="Khang Nguyen" userId="d78365940f7d9640" providerId="LiveId" clId="{35C7E309-74D5-4C22-9983-7CE5420B7F7D}" dt="2024-06-11T02:54:40.880" v="47" actId="207"/>
          <ac:spMkLst>
            <pc:docMk/>
            <pc:sldMk cId="689292315" sldId="1685"/>
            <ac:spMk id="2" creationId="{AB12137B-A093-1901-CF92-D46190AC2D12}"/>
          </ac:spMkLst>
        </pc:spChg>
        <pc:spChg chg="mod">
          <ac:chgData name="Khang Nguyen" userId="d78365940f7d9640" providerId="LiveId" clId="{35C7E309-74D5-4C22-9983-7CE5420B7F7D}" dt="2024-06-04T08:12:42.689" v="15" actId="6549"/>
          <ac:spMkLst>
            <pc:docMk/>
            <pc:sldMk cId="689292315" sldId="1685"/>
            <ac:spMk id="3" creationId="{BBCCE99F-98AE-48D4-96DD-B4149671A560}"/>
          </ac:spMkLst>
        </pc:spChg>
        <pc:spChg chg="mod">
          <ac:chgData name="Khang Nguyen" userId="d78365940f7d9640" providerId="LiveId" clId="{35C7E309-74D5-4C22-9983-7CE5420B7F7D}" dt="2024-06-11T02:56:01.714" v="121" actId="207"/>
          <ac:spMkLst>
            <pc:docMk/>
            <pc:sldMk cId="689292315" sldId="1685"/>
            <ac:spMk id="5" creationId="{3CEF2D3F-9DF7-4E24-9981-359DB558E96B}"/>
          </ac:spMkLst>
        </pc:spChg>
      </pc:sldChg>
      <pc:sldChg chg="add">
        <pc:chgData name="Khang Nguyen" userId="d78365940f7d9640" providerId="LiveId" clId="{35C7E309-74D5-4C22-9983-7CE5420B7F7D}" dt="2024-06-04T08:12:12.864" v="11"/>
        <pc:sldMkLst>
          <pc:docMk/>
          <pc:sldMk cId="2729217778" sldId="1960"/>
        </pc:sldMkLst>
      </pc:sldChg>
      <pc:sldMasterChg chg="modSp modSldLayout">
        <pc:chgData name="Khang Nguyen" userId="d78365940f7d9640" providerId="LiveId" clId="{35C7E309-74D5-4C22-9983-7CE5420B7F7D}" dt="2024-06-21T01:53:09.793" v="122" actId="478"/>
        <pc:sldMasterMkLst>
          <pc:docMk/>
          <pc:sldMasterMk cId="0" sldId="2147483648"/>
        </pc:sldMasterMkLst>
        <pc:spChg chg="mod">
          <ac:chgData name="Khang Nguyen" userId="d78365940f7d9640" providerId="LiveId" clId="{35C7E309-74D5-4C22-9983-7CE5420B7F7D}" dt="2024-06-04T08:11:15.228" v="9" actId="207"/>
          <ac:spMkLst>
            <pc:docMk/>
            <pc:sldMasterMk cId="0" sldId="2147483648"/>
            <ac:spMk id="1027" creationId="{00000000-0000-0000-0000-000000000000}"/>
          </ac:spMkLst>
        </pc:spChg>
        <pc:sldLayoutChg chg="delSp">
          <pc:chgData name="Khang Nguyen" userId="d78365940f7d9640" providerId="LiveId" clId="{35C7E309-74D5-4C22-9983-7CE5420B7F7D}" dt="2024-06-21T01:53:09.793" v="122" actId="478"/>
          <pc:sldLayoutMkLst>
            <pc:docMk/>
            <pc:sldMasterMk cId="0" sldId="2147483648"/>
            <pc:sldLayoutMk cId="405831110" sldId="2147483739"/>
          </pc:sldLayoutMkLst>
          <pc:spChg chg="del">
            <ac:chgData name="Khang Nguyen" userId="d78365940f7d9640" providerId="LiveId" clId="{35C7E309-74D5-4C22-9983-7CE5420B7F7D}" dt="2024-06-21T01:53:09.793" v="122" actId="478"/>
            <ac:spMkLst>
              <pc:docMk/>
              <pc:sldMasterMk cId="0" sldId="2147483648"/>
              <pc:sldLayoutMk cId="405831110" sldId="2147483739"/>
              <ac:spMk id="4" creationId="{00000000-0000-0000-0000-000000000000}"/>
            </ac:spMkLst>
          </pc:spChg>
        </pc:sldLayoutChg>
      </pc:sldMasterChg>
    </pc:docChg>
  </pc:docChgLst>
  <pc:docChgLst>
    <pc:chgData name="Nguyễn Tấn Trần Minh Khang" userId="c3808258-e92d-4bf9-b981-ea938a204001" providerId="ADAL" clId="{55A3E27D-B594-41B9-9D10-C9CCA0249D5D}"/>
    <pc:docChg chg="custSel addSld delSld modSld">
      <pc:chgData name="Nguyễn Tấn Trần Minh Khang" userId="c3808258-e92d-4bf9-b981-ea938a204001" providerId="ADAL" clId="{55A3E27D-B594-41B9-9D10-C9CCA0249D5D}" dt="2023-05-12T09:36:01.627" v="55" actId="20577"/>
      <pc:docMkLst>
        <pc:docMk/>
      </pc:docMkLst>
      <pc:sldChg chg="modSp mod">
        <pc:chgData name="Nguyễn Tấn Trần Minh Khang" userId="c3808258-e92d-4bf9-b981-ea938a204001" providerId="ADAL" clId="{55A3E27D-B594-41B9-9D10-C9CCA0249D5D}" dt="2023-05-12T09:36:01.627" v="55" actId="20577"/>
        <pc:sldMkLst>
          <pc:docMk/>
          <pc:sldMk cId="1418652103" sldId="334"/>
        </pc:sldMkLst>
        <pc:spChg chg="mod">
          <ac:chgData name="Nguyễn Tấn Trần Minh Khang" userId="c3808258-e92d-4bf9-b981-ea938a204001" providerId="ADAL" clId="{55A3E27D-B594-41B9-9D10-C9CCA0249D5D}" dt="2023-05-12T09:32:38.195" v="4" actId="20577"/>
          <ac:spMkLst>
            <pc:docMk/>
            <pc:sldMk cId="1418652103" sldId="334"/>
            <ac:spMk id="4" creationId="{1AB13242-DD4D-89D2-74BC-F0E9AB7E6039}"/>
          </ac:spMkLst>
        </pc:spChg>
        <pc:spChg chg="mod">
          <ac:chgData name="Nguyễn Tấn Trần Minh Khang" userId="c3808258-e92d-4bf9-b981-ea938a204001" providerId="ADAL" clId="{55A3E27D-B594-41B9-9D10-C9CCA0249D5D}" dt="2023-05-12T09:36:01.627" v="55" actId="20577"/>
          <ac:spMkLst>
            <pc:docMk/>
            <pc:sldMk cId="1418652103" sldId="334"/>
            <ac:spMk id="5" creationId="{140734C9-E94F-D731-0888-8A757681A86A}"/>
          </ac:spMkLst>
        </pc:spChg>
      </pc:sldChg>
      <pc:sldChg chg="del">
        <pc:chgData name="Nguyễn Tấn Trần Minh Khang" userId="c3808258-e92d-4bf9-b981-ea938a204001" providerId="ADAL" clId="{55A3E27D-B594-41B9-9D10-C9CCA0249D5D}" dt="2023-05-12T09:32:30.746" v="0" actId="47"/>
        <pc:sldMkLst>
          <pc:docMk/>
          <pc:sldMk cId="497330402" sldId="335"/>
        </pc:sldMkLst>
      </pc:sldChg>
      <pc:sldChg chg="add del">
        <pc:chgData name="Nguyễn Tấn Trần Minh Khang" userId="c3808258-e92d-4bf9-b981-ea938a204001" providerId="ADAL" clId="{55A3E27D-B594-41B9-9D10-C9CCA0249D5D}" dt="2023-05-12T09:33:11.818" v="25" actId="47"/>
        <pc:sldMkLst>
          <pc:docMk/>
          <pc:sldMk cId="1312028551" sldId="335"/>
        </pc:sldMkLst>
      </pc:sldChg>
      <pc:sldChg chg="addSp delSp modSp new mod modClrScheme chgLayout">
        <pc:chgData name="Nguyễn Tấn Trần Minh Khang" userId="c3808258-e92d-4bf9-b981-ea938a204001" providerId="ADAL" clId="{55A3E27D-B594-41B9-9D10-C9CCA0249D5D}" dt="2023-05-12T09:34:36.160" v="29" actId="700"/>
        <pc:sldMkLst>
          <pc:docMk/>
          <pc:sldMk cId="1389685829" sldId="335"/>
        </pc:sldMkLst>
        <pc:spChg chg="del mod ord">
          <ac:chgData name="Nguyễn Tấn Trần Minh Khang" userId="c3808258-e92d-4bf9-b981-ea938a204001" providerId="ADAL" clId="{55A3E27D-B594-41B9-9D10-C9CCA0249D5D}" dt="2023-05-12T09:33:55.606" v="27" actId="700"/>
          <ac:spMkLst>
            <pc:docMk/>
            <pc:sldMk cId="1389685829" sldId="335"/>
            <ac:spMk id="2" creationId="{6E416D9B-E048-201A-2ED8-9A40A7E71C4D}"/>
          </ac:spMkLst>
        </pc:spChg>
        <pc:spChg chg="del mod ord">
          <ac:chgData name="Nguyễn Tấn Trần Minh Khang" userId="c3808258-e92d-4bf9-b981-ea938a204001" providerId="ADAL" clId="{55A3E27D-B594-41B9-9D10-C9CCA0249D5D}" dt="2023-05-12T09:33:55.606" v="27" actId="700"/>
          <ac:spMkLst>
            <pc:docMk/>
            <pc:sldMk cId="1389685829" sldId="335"/>
            <ac:spMk id="3" creationId="{2B221100-A4A1-AF90-D1FE-F64B84F1B96B}"/>
          </ac:spMkLst>
        </pc:spChg>
        <pc:spChg chg="add del mod ord">
          <ac:chgData name="Nguyễn Tấn Trần Minh Khang" userId="c3808258-e92d-4bf9-b981-ea938a204001" providerId="ADAL" clId="{55A3E27D-B594-41B9-9D10-C9CCA0249D5D}" dt="2023-05-12T09:34:10.812" v="28" actId="700"/>
          <ac:spMkLst>
            <pc:docMk/>
            <pc:sldMk cId="1389685829" sldId="335"/>
            <ac:spMk id="4" creationId="{51BF8A63-5221-BF1B-04DA-A2EB2C35011A}"/>
          </ac:spMkLst>
        </pc:spChg>
        <pc:spChg chg="add del mod ord">
          <ac:chgData name="Nguyễn Tấn Trần Minh Khang" userId="c3808258-e92d-4bf9-b981-ea938a204001" providerId="ADAL" clId="{55A3E27D-B594-41B9-9D10-C9CCA0249D5D}" dt="2023-05-12T09:34:10.812" v="28" actId="700"/>
          <ac:spMkLst>
            <pc:docMk/>
            <pc:sldMk cId="1389685829" sldId="335"/>
            <ac:spMk id="5" creationId="{B31D502F-C6E4-839D-9146-561B8ACD481E}"/>
          </ac:spMkLst>
        </pc:spChg>
        <pc:spChg chg="add del mod ord">
          <ac:chgData name="Nguyễn Tấn Trần Minh Khang" userId="c3808258-e92d-4bf9-b981-ea938a204001" providerId="ADAL" clId="{55A3E27D-B594-41B9-9D10-C9CCA0249D5D}" dt="2023-05-12T09:34:10.812" v="28" actId="700"/>
          <ac:spMkLst>
            <pc:docMk/>
            <pc:sldMk cId="1389685829" sldId="335"/>
            <ac:spMk id="6" creationId="{B8A8F07C-6E44-809F-180F-B8286B1D47A1}"/>
          </ac:spMkLst>
        </pc:spChg>
        <pc:spChg chg="add del mod ord">
          <ac:chgData name="Nguyễn Tấn Trần Minh Khang" userId="c3808258-e92d-4bf9-b981-ea938a204001" providerId="ADAL" clId="{55A3E27D-B594-41B9-9D10-C9CCA0249D5D}" dt="2023-05-12T09:34:36.160" v="29" actId="700"/>
          <ac:spMkLst>
            <pc:docMk/>
            <pc:sldMk cId="1389685829" sldId="335"/>
            <ac:spMk id="7" creationId="{ADE1EDA1-458C-2EE5-AC0B-A07F7D7C2222}"/>
          </ac:spMkLst>
        </pc:spChg>
        <pc:spChg chg="add del mod ord">
          <ac:chgData name="Nguyễn Tấn Trần Minh Khang" userId="c3808258-e92d-4bf9-b981-ea938a204001" providerId="ADAL" clId="{55A3E27D-B594-41B9-9D10-C9CCA0249D5D}" dt="2023-05-12T09:34:36.160" v="29" actId="700"/>
          <ac:spMkLst>
            <pc:docMk/>
            <pc:sldMk cId="1389685829" sldId="335"/>
            <ac:spMk id="8" creationId="{C7826691-18AE-2658-26E1-3CA8BBB48AED}"/>
          </ac:spMkLst>
        </pc:spChg>
        <pc:spChg chg="add del mod ord">
          <ac:chgData name="Nguyễn Tấn Trần Minh Khang" userId="c3808258-e92d-4bf9-b981-ea938a204001" providerId="ADAL" clId="{55A3E27D-B594-41B9-9D10-C9CCA0249D5D}" dt="2023-05-12T09:34:36.160" v="29" actId="700"/>
          <ac:spMkLst>
            <pc:docMk/>
            <pc:sldMk cId="1389685829" sldId="335"/>
            <ac:spMk id="9" creationId="{D3B0C90A-8FED-0C11-70AF-AF50F9C4AF50}"/>
          </ac:spMkLst>
        </pc:spChg>
        <pc:spChg chg="add del mod ord">
          <ac:chgData name="Nguyễn Tấn Trần Minh Khang" userId="c3808258-e92d-4bf9-b981-ea938a204001" providerId="ADAL" clId="{55A3E27D-B594-41B9-9D10-C9CCA0249D5D}" dt="2023-05-12T09:34:36.160" v="29" actId="700"/>
          <ac:spMkLst>
            <pc:docMk/>
            <pc:sldMk cId="1389685829" sldId="335"/>
            <ac:spMk id="10" creationId="{F588B214-5DF2-E219-7B4C-51E20FA801F5}"/>
          </ac:spMkLst>
        </pc:spChg>
        <pc:spChg chg="add mod ord">
          <ac:chgData name="Nguyễn Tấn Trần Minh Khang" userId="c3808258-e92d-4bf9-b981-ea938a204001" providerId="ADAL" clId="{55A3E27D-B594-41B9-9D10-C9CCA0249D5D}" dt="2023-05-12T09:34:36.160" v="29" actId="700"/>
          <ac:spMkLst>
            <pc:docMk/>
            <pc:sldMk cId="1389685829" sldId="335"/>
            <ac:spMk id="11" creationId="{FB907C43-46C3-B1FF-1816-F574A18E0E0F}"/>
          </ac:spMkLst>
        </pc:spChg>
        <pc:spChg chg="add mod ord">
          <ac:chgData name="Nguyễn Tấn Trần Minh Khang" userId="c3808258-e92d-4bf9-b981-ea938a204001" providerId="ADAL" clId="{55A3E27D-B594-41B9-9D10-C9CCA0249D5D}" dt="2023-05-12T09:34:36.160" v="29" actId="700"/>
          <ac:spMkLst>
            <pc:docMk/>
            <pc:sldMk cId="1389685829" sldId="335"/>
            <ac:spMk id="12" creationId="{199A7CCF-8679-FAAE-BDFC-C319E3DF6E7B}"/>
          </ac:spMkLst>
        </pc:spChg>
        <pc:spChg chg="add mod ord">
          <ac:chgData name="Nguyễn Tấn Trần Minh Khang" userId="c3808258-e92d-4bf9-b981-ea938a204001" providerId="ADAL" clId="{55A3E27D-B594-41B9-9D10-C9CCA0249D5D}" dt="2023-05-12T09:34:36.160" v="29" actId="700"/>
          <ac:spMkLst>
            <pc:docMk/>
            <pc:sldMk cId="1389685829" sldId="335"/>
            <ac:spMk id="13" creationId="{A6FEF869-55E0-1168-6805-0FBFC8F748B6}"/>
          </ac:spMkLst>
        </pc:spChg>
      </pc:sldChg>
      <pc:sldChg chg="del">
        <pc:chgData name="Nguyễn Tấn Trần Minh Khang" userId="c3808258-e92d-4bf9-b981-ea938a204001" providerId="ADAL" clId="{55A3E27D-B594-41B9-9D10-C9CCA0249D5D}" dt="2023-05-12T09:33:02.141" v="23" actId="47"/>
        <pc:sldMkLst>
          <pc:docMk/>
          <pc:sldMk cId="3069712246" sldId="336"/>
        </pc:sldMkLst>
      </pc:sldChg>
      <pc:sldChg chg="new">
        <pc:chgData name="Nguyễn Tấn Trần Minh Khang" userId="c3808258-e92d-4bf9-b981-ea938a204001" providerId="ADAL" clId="{55A3E27D-B594-41B9-9D10-C9CCA0249D5D}" dt="2023-05-12T09:34:48.665" v="30" actId="680"/>
        <pc:sldMkLst>
          <pc:docMk/>
          <pc:sldMk cId="3787785886" sldId="33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hasCustomPrompt="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lvl="0"/>
            <a:r>
              <a:rPr lang="en-US"/>
              <a:t>Click to edit Master text styles</a:t>
            </a:r>
          </a:p>
        </p:txBody>
      </p:sp>
    </p:spTree>
    <p:extLst>
      <p:ext uri="{BB962C8B-B14F-4D97-AF65-F5344CB8AC3E}">
        <p14:creationId xmlns:p14="http://schemas.microsoft.com/office/powerpoint/2010/main" val="20303702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304800" y="3886200"/>
            <a:ext cx="5715000"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6172200" y="3886200"/>
            <a:ext cx="5715002"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Tree>
    <p:extLst>
      <p:ext uri="{BB962C8B-B14F-4D97-AF65-F5344CB8AC3E}">
        <p14:creationId xmlns:p14="http://schemas.microsoft.com/office/powerpoint/2010/main" val="2009819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Tree>
    <p:extLst>
      <p:ext uri="{BB962C8B-B14F-4D97-AF65-F5344CB8AC3E}">
        <p14:creationId xmlns:p14="http://schemas.microsoft.com/office/powerpoint/2010/main" val="9999548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7655369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8078312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5204C06E-4BFD-7AE1-C5B0-925E1CA3A006}"/>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041032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2709091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EC143EFF-2D7C-66B4-AFBA-F0B1D61C26BE}"/>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8542277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0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8213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6749198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0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5822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
        <p:nvSpPr>
          <p:cNvPr id="2" name="Content Placeholder 2">
            <a:extLst>
              <a:ext uri="{FF2B5EF4-FFF2-40B4-BE49-F238E27FC236}">
                <a16:creationId xmlns:a16="http://schemas.microsoft.com/office/drawing/2014/main" id="{6A22855E-2136-B0AC-54BE-3BB2AF005D9A}"/>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460930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B16425CE-E883-3624-A5E7-4BF4CB536FFC}"/>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3599389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41425375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028212B4-9DFE-2A94-C8E6-5E7E3C27E079}"/>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98962295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9636457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405831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797E723B-E223-C420-ED51-5B5A20516705}"/>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7367636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07704203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4" name="Content Placeholder 2">
            <a:extLst>
              <a:ext uri="{FF2B5EF4-FFF2-40B4-BE49-F238E27FC236}">
                <a16:creationId xmlns:a16="http://schemas.microsoft.com/office/drawing/2014/main" id="{BCC583C3-4424-7F8E-3E7B-CA6ADF0427B0}"/>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2488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2359152" cy="4525963"/>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0"/>
            <a:ext cx="8458200" cy="4525963"/>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62023714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2359152" cy="4286864"/>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1"/>
            <a:ext cx="8458200" cy="4286864"/>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
        <p:nvSpPr>
          <p:cNvPr id="4" name="Content Placeholder 2">
            <a:extLst>
              <a:ext uri="{FF2B5EF4-FFF2-40B4-BE49-F238E27FC236}">
                <a16:creationId xmlns:a16="http://schemas.microsoft.com/office/drawing/2014/main" id="{55D3D54F-B6A2-F83D-2883-0F1C5B49BCD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33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Two Content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90127688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895A939C-68D5-2DF8-CDA1-EB138EB7C0CD}"/>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55776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285875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E44EB4D9-43E9-2D6E-F53C-2767330A2DF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49616116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0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599"/>
            <a:ext cx="6815667" cy="51530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66399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02">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600"/>
            <a:ext cx="6815667" cy="4896464"/>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4519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2">
            <a:extLst>
              <a:ext uri="{FF2B5EF4-FFF2-40B4-BE49-F238E27FC236}">
                <a16:creationId xmlns:a16="http://schemas.microsoft.com/office/drawing/2014/main" id="{10B9B77A-A705-2B88-D26C-888E54B9A2A2}"/>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2131758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9456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921189"/>
            <a:ext cx="10972800" cy="219456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80409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031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781425"/>
            <a:ext cx="10972800" cy="210312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57311796-72DC-4BB7-31C2-CB4F68F76B2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2918828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6"/>
            <a:ext cx="10972800" cy="3014661"/>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61306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Up Dow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7"/>
            <a:ext cx="10972800" cy="2767688"/>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D504C8E-CD1E-7326-602A-6498C81631E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9542829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Up Dow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30175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726052"/>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9190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Up Dow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8193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552950"/>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4A4C1F9-81CD-D56F-EC94-62A54EC01336}"/>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8855404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ir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ir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62465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5016765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2">
            <a:extLst>
              <a:ext uri="{FF2B5EF4-FFF2-40B4-BE49-F238E27FC236}">
                <a16:creationId xmlns:a16="http://schemas.microsoft.com/office/drawing/2014/main" id="{166FD81B-D664-FF76-F971-91B15C5A35D7}"/>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61333859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endParaRPr lang="en-US"/>
          </a:p>
        </p:txBody>
      </p:sp>
    </p:spTree>
    <p:extLst>
      <p:ext uri="{BB962C8B-B14F-4D97-AF65-F5344CB8AC3E}">
        <p14:creationId xmlns:p14="http://schemas.microsoft.com/office/powerpoint/2010/main" val="18096763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411271961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01">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87566929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02">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15058400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0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578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4699038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04">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30361094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7194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8600" y="2130426"/>
            <a:ext cx="11811000" cy="3508374"/>
          </a:xfrm>
        </p:spPr>
        <p:txBody>
          <a:bodyPr/>
          <a:lstStyle>
            <a:lvl1pPr>
              <a:defRPr sz="2000"/>
            </a:lvl1pPr>
          </a:lstStyle>
          <a:p>
            <a:r>
              <a:rPr lang="en-US" sz="4800"/>
              <a:t>Cảm ơn quí vị đã lắng nghe</a:t>
            </a:r>
            <a:br>
              <a:rPr lang="en-US" sz="4800"/>
            </a:br>
            <a:br>
              <a:rPr lang="en-US" sz="4800"/>
            </a:br>
            <a:r>
              <a:rPr lang="en-US" sz="4800">
                <a:solidFill>
                  <a:srgbClr val="0066FF"/>
                </a:solidFill>
              </a:rPr>
              <a:t>ĐẠI HỌC QUỐC GIA TP.HCM</a:t>
            </a:r>
            <a:br>
              <a:rPr lang="en-US" sz="4800">
                <a:solidFill>
                  <a:srgbClr val="0066FF"/>
                </a:solidFill>
              </a:rPr>
            </a:br>
            <a:r>
              <a:rPr lang="en-US" sz="4400">
                <a:solidFill>
                  <a:srgbClr val="FF0000"/>
                </a:solidFill>
              </a:rPr>
              <a:t>TR</a:t>
            </a:r>
            <a:r>
              <a:rPr lang="vi-VN" sz="4400">
                <a:solidFill>
                  <a:srgbClr val="FF0000"/>
                </a:solidFill>
              </a:rPr>
              <a:t>Ư</a:t>
            </a:r>
            <a:r>
              <a:rPr lang="en-US" sz="4400">
                <a:solidFill>
                  <a:srgbClr val="FF0000"/>
                </a:solidFill>
              </a:rPr>
              <a:t>ỜNG ĐH CÔNG NGHỆ THÔNG TIN</a:t>
            </a:r>
            <a:br>
              <a:rPr lang="en-US" sz="4400">
                <a:solidFill>
                  <a:srgbClr val="FF0000"/>
                </a:solidFill>
              </a:rPr>
            </a:br>
            <a:r>
              <a:rPr lang="en-US" sz="4400">
                <a:solidFill>
                  <a:srgbClr val="0066FF"/>
                </a:solidFill>
              </a:rPr>
              <a:t>TOÀN DIỆN – SÁNG TẠO – PHỤNG SỰ</a:t>
            </a:r>
            <a:r>
              <a:rPr lang="en-US" sz="4400"/>
              <a:t> </a:t>
            </a:r>
            <a:endParaRPr lang="vi-VN"/>
          </a:p>
        </p:txBody>
      </p:sp>
    </p:spTree>
    <p:extLst>
      <p:ext uri="{BB962C8B-B14F-4D97-AF65-F5344CB8AC3E}">
        <p14:creationId xmlns:p14="http://schemas.microsoft.com/office/powerpoint/2010/main" val="23944640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260179132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1">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3" r:id="rId3"/>
    <p:sldLayoutId id="2147483652" r:id="rId4"/>
    <p:sldLayoutId id="2147483650" r:id="rId5"/>
    <p:sldLayoutId id="2147483677" r:id="rId6"/>
    <p:sldLayoutId id="2147483691" r:id="rId7"/>
    <p:sldLayoutId id="2147483724" r:id="rId8"/>
    <p:sldLayoutId id="2147483699" r:id="rId9"/>
    <p:sldLayoutId id="2147483725" r:id="rId10"/>
    <p:sldLayoutId id="2147483717" r:id="rId11"/>
    <p:sldLayoutId id="2147483726" r:id="rId12"/>
    <p:sldLayoutId id="2147483653" r:id="rId13"/>
    <p:sldLayoutId id="2147483727" r:id="rId14"/>
    <p:sldLayoutId id="2147483706" r:id="rId15"/>
    <p:sldLayoutId id="2147483728" r:id="rId16"/>
    <p:sldLayoutId id="2147483708" r:id="rId17"/>
    <p:sldLayoutId id="2147483739" r:id="rId18"/>
    <p:sldLayoutId id="2147483729" r:id="rId19"/>
    <p:sldLayoutId id="2147483700" r:id="rId20"/>
    <p:sldLayoutId id="2147483730" r:id="rId21"/>
    <p:sldLayoutId id="2147483707" r:id="rId22"/>
    <p:sldLayoutId id="2147483731" r:id="rId23"/>
    <p:sldLayoutId id="2147483712" r:id="rId24"/>
    <p:sldLayoutId id="2147483732" r:id="rId25"/>
    <p:sldLayoutId id="2147483713" r:id="rId26"/>
    <p:sldLayoutId id="2147483733" r:id="rId27"/>
    <p:sldLayoutId id="2147483715" r:id="rId28"/>
    <p:sldLayoutId id="2147483734" r:id="rId29"/>
    <p:sldLayoutId id="2147483701" r:id="rId30"/>
    <p:sldLayoutId id="2147483735" r:id="rId31"/>
    <p:sldLayoutId id="2147483710" r:id="rId32"/>
    <p:sldLayoutId id="2147483736" r:id="rId33"/>
    <p:sldLayoutId id="2147483737" r:id="rId34"/>
    <p:sldLayoutId id="2147483711" r:id="rId35"/>
    <p:sldLayoutId id="2147483686" r:id="rId36"/>
    <p:sldLayoutId id="2147483718" r:id="rId37"/>
    <p:sldLayoutId id="2147483694" r:id="rId38"/>
    <p:sldLayoutId id="2147483688" r:id="rId39"/>
    <p:sldLayoutId id="2147483719" r:id="rId40"/>
    <p:sldLayoutId id="2147483687" r:id="rId41"/>
    <p:sldLayoutId id="2147483655" r:id="rId42"/>
    <p:sldLayoutId id="2147483702" r:id="rId43"/>
    <p:sldLayoutId id="2147483703" r:id="rId44"/>
    <p:sldLayoutId id="2147483704" r:id="rId45"/>
    <p:sldLayoutId id="2147483705" r:id="rId46"/>
    <p:sldLayoutId id="2147483716" r:id="rId47"/>
    <p:sldLayoutId id="2147483720" r:id="rId48"/>
    <p:sldLayoutId id="2147483738" r:id="rId49"/>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just" rtl="0" eaLnBrk="0" fontAlgn="base" hangingPunct="0">
        <a:spcBef>
          <a:spcPct val="20000"/>
        </a:spcBef>
        <a:spcAft>
          <a:spcPct val="0"/>
        </a:spcAft>
        <a:buFont typeface="Arial" panose="020B0604020202020204" pitchFamily="34" charset="0"/>
        <a:buChar char="+"/>
        <a:defRPr sz="2800">
          <a:solidFill>
            <a:srgbClr val="FF0000"/>
          </a:solidFill>
          <a:latin typeface="+mn-lt"/>
        </a:defRPr>
      </a:lvl2pPr>
      <a:lvl3pPr marL="1143000" indent="-228600" algn="just"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4C86-7609-D4A3-1353-AEB012BFE77C}"/>
              </a:ext>
            </a:extLst>
          </p:cNvPr>
          <p:cNvSpPr>
            <a:spLocks noGrp="1"/>
          </p:cNvSpPr>
          <p:nvPr>
            <p:ph type="ctrTitle"/>
          </p:nvPr>
        </p:nvSpPr>
        <p:spPr/>
        <p:txBody>
          <a:bodyPr/>
          <a:lstStyle/>
          <a:p>
            <a:r>
              <a:rPr lang="en-US"/>
              <a:t>THIẾT KẾ DỮ LIỆU</a:t>
            </a:r>
          </a:p>
        </p:txBody>
      </p:sp>
      <p:sp>
        <p:nvSpPr>
          <p:cNvPr id="3" name="Subtitle 2">
            <a:extLst>
              <a:ext uri="{FF2B5EF4-FFF2-40B4-BE49-F238E27FC236}">
                <a16:creationId xmlns:a16="http://schemas.microsoft.com/office/drawing/2014/main" id="{57C4F488-B428-666E-969C-22FA8787B94D}"/>
              </a:ext>
            </a:extLst>
          </p:cNvPr>
          <p:cNvSpPr>
            <a:spLocks noGrp="1"/>
          </p:cNvSpPr>
          <p:nvPr>
            <p:ph type="subTitle" idx="1"/>
          </p:nvPr>
        </p:nvSpPr>
        <p:spPr/>
        <p:txBody>
          <a:bodyPr/>
          <a:lstStyle/>
          <a:p>
            <a:r>
              <a:rPr lang="en-US"/>
              <a:t>TS. Nguyễn Tấn Trần Minh Khang</a:t>
            </a:r>
          </a:p>
        </p:txBody>
      </p:sp>
    </p:spTree>
    <p:extLst>
      <p:ext uri="{BB962C8B-B14F-4D97-AF65-F5344CB8AC3E}">
        <p14:creationId xmlns:p14="http://schemas.microsoft.com/office/powerpoint/2010/main" val="196214046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D6980E-F1CC-08EE-D6C3-24E137E1CE09}"/>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5E3FA065-3E74-BDB4-DBB9-C7A63DDDAB3D}"/>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20557908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25D2-1E1A-3556-5896-6048C13B40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50F75F-C69B-8BF9-C222-04649D6798B4}"/>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76A18E90-D57F-632E-7163-472758CA40C5}"/>
              </a:ext>
            </a:extLst>
          </p:cNvPr>
          <p:cNvSpPr>
            <a:spLocks noGrp="1"/>
          </p:cNvSpPr>
          <p:nvPr>
            <p:ph idx="1"/>
          </p:nvPr>
        </p:nvSpPr>
        <p:spPr/>
        <p:txBody>
          <a:bodyPr/>
          <a:lstStyle/>
          <a:p>
            <a:pPr marL="514350" indent="-514350">
              <a:buFont typeface="+mj-lt"/>
              <a:buAutoNum type="arabicPeriod"/>
            </a:pPr>
            <a:r>
              <a:rPr lang="en-US">
                <a:solidFill>
                  <a:schemeClr val="tx1"/>
                </a:solidFill>
                <a:highlight>
                  <a:srgbClr val="FFFF00"/>
                </a:highlight>
              </a:rPr>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314678179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E855A6-8370-AF08-A2A9-033AD6D61775}"/>
              </a:ext>
            </a:extLst>
          </p:cNvPr>
          <p:cNvSpPr>
            <a:spLocks noGrp="1"/>
          </p:cNvSpPr>
          <p:nvPr>
            <p:ph type="title"/>
          </p:nvPr>
        </p:nvSpPr>
        <p:spPr/>
        <p:txBody>
          <a:bodyPr/>
          <a:lstStyle/>
          <a:p>
            <a:r>
              <a:rPr lang="en-US"/>
              <a:t>Thiết kế dữ liệu</a:t>
            </a:r>
          </a:p>
        </p:txBody>
      </p:sp>
      <p:pic>
        <p:nvPicPr>
          <p:cNvPr id="1028" name="Picture 4" descr="Scrum Framework] Sprint là gì? - Scrum Viet">
            <a:extLst>
              <a:ext uri="{FF2B5EF4-FFF2-40B4-BE49-F238E27FC236}">
                <a16:creationId xmlns:a16="http://schemas.microsoft.com/office/drawing/2014/main" id="{253EBEA4-C634-75F6-25B6-3BACEB178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260451"/>
            <a:ext cx="9601200" cy="320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554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0EB9-1EA3-C023-48F0-2BB329690E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D42DA9-11AC-E8FD-9673-5ABD984C9479}"/>
              </a:ext>
            </a:extLst>
          </p:cNvPr>
          <p:cNvSpPr>
            <a:spLocks noGrp="1"/>
          </p:cNvSpPr>
          <p:nvPr>
            <p:ph type="title"/>
          </p:nvPr>
        </p:nvSpPr>
        <p:spPr/>
        <p:txBody>
          <a:bodyPr/>
          <a:lstStyle/>
          <a:p>
            <a:r>
              <a:rPr lang="en-US"/>
              <a:t>Thiết kế dữ liệu</a:t>
            </a:r>
          </a:p>
        </p:txBody>
      </p:sp>
      <p:pic>
        <p:nvPicPr>
          <p:cNvPr id="2050" name="Picture 2" descr="Implementing Scrum and the Agile Management Process | College of Business  and Economics | Western Washington University">
            <a:extLst>
              <a:ext uri="{FF2B5EF4-FFF2-40B4-BE49-F238E27FC236}">
                <a16:creationId xmlns:a16="http://schemas.microsoft.com/office/drawing/2014/main" id="{71ED7F07-EB81-AA3D-EBD7-BCBEC2322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935" y="1600200"/>
            <a:ext cx="866213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1980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DDE3-14F9-0346-B923-877B13989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EE347B-86C3-8EC0-0C0C-CF9D9B863C63}"/>
              </a:ext>
            </a:extLst>
          </p:cNvPr>
          <p:cNvSpPr>
            <a:spLocks noGrp="1"/>
          </p:cNvSpPr>
          <p:nvPr>
            <p:ph type="title"/>
          </p:nvPr>
        </p:nvSpPr>
        <p:spPr/>
        <p:txBody>
          <a:bodyPr/>
          <a:lstStyle/>
          <a:p>
            <a:r>
              <a:rPr lang="en-US"/>
              <a:t>Thiết kế dữ liệu</a:t>
            </a:r>
          </a:p>
        </p:txBody>
      </p:sp>
      <p:pic>
        <p:nvPicPr>
          <p:cNvPr id="4" name="Content Placeholder 3">
            <a:extLst>
              <a:ext uri="{FF2B5EF4-FFF2-40B4-BE49-F238E27FC236}">
                <a16:creationId xmlns:a16="http://schemas.microsoft.com/office/drawing/2014/main" id="{958062CD-880A-C285-85B0-33186CF80E69}"/>
              </a:ext>
            </a:extLst>
          </p:cNvPr>
          <p:cNvPicPr>
            <a:picLocks noGrp="1" noChangeAspect="1"/>
          </p:cNvPicPr>
          <p:nvPr>
            <p:ph idx="1"/>
          </p:nvPr>
        </p:nvPicPr>
        <p:blipFill>
          <a:blip r:embed="rId2"/>
          <a:stretch>
            <a:fillRect/>
          </a:stretch>
        </p:blipFill>
        <p:spPr bwMode="auto">
          <a:xfrm>
            <a:off x="2933142" y="1600200"/>
            <a:ext cx="632571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8060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0FCA-CF70-B93A-BA5F-A39024841301}"/>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8B124FF4-826B-B8CB-C4FB-9C1FF48DD8E0}"/>
              </a:ext>
            </a:extLst>
          </p:cNvPr>
          <p:cNvSpPr>
            <a:spLocks noGrp="1"/>
          </p:cNvSpPr>
          <p:nvPr>
            <p:ph idx="1"/>
          </p:nvPr>
        </p:nvSpPr>
        <p:spPr/>
        <p:txBody>
          <a:bodyPr/>
          <a:lstStyle/>
          <a:p>
            <a:r>
              <a:rPr lang="vi-VN"/>
              <a:t>Mục tiêu thiết kế dữ liệu trong phát triển phần mềm là đảm bảo rằng hệ thống phần mềm có thể lưu trữ, xử lý và truy xuất dữ liệu một cách hiệu quả, chính xác và an toàn. </a:t>
            </a:r>
            <a:endParaRPr lang="en-US"/>
          </a:p>
          <a:p>
            <a:r>
              <a:rPr lang="vi-VN">
                <a:solidFill>
                  <a:srgbClr val="FF0000"/>
                </a:solidFill>
              </a:rPr>
              <a:t>Thiết kế dữ liệu đóng vai trò quan trọng trong việc xây dựng nền tảng vững chắc cho hệ thống và giúp hệ thống hoạt động tối ưu.</a:t>
            </a:r>
            <a:endParaRPr lang="en-US">
              <a:solidFill>
                <a:srgbClr val="FF0000"/>
              </a:solidFill>
            </a:endParaRPr>
          </a:p>
          <a:p>
            <a:endParaRPr lang="en-US"/>
          </a:p>
        </p:txBody>
      </p:sp>
    </p:spTree>
    <p:extLst>
      <p:ext uri="{BB962C8B-B14F-4D97-AF65-F5344CB8AC3E}">
        <p14:creationId xmlns:p14="http://schemas.microsoft.com/office/powerpoint/2010/main" val="31980018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EC0D-D319-E7A3-90E4-9F90BC565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48ADD-20EB-159A-E493-433F4E779619}"/>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D3BA8707-1E1E-0C7E-7EF0-261F663425F1}"/>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endParaRPr lang="en-US"/>
          </a:p>
        </p:txBody>
      </p:sp>
      <p:sp>
        <p:nvSpPr>
          <p:cNvPr id="5" name="Content Placeholder 4">
            <a:extLst>
              <a:ext uri="{FF2B5EF4-FFF2-40B4-BE49-F238E27FC236}">
                <a16:creationId xmlns:a16="http://schemas.microsoft.com/office/drawing/2014/main" id="{1D997DDB-77B6-A4BF-B78A-E9264762025A}"/>
              </a:ext>
            </a:extLst>
          </p:cNvPr>
          <p:cNvSpPr>
            <a:spLocks noGrp="1"/>
          </p:cNvSpPr>
          <p:nvPr>
            <p:ph sz="half" idx="2"/>
          </p:nvPr>
        </p:nvSpPr>
        <p:spPr/>
        <p:txBody>
          <a:bodyPr/>
          <a:lstStyle/>
          <a:p>
            <a:r>
              <a:rPr lang="vi-VN"/>
              <a:t>Tối ưu hóa hiệu suất: Thiết kế dữ liệu phải đảm bảo rằng việc truy xuất, cập nhật, và xử lý dữ liệu diễn ra nhanh chóng và hiệu quả, giúp hệ thống hoạt động mượt mà, ngay cả khi có lượng dữ liệu lớn.</a:t>
            </a:r>
            <a:endParaRPr lang="en-US"/>
          </a:p>
        </p:txBody>
      </p:sp>
    </p:spTree>
    <p:extLst>
      <p:ext uri="{BB962C8B-B14F-4D97-AF65-F5344CB8AC3E}">
        <p14:creationId xmlns:p14="http://schemas.microsoft.com/office/powerpoint/2010/main" val="118352437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CD50-7F3D-A269-D7B4-CD45B732F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D1FEC-478C-F7F2-A53D-420AAE14C593}"/>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D9179107-15D1-4A1A-AB93-5DDA1F1DAC8A}"/>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endParaRPr lang="en-US"/>
          </a:p>
        </p:txBody>
      </p:sp>
      <p:sp>
        <p:nvSpPr>
          <p:cNvPr id="5" name="Content Placeholder 4">
            <a:extLst>
              <a:ext uri="{FF2B5EF4-FFF2-40B4-BE49-F238E27FC236}">
                <a16:creationId xmlns:a16="http://schemas.microsoft.com/office/drawing/2014/main" id="{C6120997-1B21-331C-C76B-AA5E9714A604}"/>
              </a:ext>
            </a:extLst>
          </p:cNvPr>
          <p:cNvSpPr>
            <a:spLocks noGrp="1"/>
          </p:cNvSpPr>
          <p:nvPr>
            <p:ph sz="half" idx="2"/>
          </p:nvPr>
        </p:nvSpPr>
        <p:spPr/>
        <p:txBody>
          <a:bodyPr/>
          <a:lstStyle/>
          <a:p>
            <a:r>
              <a:rPr lang="vi-VN" sz="2400"/>
              <a:t>Đảm bảo tính toàn vẹn của dữ liệu: Dữ liệu phải chính xác và nhất quán. Thiết kế cần đảm bảo rằng các ràng buộc và quy tắc (constraints) được áp dụng để bảo vệ tính toàn vẹn của dữ liệu, tránh sai sót hay mất mát thông tin.</a:t>
            </a:r>
            <a:endParaRPr lang="en-US" sz="2400"/>
          </a:p>
        </p:txBody>
      </p:sp>
    </p:spTree>
    <p:extLst>
      <p:ext uri="{BB962C8B-B14F-4D97-AF65-F5344CB8AC3E}">
        <p14:creationId xmlns:p14="http://schemas.microsoft.com/office/powerpoint/2010/main" val="202785026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D96FB-CAE7-92E7-60EB-A968FAF2A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5C4E0-8375-5CF9-A09F-0AED0019FCCA}"/>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3D554E80-8E4C-1C72-6315-9A437443B778}"/>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endParaRPr lang="en-US"/>
          </a:p>
        </p:txBody>
      </p:sp>
      <p:sp>
        <p:nvSpPr>
          <p:cNvPr id="5" name="Content Placeholder 4">
            <a:extLst>
              <a:ext uri="{FF2B5EF4-FFF2-40B4-BE49-F238E27FC236}">
                <a16:creationId xmlns:a16="http://schemas.microsoft.com/office/drawing/2014/main" id="{B4F94388-B500-1103-7A63-4240FE361241}"/>
              </a:ext>
            </a:extLst>
          </p:cNvPr>
          <p:cNvSpPr>
            <a:spLocks noGrp="1"/>
          </p:cNvSpPr>
          <p:nvPr>
            <p:ph sz="half" idx="2"/>
          </p:nvPr>
        </p:nvSpPr>
        <p:spPr/>
        <p:txBody>
          <a:bodyPr/>
          <a:lstStyle/>
          <a:p>
            <a:r>
              <a:rPr lang="vi-VN"/>
              <a:t>Khả năng mở rộng: Hệ thống phải có khả năng mở rộng để có thể xử lý dữ liệu ngày càng tăng mà không làm giảm hiệu suất hoặc chất lượng.</a:t>
            </a:r>
            <a:endParaRPr lang="en-US"/>
          </a:p>
        </p:txBody>
      </p:sp>
    </p:spTree>
    <p:extLst>
      <p:ext uri="{BB962C8B-B14F-4D97-AF65-F5344CB8AC3E}">
        <p14:creationId xmlns:p14="http://schemas.microsoft.com/office/powerpoint/2010/main" val="55304439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1F19-0C87-6772-0A15-AB91A009C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0F691-ED37-2FE2-8E5A-F698DAB66789}"/>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46633B1E-33B6-D917-CF2D-2D33635E56FB}"/>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endParaRPr lang="en-US"/>
          </a:p>
        </p:txBody>
      </p:sp>
      <p:sp>
        <p:nvSpPr>
          <p:cNvPr id="5" name="Content Placeholder 4">
            <a:extLst>
              <a:ext uri="{FF2B5EF4-FFF2-40B4-BE49-F238E27FC236}">
                <a16:creationId xmlns:a16="http://schemas.microsoft.com/office/drawing/2014/main" id="{81B0637C-5654-E1F3-6352-988EA2A3D280}"/>
              </a:ext>
            </a:extLst>
          </p:cNvPr>
          <p:cNvSpPr>
            <a:spLocks noGrp="1"/>
          </p:cNvSpPr>
          <p:nvPr>
            <p:ph sz="half" idx="2"/>
          </p:nvPr>
        </p:nvSpPr>
        <p:spPr/>
        <p:txBody>
          <a:bodyPr/>
          <a:lstStyle/>
          <a:p>
            <a:r>
              <a:rPr lang="vi-VN"/>
              <a:t>An toàn và bảo mật: Dữ liệu phải được bảo vệ an toàn trước các mối đe dọa và bảo mật phải được xem xét từ giai đoạn thiết kế, bao gồm mã hóa dữ liệu, phân quyền truy cập, và kiểm soát bảo mật.</a:t>
            </a:r>
            <a:endParaRPr lang="en-US"/>
          </a:p>
        </p:txBody>
      </p:sp>
    </p:spTree>
    <p:extLst>
      <p:ext uri="{BB962C8B-B14F-4D97-AF65-F5344CB8AC3E}">
        <p14:creationId xmlns:p14="http://schemas.microsoft.com/office/powerpoint/2010/main" val="426076852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B5131-B249-CA47-BAFA-0B582F79C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25719-62C7-9D98-4DD5-0220DEB624AF}"/>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8DA59A2E-BED5-1012-0F5A-FFF8911AD47F}"/>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endParaRPr lang="en-US"/>
          </a:p>
        </p:txBody>
      </p:sp>
      <p:sp>
        <p:nvSpPr>
          <p:cNvPr id="5" name="Content Placeholder 4">
            <a:extLst>
              <a:ext uri="{FF2B5EF4-FFF2-40B4-BE49-F238E27FC236}">
                <a16:creationId xmlns:a16="http://schemas.microsoft.com/office/drawing/2014/main" id="{DBEFA944-8E9D-DBAD-F948-C4525338ECE0}"/>
              </a:ext>
            </a:extLst>
          </p:cNvPr>
          <p:cNvSpPr>
            <a:spLocks noGrp="1"/>
          </p:cNvSpPr>
          <p:nvPr>
            <p:ph sz="half" idx="2"/>
          </p:nvPr>
        </p:nvSpPr>
        <p:spPr/>
        <p:txBody>
          <a:bodyPr/>
          <a:lstStyle/>
          <a:p>
            <a:r>
              <a:rPr lang="vi-VN"/>
              <a:t>Dễ duy trì và mở rộng: Thiết kế dữ liệu cần được xây dựng sao cho dễ dàng cập nhật, thay đổi hoặc mở rộng khi có yêu cầu mới mà không gây ảnh hưởng lớn đến hệ thống hiện tại.</a:t>
            </a:r>
            <a:endParaRPr lang="en-US"/>
          </a:p>
        </p:txBody>
      </p:sp>
    </p:spTree>
    <p:extLst>
      <p:ext uri="{BB962C8B-B14F-4D97-AF65-F5344CB8AC3E}">
        <p14:creationId xmlns:p14="http://schemas.microsoft.com/office/powerpoint/2010/main" val="69264447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B80D-F40A-F2FE-8722-2C2FE4AC7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7A9C5-EC38-D987-DFAA-A3E28A929EA4}"/>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93817E9C-D713-7FB7-522F-493387C128D4}"/>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p>
        </p:txBody>
      </p:sp>
      <p:sp>
        <p:nvSpPr>
          <p:cNvPr id="5" name="Content Placeholder 4">
            <a:extLst>
              <a:ext uri="{FF2B5EF4-FFF2-40B4-BE49-F238E27FC236}">
                <a16:creationId xmlns:a16="http://schemas.microsoft.com/office/drawing/2014/main" id="{7FB5BD5D-051C-EB53-9F74-A2961396CA9D}"/>
              </a:ext>
            </a:extLst>
          </p:cNvPr>
          <p:cNvSpPr>
            <a:spLocks noGrp="1"/>
          </p:cNvSpPr>
          <p:nvPr>
            <p:ph sz="half" idx="2"/>
          </p:nvPr>
        </p:nvSpPr>
        <p:spPr/>
        <p:txBody>
          <a:bodyPr/>
          <a:lstStyle/>
          <a:p>
            <a:r>
              <a:rPr lang="vi-VN"/>
              <a:t>Tính linh hoạt: Hệ thống dữ liệu phải đủ linh hoạt để dễ dàng thích ứng với các thay đổi trong yêu cầu của phần mềm hoặc môi trường hoạt động.</a:t>
            </a:r>
            <a:endParaRPr lang="en-US"/>
          </a:p>
        </p:txBody>
      </p:sp>
    </p:spTree>
    <p:extLst>
      <p:ext uri="{BB962C8B-B14F-4D97-AF65-F5344CB8AC3E}">
        <p14:creationId xmlns:p14="http://schemas.microsoft.com/office/powerpoint/2010/main" val="163221076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305E8-8A03-4A3E-EDDA-DD8C6A54F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D68BA-1CC9-FFA6-1D45-7E1FFD009623}"/>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EEBCF8F9-1183-E3F6-A45C-19D7BF659529}"/>
              </a:ext>
            </a:extLst>
          </p:cNvPr>
          <p:cNvSpPr>
            <a:spLocks noGrp="1"/>
          </p:cNvSpPr>
          <p:nvPr>
            <p:ph sz="half" idx="1"/>
          </p:nvPr>
        </p:nvSpPr>
        <p:spPr/>
        <p:txBody>
          <a:bodyPr/>
          <a:lstStyle/>
          <a:p>
            <a:r>
              <a:rPr lang="vi-VN"/>
              <a:t>Các mục tiêu chính của thiết kế dữ liệu trong phát triển phần mềm bao gồm:</a:t>
            </a:r>
            <a:endParaRPr lang="en-US"/>
          </a:p>
          <a:p>
            <a:pPr lvl="1"/>
            <a:r>
              <a:rPr lang="vi-VN">
                <a:solidFill>
                  <a:srgbClr val="FF0000"/>
                </a:solidFill>
              </a:rPr>
              <a:t>Tối ưu hóa hiệu suất</a:t>
            </a:r>
            <a:r>
              <a:rPr lang="en-US">
                <a:solidFill>
                  <a:srgbClr val="FF0000"/>
                </a:solidFill>
              </a:rPr>
              <a:t>.</a:t>
            </a:r>
          </a:p>
          <a:p>
            <a:pPr lvl="1"/>
            <a:r>
              <a:rPr lang="en-US"/>
              <a:t>Đảm bảo tính toàn vẹn của dữ liệu.</a:t>
            </a:r>
          </a:p>
          <a:p>
            <a:pPr lvl="1"/>
            <a:r>
              <a:rPr lang="en-US">
                <a:solidFill>
                  <a:srgbClr val="FF0000"/>
                </a:solidFill>
              </a:rPr>
              <a:t>Khả năng mở rộng.</a:t>
            </a:r>
          </a:p>
          <a:p>
            <a:pPr lvl="1"/>
            <a:r>
              <a:rPr lang="en-US"/>
              <a:t>An toàn và bảo mật.</a:t>
            </a:r>
          </a:p>
          <a:p>
            <a:pPr lvl="1"/>
            <a:r>
              <a:rPr lang="en-US">
                <a:solidFill>
                  <a:srgbClr val="FF0000"/>
                </a:solidFill>
              </a:rPr>
              <a:t>Dễ duy trì và mở rộng.</a:t>
            </a:r>
          </a:p>
          <a:p>
            <a:pPr lvl="1"/>
            <a:r>
              <a:rPr lang="en-US"/>
              <a:t>Tính linh hoạt.</a:t>
            </a:r>
          </a:p>
          <a:p>
            <a:pPr lvl="1"/>
            <a:r>
              <a:rPr lang="en-US">
                <a:solidFill>
                  <a:srgbClr val="FF0000"/>
                </a:solidFill>
              </a:rPr>
              <a:t>Dễ sử dụng và truy xuất.</a:t>
            </a:r>
          </a:p>
        </p:txBody>
      </p:sp>
      <p:sp>
        <p:nvSpPr>
          <p:cNvPr id="5" name="Content Placeholder 4">
            <a:extLst>
              <a:ext uri="{FF2B5EF4-FFF2-40B4-BE49-F238E27FC236}">
                <a16:creationId xmlns:a16="http://schemas.microsoft.com/office/drawing/2014/main" id="{206C0ECF-427C-E937-1697-80D974030E24}"/>
              </a:ext>
            </a:extLst>
          </p:cNvPr>
          <p:cNvSpPr>
            <a:spLocks noGrp="1"/>
          </p:cNvSpPr>
          <p:nvPr>
            <p:ph sz="half" idx="2"/>
          </p:nvPr>
        </p:nvSpPr>
        <p:spPr/>
        <p:txBody>
          <a:bodyPr/>
          <a:lstStyle/>
          <a:p>
            <a:r>
              <a:rPr lang="vi-VN"/>
              <a:t>Dễ sử dụng và truy xuất: Cấu trúc dữ liệu phải dễ dàng truy cập và sử dụng cho các nhà phát triển phần mềm, người dùng hệ thống và các công cụ báo cáo, phân tích.</a:t>
            </a:r>
            <a:endParaRPr lang="en-US"/>
          </a:p>
        </p:txBody>
      </p:sp>
    </p:spTree>
    <p:extLst>
      <p:ext uri="{BB962C8B-B14F-4D97-AF65-F5344CB8AC3E}">
        <p14:creationId xmlns:p14="http://schemas.microsoft.com/office/powerpoint/2010/main" val="159708557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2FD8-88CF-C4B5-A147-2E8738E76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A3D74-BAE7-BFDD-DBCA-DAC52794E0C2}"/>
              </a:ext>
            </a:extLst>
          </p:cNvPr>
          <p:cNvSpPr>
            <a:spLocks noGrp="1"/>
          </p:cNvSpPr>
          <p:nvPr>
            <p:ph type="title"/>
          </p:nvPr>
        </p:nvSpPr>
        <p:spPr/>
        <p:txBody>
          <a:bodyPr/>
          <a:lstStyle/>
          <a:p>
            <a:r>
              <a:rPr lang="en-US"/>
              <a:t>Mục tiêu Thiết kế dữ liệu</a:t>
            </a:r>
          </a:p>
        </p:txBody>
      </p:sp>
      <p:sp>
        <p:nvSpPr>
          <p:cNvPr id="3" name="Content Placeholder 2">
            <a:extLst>
              <a:ext uri="{FF2B5EF4-FFF2-40B4-BE49-F238E27FC236}">
                <a16:creationId xmlns:a16="http://schemas.microsoft.com/office/drawing/2014/main" id="{F21A4E74-99D9-5ADF-FE9E-FAE243592A18}"/>
              </a:ext>
            </a:extLst>
          </p:cNvPr>
          <p:cNvSpPr>
            <a:spLocks noGrp="1"/>
          </p:cNvSpPr>
          <p:nvPr>
            <p:ph idx="1"/>
          </p:nvPr>
        </p:nvSpPr>
        <p:spPr/>
        <p:txBody>
          <a:bodyPr/>
          <a:lstStyle/>
          <a:p>
            <a:r>
              <a:rPr lang="en-US"/>
              <a:t>Một cách ngắn gọn có thể hiểu như sau: </a:t>
            </a:r>
            <a:r>
              <a:rPr lang="vi-VN"/>
              <a:t>Mục tiêu của việc thiết kế</a:t>
            </a:r>
            <a:r>
              <a:rPr lang="en-US"/>
              <a:t> </a:t>
            </a:r>
            <a:r>
              <a:rPr lang="vi-VN"/>
              <a:t>dữ liệu là nhằm mô tả</a:t>
            </a:r>
            <a:r>
              <a:rPr lang="en-US"/>
              <a:t> </a:t>
            </a:r>
            <a:r>
              <a:rPr lang="vi-VN"/>
              <a:t>cách thức lưu trữ dữ liệu</a:t>
            </a:r>
            <a:r>
              <a:rPr lang="en-US"/>
              <a:t> </a:t>
            </a:r>
            <a:r>
              <a:rPr lang="vi-VN"/>
              <a:t>của phần mềm bên trong</a:t>
            </a:r>
            <a:r>
              <a:rPr lang="en-US"/>
              <a:t> </a:t>
            </a:r>
            <a:r>
              <a:rPr lang="vi-VN"/>
              <a:t>máy tính.</a:t>
            </a:r>
            <a:endParaRPr lang="en-US"/>
          </a:p>
        </p:txBody>
      </p:sp>
      <p:pic>
        <p:nvPicPr>
          <p:cNvPr id="1026" name="Picture 2" descr="Mastering Database Design: An Ultimate ...">
            <a:extLst>
              <a:ext uri="{FF2B5EF4-FFF2-40B4-BE49-F238E27FC236}">
                <a16:creationId xmlns:a16="http://schemas.microsoft.com/office/drawing/2014/main" id="{3883355D-B9C0-022D-9FCB-6E6E5A970C4D}"/>
              </a:ext>
            </a:extLst>
          </p:cNvPr>
          <p:cNvPicPr>
            <a:picLocks noGrp="1" noChangeAspect="1" noChangeArrowheads="1"/>
          </p:cNvPicPr>
          <p:nvPr>
            <p:ph idx="16"/>
          </p:nvPr>
        </p:nvPicPr>
        <p:blipFill>
          <a:blip r:embed="rId2">
            <a:extLst>
              <a:ext uri="{28A0092B-C50C-407E-A947-70E740481C1C}">
                <a14:useLocalDpi xmlns:a14="http://schemas.microsoft.com/office/drawing/2010/main" val="0"/>
              </a:ext>
            </a:extLst>
          </a:blip>
          <a:stretch>
            <a:fillRect/>
          </a:stretch>
        </p:blipFill>
        <p:spPr bwMode="auto">
          <a:xfrm>
            <a:off x="3048000" y="3195696"/>
            <a:ext cx="6096000" cy="2862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4017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AA069-D2CB-E0B9-B7FA-9B431D4B7EF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72E1DA-6892-42F6-5ED8-6014B4E305AD}"/>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8D773358-6B63-7A44-2C92-7E7ACCF1121B}"/>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chemeClr val="tx1"/>
                </a:solidFill>
                <a:highlight>
                  <a:srgbClr val="FFFF00"/>
                </a:highlight>
              </a:rPr>
              <a:t>Kết quả</a:t>
            </a:r>
          </a:p>
          <a:p>
            <a:pPr marL="514350" indent="-514350">
              <a:buFont typeface="+mj-lt"/>
              <a:buAutoNum type="arabicPeriod"/>
            </a:pPr>
            <a:r>
              <a:rPr lang="en-US"/>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375006225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B42D7-7DEA-D1B0-C085-48A3BA46B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15ECA-6A13-A501-AB86-87A8593C4FC6}"/>
              </a:ext>
            </a:extLst>
          </p:cNvPr>
          <p:cNvSpPr>
            <a:spLocks noGrp="1"/>
          </p:cNvSpPr>
          <p:nvPr>
            <p:ph type="title"/>
          </p:nvPr>
        </p:nvSpPr>
        <p:spPr/>
        <p:txBody>
          <a:bodyPr/>
          <a:lstStyle/>
          <a:p>
            <a:r>
              <a:rPr lang="en-US"/>
              <a:t>Kết quả Thiết kế dữ liệu</a:t>
            </a:r>
          </a:p>
        </p:txBody>
      </p:sp>
      <p:sp>
        <p:nvSpPr>
          <p:cNvPr id="3" name="Content Placeholder 2">
            <a:extLst>
              <a:ext uri="{FF2B5EF4-FFF2-40B4-BE49-F238E27FC236}">
                <a16:creationId xmlns:a16="http://schemas.microsoft.com/office/drawing/2014/main" id="{79AE7253-FD23-DA98-43A3-511D4DB02348}"/>
              </a:ext>
            </a:extLst>
          </p:cNvPr>
          <p:cNvSpPr>
            <a:spLocks noGrp="1"/>
          </p:cNvSpPr>
          <p:nvPr>
            <p:ph idx="1"/>
          </p:nvPr>
        </p:nvSpPr>
        <p:spPr/>
        <p:txBody>
          <a:bodyPr/>
          <a:lstStyle/>
          <a:p>
            <a:r>
              <a:rPr lang="vi-VN"/>
              <a:t>Kết quả của quá trình thiết</a:t>
            </a:r>
            <a:r>
              <a:rPr lang="en-US"/>
              <a:t> </a:t>
            </a:r>
            <a:r>
              <a:rPr lang="vi-VN"/>
              <a:t>kế dữ liệu là:</a:t>
            </a:r>
          </a:p>
          <a:p>
            <a:pPr lvl="1"/>
            <a:r>
              <a:rPr lang="vi-VN">
                <a:solidFill>
                  <a:srgbClr val="FF0000"/>
                </a:solidFill>
              </a:rPr>
              <a:t>Danh sách các bảng (Table).</a:t>
            </a:r>
          </a:p>
          <a:p>
            <a:pPr lvl="1"/>
            <a:r>
              <a:rPr lang="vi-VN"/>
              <a:t>Mối quan hệ giữa các bảng.</a:t>
            </a:r>
          </a:p>
          <a:p>
            <a:pPr lvl="1"/>
            <a:r>
              <a:rPr lang="vi-VN">
                <a:solidFill>
                  <a:srgbClr val="FF0000"/>
                </a:solidFill>
              </a:rPr>
              <a:t>Thông tin chi tiết của từng</a:t>
            </a:r>
            <a:r>
              <a:rPr lang="en-US">
                <a:solidFill>
                  <a:srgbClr val="FF0000"/>
                </a:solidFill>
              </a:rPr>
              <a:t> </a:t>
            </a:r>
            <a:r>
              <a:rPr lang="vi-VN">
                <a:solidFill>
                  <a:srgbClr val="FF0000"/>
                </a:solidFill>
              </a:rPr>
              <a:t>bảng với danh sách các thuộc</a:t>
            </a:r>
            <a:r>
              <a:rPr lang="en-US">
                <a:solidFill>
                  <a:srgbClr val="FF0000"/>
                </a:solidFill>
              </a:rPr>
              <a:t> </a:t>
            </a:r>
            <a:r>
              <a:rPr lang="vi-VN">
                <a:solidFill>
                  <a:srgbClr val="FF0000"/>
                </a:solidFill>
              </a:rPr>
              <a:t>tính, khóa chính.</a:t>
            </a:r>
            <a:endParaRPr lang="en-US">
              <a:solidFill>
                <a:srgbClr val="FF0000"/>
              </a:solidFill>
            </a:endParaRPr>
          </a:p>
        </p:txBody>
      </p:sp>
    </p:spTree>
    <p:extLst>
      <p:ext uri="{BB962C8B-B14F-4D97-AF65-F5344CB8AC3E}">
        <p14:creationId xmlns:p14="http://schemas.microsoft.com/office/powerpoint/2010/main" val="322254888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4105A-3CEF-56BE-4CF6-AEBFA5D6E5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B0EAE8-02A6-51E7-DD25-216F6BA34C57}"/>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70681EB0-EBA8-22FA-D2DC-FEF24E0279A1}"/>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solidFill>
                  <a:schemeClr val="tx1"/>
                </a:solidFill>
                <a:highlight>
                  <a:srgbClr val="FFFF00"/>
                </a:highlight>
              </a:rPr>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11475407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0322-AE0A-948E-432C-BB88E93E9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6D4AB-EAFC-2999-2BC4-FB61B6929864}"/>
              </a:ext>
            </a:extLst>
          </p:cNvPr>
          <p:cNvSpPr>
            <a:spLocks noGrp="1"/>
          </p:cNvSpPr>
          <p:nvPr>
            <p:ph type="title"/>
          </p:nvPr>
        </p:nvSpPr>
        <p:spPr/>
        <p:txBody>
          <a:bodyPr/>
          <a:lstStyle/>
          <a:p>
            <a:r>
              <a:rPr lang="en-US"/>
              <a:t>Sơ đồ logic</a:t>
            </a:r>
          </a:p>
        </p:txBody>
      </p:sp>
      <p:sp>
        <p:nvSpPr>
          <p:cNvPr id="3" name="Content Placeholder 2">
            <a:extLst>
              <a:ext uri="{FF2B5EF4-FFF2-40B4-BE49-F238E27FC236}">
                <a16:creationId xmlns:a16="http://schemas.microsoft.com/office/drawing/2014/main" id="{3ABE65EB-BB0A-DB11-0AA1-778D16FA63B0}"/>
              </a:ext>
            </a:extLst>
          </p:cNvPr>
          <p:cNvSpPr>
            <a:spLocks noGrp="1"/>
          </p:cNvSpPr>
          <p:nvPr>
            <p:ph idx="1"/>
          </p:nvPr>
        </p:nvSpPr>
        <p:spPr/>
        <p:txBody>
          <a:bodyPr/>
          <a:lstStyle/>
          <a:p>
            <a:r>
              <a:rPr lang="vi-VN"/>
              <a:t>Khái niệm: Sơ đồ logic là sơ đồ thể hiện kết quả của việc thiết kế dữ liệu. </a:t>
            </a:r>
            <a:endParaRPr lang="en-US"/>
          </a:p>
          <a:p>
            <a:r>
              <a:rPr lang="en-US">
                <a:solidFill>
                  <a:srgbClr val="FF0000"/>
                </a:solidFill>
              </a:rPr>
              <a:t>Các ký hiệu: </a:t>
            </a:r>
            <a:endParaRPr lang="en-US"/>
          </a:p>
        </p:txBody>
      </p:sp>
      <p:pic>
        <p:nvPicPr>
          <p:cNvPr id="1030" name="Picture 6">
            <a:extLst>
              <a:ext uri="{FF2B5EF4-FFF2-40B4-BE49-F238E27FC236}">
                <a16:creationId xmlns:a16="http://schemas.microsoft.com/office/drawing/2014/main" id="{E6B53087-0741-E3D2-8B13-AF40E95A4AE2}"/>
              </a:ext>
            </a:extLst>
          </p:cNvPr>
          <p:cNvPicPr>
            <a:picLocks noGrp="1" noChangeAspect="1" noChangeArrowheads="1"/>
          </p:cNvPicPr>
          <p:nvPr>
            <p:ph idx="16"/>
          </p:nvPr>
        </p:nvPicPr>
        <p:blipFill>
          <a:blip r:embed="rId2">
            <a:extLst>
              <a:ext uri="{28A0092B-C50C-407E-A947-70E740481C1C}">
                <a14:useLocalDpi xmlns:a14="http://schemas.microsoft.com/office/drawing/2010/main" val="0"/>
              </a:ext>
            </a:extLst>
          </a:blip>
          <a:srcRect/>
          <a:stretch/>
        </p:blipFill>
        <p:spPr bwMode="auto">
          <a:xfrm>
            <a:off x="1748770" y="3119438"/>
            <a:ext cx="8694459" cy="3014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9718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5F09-AD04-65AA-F1D5-68DD802FF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8C10D-C8E2-B9FB-484A-E01EE902600E}"/>
              </a:ext>
            </a:extLst>
          </p:cNvPr>
          <p:cNvSpPr>
            <a:spLocks noGrp="1"/>
          </p:cNvSpPr>
          <p:nvPr>
            <p:ph type="title"/>
          </p:nvPr>
        </p:nvSpPr>
        <p:spPr/>
        <p:txBody>
          <a:bodyPr/>
          <a:lstStyle/>
          <a:p>
            <a:r>
              <a:rPr lang="en-US"/>
              <a:t>Sơ đồ logic</a:t>
            </a:r>
          </a:p>
        </p:txBody>
      </p:sp>
      <p:sp>
        <p:nvSpPr>
          <p:cNvPr id="4" name="Content Placeholder 3">
            <a:extLst>
              <a:ext uri="{FF2B5EF4-FFF2-40B4-BE49-F238E27FC236}">
                <a16:creationId xmlns:a16="http://schemas.microsoft.com/office/drawing/2014/main" id="{7D5C1550-8173-ED01-3DC7-A70291FD872E}"/>
              </a:ext>
            </a:extLst>
          </p:cNvPr>
          <p:cNvSpPr>
            <a:spLocks noGrp="1"/>
          </p:cNvSpPr>
          <p:nvPr>
            <p:ph idx="16"/>
          </p:nvPr>
        </p:nvSpPr>
        <p:spPr/>
        <p:txBody>
          <a:bodyPr/>
          <a:lstStyle/>
          <a:p>
            <a:r>
              <a:rPr lang="vi-VN"/>
              <a:t>Trong hình vẽ trên ta nói bảng A và bảng B có quan hệ liên kết móc nối với nhau. </a:t>
            </a:r>
            <a:endParaRPr lang="en-US"/>
          </a:p>
          <a:p>
            <a:r>
              <a:rPr lang="vi-VN">
                <a:solidFill>
                  <a:srgbClr val="FF0000"/>
                </a:solidFill>
              </a:rPr>
              <a:t>Một phần tử của bảng A sẽ xác định duy nhất một phần tử của bảng B. Ngượ</a:t>
            </a:r>
            <a:r>
              <a:rPr lang="en-US">
                <a:solidFill>
                  <a:srgbClr val="FF0000"/>
                </a:solidFill>
              </a:rPr>
              <a:t>c</a:t>
            </a:r>
            <a:r>
              <a:rPr lang="vi-VN">
                <a:solidFill>
                  <a:srgbClr val="FF0000"/>
                </a:solidFill>
              </a:rPr>
              <a:t> lại, một phần tử của bảng B có thể tương ứng với nhiều phần tử của bảng A. </a:t>
            </a:r>
            <a:endParaRPr lang="en-US">
              <a:solidFill>
                <a:srgbClr val="FF0000"/>
              </a:solidFill>
            </a:endParaRPr>
          </a:p>
          <a:p>
            <a:r>
              <a:rPr lang="vi-VN"/>
              <a:t>Thông thường bảng A sẽ chứa thuộc tính khóa của bảng B</a:t>
            </a:r>
            <a:r>
              <a:rPr lang="en-US"/>
              <a:t>.</a:t>
            </a:r>
          </a:p>
        </p:txBody>
      </p:sp>
      <p:pic>
        <p:nvPicPr>
          <p:cNvPr id="5" name="Picture 2">
            <a:extLst>
              <a:ext uri="{FF2B5EF4-FFF2-40B4-BE49-F238E27FC236}">
                <a16:creationId xmlns:a16="http://schemas.microsoft.com/office/drawing/2014/main" id="{1A15D622-E217-092A-C15E-F6EDFAF3B7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2550098" y="1600200"/>
            <a:ext cx="7091803" cy="133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40728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E828-1E9B-FE90-71A6-D2C627C1C4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5431C5-E07C-A763-90F1-B075102F6573}"/>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E7EF2D7C-FF09-C5D9-D76B-F27E7BFB2B8C}"/>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Sơ đồ logic</a:t>
            </a:r>
          </a:p>
          <a:p>
            <a:pPr marL="514350" indent="-514350">
              <a:buFont typeface="+mj-lt"/>
              <a:buAutoNum type="arabicPeriod"/>
            </a:pPr>
            <a:r>
              <a:rPr lang="en-US">
                <a:solidFill>
                  <a:schemeClr val="tx1"/>
                </a:solidFill>
                <a:highlight>
                  <a:srgbClr val="FFFF00"/>
                </a:highlight>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36244339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3C51D0-073E-974C-1B0D-0399BAE0CCB9}"/>
              </a:ext>
            </a:extLst>
          </p:cNvPr>
          <p:cNvSpPr>
            <a:spLocks noGrp="1"/>
          </p:cNvSpPr>
          <p:nvPr>
            <p:ph type="title"/>
          </p:nvPr>
        </p:nvSpPr>
        <p:spPr/>
        <p:txBody>
          <a:bodyPr/>
          <a:lstStyle/>
          <a:p>
            <a:r>
              <a:rPr lang="en-US"/>
              <a:t>Thuật giải thiết kế dữ liệu</a:t>
            </a:r>
          </a:p>
        </p:txBody>
      </p:sp>
      <p:sp>
        <p:nvSpPr>
          <p:cNvPr id="6" name="Content Placeholder 5">
            <a:extLst>
              <a:ext uri="{FF2B5EF4-FFF2-40B4-BE49-F238E27FC236}">
                <a16:creationId xmlns:a16="http://schemas.microsoft.com/office/drawing/2014/main" id="{13241CB1-3C04-B833-C086-B18944654EA7}"/>
              </a:ext>
            </a:extLst>
          </p:cNvPr>
          <p:cNvSpPr>
            <a:spLocks noGrp="1"/>
          </p:cNvSpPr>
          <p:nvPr>
            <p:ph sz="half" idx="1"/>
          </p:nvPr>
        </p:nvSpPr>
        <p:spPr/>
        <p:txBody>
          <a:bodyPr/>
          <a:lstStyle/>
          <a:p>
            <a:r>
              <a:rPr lang="vi-VN"/>
              <a:t>B</a:t>
            </a:r>
            <a:r>
              <a:rPr lang="en-US"/>
              <a:t>ư</a:t>
            </a:r>
            <a:r>
              <a:rPr lang="vi-VN"/>
              <a:t>ớc 01: Xét yêu cầu phần mềm thứ nhất (thông thường ta xét ycpm Lưu Trữ) </a:t>
            </a:r>
            <a:endParaRPr lang="en-US"/>
          </a:p>
          <a:p>
            <a:pPr lvl="1"/>
            <a:r>
              <a:rPr lang="vi-VN">
                <a:solidFill>
                  <a:srgbClr val="FF0000"/>
                </a:solidFill>
              </a:rPr>
              <a:t>Sơ đồ luồng dữ liệu</a:t>
            </a:r>
            <a:r>
              <a:rPr lang="en-US">
                <a:solidFill>
                  <a:srgbClr val="FF0000"/>
                </a:solidFill>
              </a:rPr>
              <a:t>.</a:t>
            </a:r>
          </a:p>
          <a:p>
            <a:pPr lvl="1"/>
            <a:r>
              <a:rPr lang="vi-VN"/>
              <a:t>Các thuộc tính mới</a:t>
            </a:r>
            <a:r>
              <a:rPr lang="en-US"/>
              <a:t>.</a:t>
            </a:r>
          </a:p>
          <a:p>
            <a:pPr lvl="1"/>
            <a:r>
              <a:rPr lang="vi-VN">
                <a:solidFill>
                  <a:srgbClr val="FF0000"/>
                </a:solidFill>
              </a:rPr>
              <a:t>Thiết kế dữ liệu</a:t>
            </a:r>
            <a:r>
              <a:rPr lang="en-US">
                <a:solidFill>
                  <a:srgbClr val="FF0000"/>
                </a:solidFill>
              </a:rPr>
              <a:t>.</a:t>
            </a:r>
          </a:p>
          <a:p>
            <a:pPr lvl="1"/>
            <a:r>
              <a:rPr lang="vi-VN"/>
              <a:t>Các thuộc tính trừu tượng</a:t>
            </a:r>
            <a:r>
              <a:rPr lang="en-US"/>
              <a:t>.</a:t>
            </a:r>
          </a:p>
          <a:p>
            <a:pPr lvl="1"/>
            <a:r>
              <a:rPr lang="vi-VN">
                <a:solidFill>
                  <a:srgbClr val="FF0000"/>
                </a:solidFill>
              </a:rPr>
              <a:t>Sơ đồ logi</a:t>
            </a:r>
            <a:r>
              <a:rPr lang="en-US">
                <a:solidFill>
                  <a:srgbClr val="FF0000"/>
                </a:solidFill>
              </a:rPr>
              <a:t>c.</a:t>
            </a:r>
          </a:p>
        </p:txBody>
      </p:sp>
      <p:sp>
        <p:nvSpPr>
          <p:cNvPr id="7" name="Content Placeholder 6">
            <a:extLst>
              <a:ext uri="{FF2B5EF4-FFF2-40B4-BE49-F238E27FC236}">
                <a16:creationId xmlns:a16="http://schemas.microsoft.com/office/drawing/2014/main" id="{43B71BC4-A018-0FC6-2B41-0F0619D43871}"/>
              </a:ext>
            </a:extLst>
          </p:cNvPr>
          <p:cNvSpPr>
            <a:spLocks noGrp="1"/>
          </p:cNvSpPr>
          <p:nvPr>
            <p:ph sz="half" idx="2"/>
          </p:nvPr>
        </p:nvSpPr>
        <p:spPr/>
        <p:txBody>
          <a:bodyPr/>
          <a:lstStyle/>
          <a:p>
            <a:r>
              <a:rPr lang="vi-VN"/>
              <a:t>B</a:t>
            </a:r>
            <a:r>
              <a:rPr lang="en-US"/>
              <a:t>ư</a:t>
            </a:r>
            <a:r>
              <a:rPr lang="vi-VN"/>
              <a:t>ớc 02: Xét yêu cầu phần</a:t>
            </a:r>
            <a:r>
              <a:rPr lang="en-US"/>
              <a:t> </a:t>
            </a:r>
            <a:r>
              <a:rPr lang="vi-VN"/>
              <a:t>mềm thứ hai.</a:t>
            </a:r>
          </a:p>
          <a:p>
            <a:r>
              <a:rPr lang="vi-VN">
                <a:solidFill>
                  <a:srgbClr val="FF0000"/>
                </a:solidFill>
              </a:rPr>
              <a:t>B</a:t>
            </a:r>
            <a:r>
              <a:rPr lang="en-US">
                <a:solidFill>
                  <a:srgbClr val="FF0000"/>
                </a:solidFill>
              </a:rPr>
              <a:t>ư</a:t>
            </a:r>
            <a:r>
              <a:rPr lang="vi-VN">
                <a:solidFill>
                  <a:srgbClr val="FF0000"/>
                </a:solidFill>
              </a:rPr>
              <a:t>ớc 03: Xét yêu cầu phần</a:t>
            </a:r>
            <a:r>
              <a:rPr lang="en-US">
                <a:solidFill>
                  <a:srgbClr val="FF0000"/>
                </a:solidFill>
              </a:rPr>
              <a:t> </a:t>
            </a:r>
            <a:r>
              <a:rPr lang="vi-VN">
                <a:solidFill>
                  <a:srgbClr val="FF0000"/>
                </a:solidFill>
              </a:rPr>
              <a:t>mềm thứ ba.</a:t>
            </a:r>
          </a:p>
          <a:p>
            <a:r>
              <a:rPr lang="vi-VN"/>
              <a:t>….</a:t>
            </a:r>
            <a:endParaRPr lang="en-US"/>
          </a:p>
          <a:p>
            <a:r>
              <a:rPr lang="vi-VN">
                <a:solidFill>
                  <a:srgbClr val="FF0000"/>
                </a:solidFill>
              </a:rPr>
              <a:t>B</a:t>
            </a:r>
            <a:r>
              <a:rPr lang="en-US">
                <a:solidFill>
                  <a:srgbClr val="FF0000"/>
                </a:solidFill>
              </a:rPr>
              <a:t>ư</a:t>
            </a:r>
            <a:r>
              <a:rPr lang="vi-VN">
                <a:solidFill>
                  <a:srgbClr val="FF0000"/>
                </a:solidFill>
              </a:rPr>
              <a:t>ớc n: Xét yêu cầu phần</a:t>
            </a:r>
            <a:r>
              <a:rPr lang="en-US">
                <a:solidFill>
                  <a:srgbClr val="FF0000"/>
                </a:solidFill>
              </a:rPr>
              <a:t> </a:t>
            </a:r>
            <a:r>
              <a:rPr lang="vi-VN">
                <a:solidFill>
                  <a:srgbClr val="FF0000"/>
                </a:solidFill>
              </a:rPr>
              <a:t>mềm cuối cùng.</a:t>
            </a:r>
            <a:endParaRPr lang="en-US">
              <a:solidFill>
                <a:srgbClr val="FF0000"/>
              </a:solidFill>
            </a:endParaRPr>
          </a:p>
        </p:txBody>
      </p:sp>
    </p:spTree>
    <p:extLst>
      <p:ext uri="{BB962C8B-B14F-4D97-AF65-F5344CB8AC3E}">
        <p14:creationId xmlns:p14="http://schemas.microsoft.com/office/powerpoint/2010/main" val="301960233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1A92-0525-EC9E-2D2A-81CBB66492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86D6767-07CF-D6B6-D2CC-964CF8E17AB1}"/>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BAF92FCF-D0B1-21AE-6CFB-10E793DB9A34}"/>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solidFill>
                  <a:schemeClr val="tx1"/>
                </a:solidFill>
                <a:highlight>
                  <a:srgbClr val="FFFF00"/>
                </a:highlight>
              </a:rPr>
              <a:t>Lưu ý quan trọng</a:t>
            </a:r>
          </a:p>
          <a:p>
            <a:pPr marL="514350" indent="-514350">
              <a:buFont typeface="+mj-lt"/>
              <a:buAutoNum type="arabicPeriod"/>
            </a:pPr>
            <a:r>
              <a:rPr lang="en-US">
                <a:solidFill>
                  <a:srgbClr val="FF0000"/>
                </a:solidFill>
              </a:rPr>
              <a:t>Bài tập thiết kế dữ liệu</a:t>
            </a:r>
          </a:p>
        </p:txBody>
      </p:sp>
    </p:spTree>
    <p:extLst>
      <p:ext uri="{BB962C8B-B14F-4D97-AF65-F5344CB8AC3E}">
        <p14:creationId xmlns:p14="http://schemas.microsoft.com/office/powerpoint/2010/main" val="180748552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BA8BB-61C9-4C8F-9929-C9DEF2961D5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B6935B-BAD1-28F7-6C97-21F14E444A8E}"/>
              </a:ext>
            </a:extLst>
          </p:cNvPr>
          <p:cNvSpPr>
            <a:spLocks noGrp="1"/>
          </p:cNvSpPr>
          <p:nvPr>
            <p:ph type="title"/>
          </p:nvPr>
        </p:nvSpPr>
        <p:spPr/>
        <p:txBody>
          <a:bodyPr/>
          <a:lstStyle/>
          <a:p>
            <a:r>
              <a:rPr lang="en-US"/>
              <a:t> Lưu ý quan trọng</a:t>
            </a:r>
          </a:p>
        </p:txBody>
      </p:sp>
      <p:sp>
        <p:nvSpPr>
          <p:cNvPr id="6" name="Content Placeholder 5">
            <a:extLst>
              <a:ext uri="{FF2B5EF4-FFF2-40B4-BE49-F238E27FC236}">
                <a16:creationId xmlns:a16="http://schemas.microsoft.com/office/drawing/2014/main" id="{89FE0C81-6EA0-22FC-36FB-7870C15AD72C}"/>
              </a:ext>
            </a:extLst>
          </p:cNvPr>
          <p:cNvSpPr>
            <a:spLocks noGrp="1"/>
          </p:cNvSpPr>
          <p:nvPr>
            <p:ph idx="1"/>
          </p:nvPr>
        </p:nvSpPr>
        <p:spPr/>
        <p:txBody>
          <a:bodyPr/>
          <a:lstStyle/>
          <a:p>
            <a:r>
              <a:rPr lang="vi-VN"/>
              <a:t>Khi thiết kế dữ liệu ta lần lượt bố trí các</a:t>
            </a:r>
            <a:r>
              <a:rPr lang="en-US"/>
              <a:t> </a:t>
            </a:r>
            <a:r>
              <a:rPr lang="vi-VN"/>
              <a:t>thuộc tính mới vào các</a:t>
            </a:r>
            <a:r>
              <a:rPr lang="en-US"/>
              <a:t> </a:t>
            </a:r>
            <a:r>
              <a:rPr lang="vi-VN"/>
              <a:t>bảng đã có sẵn (nếu</a:t>
            </a:r>
            <a:r>
              <a:rPr lang="en-US"/>
              <a:t> </a:t>
            </a:r>
            <a:r>
              <a:rPr lang="vi-VN"/>
              <a:t>được). </a:t>
            </a:r>
            <a:endParaRPr lang="en-US"/>
          </a:p>
          <a:p>
            <a:r>
              <a:rPr lang="vi-VN">
                <a:solidFill>
                  <a:srgbClr val="FF0000"/>
                </a:solidFill>
              </a:rPr>
              <a:t>Trong trường hợp</a:t>
            </a:r>
            <a:r>
              <a:rPr lang="en-US">
                <a:solidFill>
                  <a:srgbClr val="FF0000"/>
                </a:solidFill>
              </a:rPr>
              <a:t> </a:t>
            </a:r>
            <a:r>
              <a:rPr lang="vi-VN">
                <a:solidFill>
                  <a:srgbClr val="FF0000"/>
                </a:solidFill>
              </a:rPr>
              <a:t>không bố trí được thì khi</a:t>
            </a:r>
            <a:r>
              <a:rPr lang="en-US">
                <a:solidFill>
                  <a:srgbClr val="FF0000"/>
                </a:solidFill>
              </a:rPr>
              <a:t> </a:t>
            </a:r>
            <a:r>
              <a:rPr lang="vi-VN">
                <a:solidFill>
                  <a:srgbClr val="FF0000"/>
                </a:solidFill>
              </a:rPr>
              <a:t>đó ta buộc phải tạo ra</a:t>
            </a:r>
            <a:r>
              <a:rPr lang="en-US">
                <a:solidFill>
                  <a:srgbClr val="FF0000"/>
                </a:solidFill>
              </a:rPr>
              <a:t> </a:t>
            </a:r>
            <a:r>
              <a:rPr lang="vi-VN">
                <a:solidFill>
                  <a:srgbClr val="FF0000"/>
                </a:solidFill>
              </a:rPr>
              <a:t>bảng mới để chứa thuộc</a:t>
            </a:r>
            <a:r>
              <a:rPr lang="en-US">
                <a:solidFill>
                  <a:srgbClr val="FF0000"/>
                </a:solidFill>
              </a:rPr>
              <a:t> </a:t>
            </a:r>
            <a:r>
              <a:rPr lang="vi-VN">
                <a:solidFill>
                  <a:srgbClr val="FF0000"/>
                </a:solidFill>
              </a:rPr>
              <a:t>tính mới này.</a:t>
            </a:r>
            <a:endParaRPr lang="en-US">
              <a:solidFill>
                <a:srgbClr val="FF0000"/>
              </a:solidFill>
            </a:endParaRPr>
          </a:p>
        </p:txBody>
      </p:sp>
    </p:spTree>
    <p:extLst>
      <p:ext uri="{BB962C8B-B14F-4D97-AF65-F5344CB8AC3E}">
        <p14:creationId xmlns:p14="http://schemas.microsoft.com/office/powerpoint/2010/main" val="31532999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B6AE-33AB-9706-1B2C-D8984B2723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61D3D7-E975-D4FF-D2C3-6B20647D35BA}"/>
              </a:ext>
            </a:extLst>
          </p:cNvPr>
          <p:cNvSpPr>
            <a:spLocks noGrp="1"/>
          </p:cNvSpPr>
          <p:nvPr>
            <p:ph type="title"/>
          </p:nvPr>
        </p:nvSpPr>
        <p:spPr/>
        <p:txBody>
          <a:bodyPr/>
          <a:lstStyle/>
          <a:p>
            <a:r>
              <a:rPr lang="en-US"/>
              <a:t>Content</a:t>
            </a:r>
          </a:p>
        </p:txBody>
      </p:sp>
      <p:sp>
        <p:nvSpPr>
          <p:cNvPr id="6" name="Content Placeholder 5">
            <a:extLst>
              <a:ext uri="{FF2B5EF4-FFF2-40B4-BE49-F238E27FC236}">
                <a16:creationId xmlns:a16="http://schemas.microsoft.com/office/drawing/2014/main" id="{80AFA790-8E9F-C51F-F529-EC03EBF007E2}"/>
              </a:ext>
            </a:extLst>
          </p:cNvPr>
          <p:cNvSpPr>
            <a:spLocks noGrp="1"/>
          </p:cNvSpPr>
          <p:nvPr>
            <p:ph idx="1"/>
          </p:nvPr>
        </p:nvSpPr>
        <p:spPr/>
        <p:txBody>
          <a:bodyPr/>
          <a:lstStyle/>
          <a:p>
            <a:pPr marL="514350" indent="-514350">
              <a:buFont typeface="+mj-lt"/>
              <a:buAutoNum type="arabicPeriod"/>
            </a:pPr>
            <a:r>
              <a:rPr lang="en-US"/>
              <a:t>Mục tiêu</a:t>
            </a:r>
          </a:p>
          <a:p>
            <a:pPr marL="514350" indent="-514350">
              <a:buFont typeface="+mj-lt"/>
              <a:buAutoNum type="arabicPeriod"/>
            </a:pPr>
            <a:r>
              <a:rPr lang="en-US">
                <a:solidFill>
                  <a:srgbClr val="FF0000"/>
                </a:solidFill>
              </a:rPr>
              <a:t>Kết quả</a:t>
            </a:r>
          </a:p>
          <a:p>
            <a:pPr marL="514350" indent="-514350">
              <a:buFont typeface="+mj-lt"/>
              <a:buAutoNum type="arabicPeriod"/>
            </a:pPr>
            <a:r>
              <a:rPr lang="en-US"/>
              <a:t>Sơ đồ logic</a:t>
            </a:r>
          </a:p>
          <a:p>
            <a:pPr marL="514350" indent="-514350">
              <a:buFont typeface="+mj-lt"/>
              <a:buAutoNum type="arabicPeriod"/>
            </a:pPr>
            <a:r>
              <a:rPr lang="en-US">
                <a:solidFill>
                  <a:srgbClr val="FF0000"/>
                </a:solidFill>
              </a:rPr>
              <a:t>Thuật giải thiết kế dữ liệu</a:t>
            </a:r>
          </a:p>
          <a:p>
            <a:pPr marL="514350" indent="-514350">
              <a:buFont typeface="+mj-lt"/>
              <a:buAutoNum type="arabicPeriod"/>
            </a:pPr>
            <a:r>
              <a:rPr lang="en-US"/>
              <a:t>Lưu ý quan trọng</a:t>
            </a:r>
          </a:p>
          <a:p>
            <a:pPr marL="514350" indent="-514350">
              <a:buFont typeface="+mj-lt"/>
              <a:buAutoNum type="arabicPeriod"/>
            </a:pPr>
            <a:r>
              <a:rPr lang="en-US">
                <a:solidFill>
                  <a:schemeClr val="tx1"/>
                </a:solidFill>
                <a:highlight>
                  <a:srgbClr val="FFFF00"/>
                </a:highlight>
              </a:rPr>
              <a:t>Bài tập thiết kế dữ liệu</a:t>
            </a:r>
          </a:p>
        </p:txBody>
      </p:sp>
    </p:spTree>
    <p:extLst>
      <p:ext uri="{BB962C8B-B14F-4D97-AF65-F5344CB8AC3E}">
        <p14:creationId xmlns:p14="http://schemas.microsoft.com/office/powerpoint/2010/main" val="2116513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CD6E3-2372-52F8-F147-AF3D3F79AAFF}"/>
              </a:ext>
            </a:extLst>
          </p:cNvPr>
          <p:cNvSpPr>
            <a:spLocks noGrp="1"/>
          </p:cNvSpPr>
          <p:nvPr>
            <p:ph type="title"/>
          </p:nvPr>
        </p:nvSpPr>
        <p:spPr/>
        <p:txBody>
          <a:bodyPr/>
          <a:lstStyle/>
          <a:p>
            <a:r>
              <a:rPr lang="en-US"/>
              <a:t>Bài tập thiết kế dữ liệu</a:t>
            </a:r>
          </a:p>
        </p:txBody>
      </p:sp>
      <p:sp>
        <p:nvSpPr>
          <p:cNvPr id="3" name="Content Placeholder 2">
            <a:extLst>
              <a:ext uri="{FF2B5EF4-FFF2-40B4-BE49-F238E27FC236}">
                <a16:creationId xmlns:a16="http://schemas.microsoft.com/office/drawing/2014/main" id="{0FFC3B44-571A-FE78-3049-9C20271915F4}"/>
              </a:ext>
            </a:extLst>
          </p:cNvPr>
          <p:cNvSpPr>
            <a:spLocks noGrp="1"/>
          </p:cNvSpPr>
          <p:nvPr>
            <p:ph idx="1"/>
          </p:nvPr>
        </p:nvSpPr>
        <p:spPr/>
        <p:txBody>
          <a:bodyPr/>
          <a:lstStyle/>
          <a:p>
            <a:r>
              <a:rPr lang="en-US"/>
              <a:t>Vấn đề: Hãy thiết kế dữ liệu cho đề tài quản lý đại lý với bước 01 bằng cách xét yêu cầu phần mềm “Tiếp nhận hồ sơ đại lý” trong đề tài quản lý đại lý.</a:t>
            </a:r>
          </a:p>
        </p:txBody>
      </p:sp>
      <p:pic>
        <p:nvPicPr>
          <p:cNvPr id="5" name="Content Placeholder 13">
            <a:extLst>
              <a:ext uri="{FF2B5EF4-FFF2-40B4-BE49-F238E27FC236}">
                <a16:creationId xmlns:a16="http://schemas.microsoft.com/office/drawing/2014/main" id="{365342A4-3432-9A45-4CD7-84FD34A7CF18}"/>
              </a:ext>
            </a:extLst>
          </p:cNvPr>
          <p:cNvPicPr>
            <a:picLocks noGrp="1" noChangeAspect="1"/>
          </p:cNvPicPr>
          <p:nvPr>
            <p:ph idx="16"/>
          </p:nvPr>
        </p:nvPicPr>
        <p:blipFill>
          <a:blip r:embed="rId2"/>
          <a:stretch>
            <a:fillRect/>
          </a:stretch>
        </p:blipFill>
        <p:spPr bwMode="auto">
          <a:xfrm>
            <a:off x="2933258" y="3302609"/>
            <a:ext cx="6325483" cy="2648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14246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0101-DAEA-7BEB-726F-AD2471BA9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2FE3E-756C-4AF5-4B1C-0E0EE99879C0}"/>
              </a:ext>
            </a:extLst>
          </p:cNvPr>
          <p:cNvSpPr>
            <a:spLocks noGrp="1"/>
          </p:cNvSpPr>
          <p:nvPr>
            <p:ph type="title"/>
          </p:nvPr>
        </p:nvSpPr>
        <p:spPr/>
        <p:txBody>
          <a:bodyPr/>
          <a:lstStyle/>
          <a:p>
            <a:r>
              <a:rPr lang="en-US"/>
              <a:t>Bài tập thiết kế dữ liệu</a:t>
            </a:r>
          </a:p>
        </p:txBody>
      </p:sp>
      <p:sp>
        <p:nvSpPr>
          <p:cNvPr id="3" name="Content Placeholder 2">
            <a:extLst>
              <a:ext uri="{FF2B5EF4-FFF2-40B4-BE49-F238E27FC236}">
                <a16:creationId xmlns:a16="http://schemas.microsoft.com/office/drawing/2014/main" id="{45438D3C-DB43-2AD6-0101-6EF762699A5C}"/>
              </a:ext>
            </a:extLst>
          </p:cNvPr>
          <p:cNvSpPr>
            <a:spLocks noGrp="1"/>
          </p:cNvSpPr>
          <p:nvPr>
            <p:ph sz="half" idx="1"/>
          </p:nvPr>
        </p:nvSpPr>
        <p:spPr/>
        <p:txBody>
          <a:bodyPr/>
          <a:lstStyle/>
          <a:p>
            <a:r>
              <a:rPr lang="en-US"/>
              <a:t>Bước 01: Xét yêu cầu phần mềm “Tiếp nhận hồ sơ đại lý” trong đề tài quản lý đại lý.</a:t>
            </a:r>
          </a:p>
          <a:p>
            <a:pPr lvl="1"/>
            <a:r>
              <a:rPr lang="en-US">
                <a:solidFill>
                  <a:srgbClr val="FF0000"/>
                </a:solidFill>
              </a:rPr>
              <a:t>Sơ đồ luồng dữ liệu.</a:t>
            </a:r>
            <a:endParaRPr lang="en-US"/>
          </a:p>
        </p:txBody>
      </p:sp>
      <p:pic>
        <p:nvPicPr>
          <p:cNvPr id="5" name="Content Placeholder 13">
            <a:extLst>
              <a:ext uri="{FF2B5EF4-FFF2-40B4-BE49-F238E27FC236}">
                <a16:creationId xmlns:a16="http://schemas.microsoft.com/office/drawing/2014/main" id="{95A72692-7E44-703F-C34D-FD10520A0D6B}"/>
              </a:ext>
            </a:extLst>
          </p:cNvPr>
          <p:cNvPicPr>
            <a:picLocks noGrp="1" noChangeAspect="1"/>
          </p:cNvPicPr>
          <p:nvPr>
            <p:ph sz="half" idx="2"/>
          </p:nvPr>
        </p:nvPicPr>
        <p:blipFill>
          <a:blip r:embed="rId2"/>
          <a:stretch>
            <a:fillRect/>
          </a:stretch>
        </p:blipFill>
        <p:spPr bwMode="auto">
          <a:xfrm>
            <a:off x="6197600" y="2735942"/>
            <a:ext cx="5384800" cy="2254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61652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9DCF-909C-3D94-824B-EC17C337B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9359-D049-92A5-7176-588D85B582E8}"/>
              </a:ext>
            </a:extLst>
          </p:cNvPr>
          <p:cNvSpPr>
            <a:spLocks noGrp="1"/>
          </p:cNvSpPr>
          <p:nvPr>
            <p:ph type="title"/>
          </p:nvPr>
        </p:nvSpPr>
        <p:spPr/>
        <p:txBody>
          <a:bodyPr/>
          <a:lstStyle/>
          <a:p>
            <a:r>
              <a:rPr lang="en-US"/>
              <a:t>Sơ đồ luồng dữ liệu</a:t>
            </a:r>
          </a:p>
        </p:txBody>
      </p:sp>
      <p:pic>
        <p:nvPicPr>
          <p:cNvPr id="5" name="Content Placeholder 13">
            <a:extLst>
              <a:ext uri="{FF2B5EF4-FFF2-40B4-BE49-F238E27FC236}">
                <a16:creationId xmlns:a16="http://schemas.microsoft.com/office/drawing/2014/main" id="{A33179B5-A8BA-FF48-9D59-D0C92C62FF0F}"/>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58E8555-5547-063C-1FF5-3EBBE844627D}"/>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a:t>
            </a:r>
          </a:p>
          <a:p>
            <a:pPr marL="971550" lvl="1" indent="-514350">
              <a:buFont typeface="+mj-lt"/>
              <a:buAutoNum type="arabicPeriod"/>
            </a:pPr>
            <a:r>
              <a:rPr lang="vi-VN" sz="1600">
                <a:solidFill>
                  <a:schemeClr val="tx1"/>
                </a:solidFill>
                <a:highlight>
                  <a:srgbClr val="00FFFF"/>
                </a:highlight>
              </a:rPr>
              <a:t>Thông tin đầu vào:</a:t>
            </a:r>
            <a:endParaRPr lang="en-US" sz="1600">
              <a:solidFill>
                <a:schemeClr val="tx1"/>
              </a:solidFill>
              <a:highlight>
                <a:srgbClr val="00FFFF"/>
              </a:highlight>
            </a:endParaRPr>
          </a:p>
          <a:p>
            <a:pPr lvl="2"/>
            <a:r>
              <a:rPr lang="vi-VN" sz="1600"/>
              <a:t>Người dùng nhập thông tin bao gồm:</a:t>
            </a:r>
            <a:endParaRPr lang="en-US" sz="1600"/>
          </a:p>
          <a:p>
            <a:pPr lvl="3"/>
            <a:r>
              <a:rPr lang="vi-VN" sz="1600">
                <a:solidFill>
                  <a:srgbClr val="FF0000"/>
                </a:solidFill>
              </a:rPr>
              <a:t>Tên, Điện thoại, Địa chỉ, Email.</a:t>
            </a:r>
            <a:endParaRPr lang="en-US" sz="1600">
              <a:solidFill>
                <a:srgbClr val="FF0000"/>
              </a:solidFill>
            </a:endParaRPr>
          </a:p>
          <a:p>
            <a:pPr lvl="3"/>
            <a:r>
              <a:rPr lang="vi-VN" sz="1600">
                <a:solidFill>
                  <a:schemeClr val="tx1"/>
                </a:solidFill>
                <a:highlight>
                  <a:srgbClr val="00FF00"/>
                </a:highlight>
              </a:rPr>
              <a:t>Loại đại lý</a:t>
            </a:r>
            <a:r>
              <a:rPr lang="vi-VN" sz="1600"/>
              <a:t> (</a:t>
            </a:r>
            <a:r>
              <a:rPr lang="en-US" sz="1600"/>
              <a:t>Danh sách loại đại lý – hiện c</a:t>
            </a:r>
            <a:r>
              <a:rPr lang="vi-VN" sz="1600"/>
              <a:t>ó 2 loại: 1</a:t>
            </a:r>
            <a:r>
              <a:rPr lang="en-US" sz="1600"/>
              <a:t>, </a:t>
            </a:r>
            <a:r>
              <a:rPr lang="vi-VN" sz="1600"/>
              <a:t>2).</a:t>
            </a:r>
            <a:endParaRPr lang="en-US" sz="1600"/>
          </a:p>
          <a:p>
            <a:pPr lvl="3"/>
            <a:r>
              <a:rPr lang="vi-VN" sz="1600">
                <a:solidFill>
                  <a:schemeClr val="tx1"/>
                </a:solidFill>
                <a:highlight>
                  <a:srgbClr val="00FFFF"/>
                </a:highlight>
              </a:rPr>
              <a:t>Quận</a:t>
            </a:r>
            <a:r>
              <a:rPr lang="vi-VN" sz="1600"/>
              <a:t> </a:t>
            </a:r>
            <a:r>
              <a:rPr lang="vi-VN" sz="1600">
                <a:solidFill>
                  <a:srgbClr val="FF0000"/>
                </a:solidFill>
              </a:rPr>
              <a:t>(</a:t>
            </a:r>
            <a:r>
              <a:rPr lang="en-US" sz="1600">
                <a:solidFill>
                  <a:srgbClr val="FF0000"/>
                </a:solidFill>
              </a:rPr>
              <a:t>Danh sách Quận – hiện c</a:t>
            </a:r>
            <a:r>
              <a:rPr lang="vi-VN" sz="1600">
                <a:solidFill>
                  <a:srgbClr val="FF0000"/>
                </a:solidFill>
              </a:rPr>
              <a:t>ó 20 quận, </a:t>
            </a:r>
            <a:r>
              <a:rPr lang="en-US" sz="1600">
                <a:solidFill>
                  <a:srgbClr val="FF0000"/>
                </a:solidFill>
              </a:rPr>
              <a:t>qui định số lượng đại lý </a:t>
            </a:r>
            <a:r>
              <a:rPr lang="vi-VN" sz="1600">
                <a:solidFill>
                  <a:srgbClr val="FF0000"/>
                </a:solidFill>
              </a:rPr>
              <a:t>tối đa </a:t>
            </a:r>
            <a:r>
              <a:rPr lang="en-US" sz="1600">
                <a:solidFill>
                  <a:srgbClr val="FF0000"/>
                </a:solidFill>
              </a:rPr>
              <a:t>trong quận – hiện tại là </a:t>
            </a:r>
            <a:r>
              <a:rPr lang="vi-VN" sz="1600">
                <a:solidFill>
                  <a:srgbClr val="FF0000"/>
                </a:solidFill>
              </a:rPr>
              <a:t>4</a:t>
            </a:r>
            <a:r>
              <a:rPr lang="en-US" sz="1600">
                <a:solidFill>
                  <a:srgbClr val="FF0000"/>
                </a:solidFill>
              </a:rPr>
              <a:t>)</a:t>
            </a:r>
            <a:r>
              <a:rPr lang="vi-VN" sz="1600">
                <a:solidFill>
                  <a:srgbClr val="FF0000"/>
                </a:solidFill>
              </a:rPr>
              <a:t>.</a:t>
            </a:r>
            <a:endParaRPr lang="en-US" sz="1600">
              <a:solidFill>
                <a:srgbClr val="FF0000"/>
              </a:solidFill>
            </a:endParaRPr>
          </a:p>
          <a:p>
            <a:pPr lvl="3"/>
            <a:r>
              <a:rPr lang="vi-VN" sz="1600"/>
              <a:t>Ngày tiếp nhận.</a:t>
            </a:r>
            <a:endParaRPr lang="en-US" sz="1600"/>
          </a:p>
          <a:p>
            <a:pPr lvl="3"/>
            <a:endParaRPr lang="en-US" sz="1600"/>
          </a:p>
          <a:p>
            <a:pPr marL="971550" lvl="1" indent="-514350">
              <a:buFont typeface="+mj-lt"/>
              <a:buAutoNum type="arabicPeriod" startAt="2"/>
            </a:pPr>
            <a:r>
              <a:rPr lang="vi-VN" sz="1600">
                <a:solidFill>
                  <a:schemeClr val="tx1"/>
                </a:solidFill>
                <a:highlight>
                  <a:srgbClr val="00FFFF"/>
                </a:highlight>
              </a:rPr>
              <a:t>Điều kiện kiểm tra:</a:t>
            </a:r>
            <a:endParaRPr lang="en-US" sz="1600">
              <a:solidFill>
                <a:schemeClr val="tx1"/>
              </a:solidFill>
              <a:highlight>
                <a:srgbClr val="00FFFF"/>
              </a:highlight>
            </a:endParaRPr>
          </a:p>
          <a:p>
            <a:pPr marL="1371600" lvl="2" indent="-514350"/>
            <a:r>
              <a:rPr lang="vi-VN" sz="1600"/>
              <a:t>Kiểm tra </a:t>
            </a:r>
            <a:r>
              <a:rPr lang="vi-VN" sz="1600">
                <a:solidFill>
                  <a:schemeClr val="tx1"/>
                </a:solidFill>
                <a:highlight>
                  <a:srgbClr val="00FF00"/>
                </a:highlight>
              </a:rPr>
              <a:t>Loại đại lý</a:t>
            </a:r>
            <a:r>
              <a:rPr lang="vi-VN" sz="1600"/>
              <a:t>: Phải thuộc </a:t>
            </a:r>
            <a:r>
              <a:rPr lang="en-US" sz="1600"/>
              <a:t>Danh sách loại đại lý.</a:t>
            </a:r>
          </a:p>
          <a:p>
            <a:pPr marL="1371600" lvl="2" indent="-514350"/>
            <a:r>
              <a:rPr lang="vi-VN" sz="1600">
                <a:solidFill>
                  <a:srgbClr val="FF0000"/>
                </a:solidFill>
              </a:rPr>
              <a:t>Kiểm tra </a:t>
            </a:r>
            <a:r>
              <a:rPr lang="en-US" sz="1600">
                <a:solidFill>
                  <a:schemeClr val="tx1"/>
                </a:solidFill>
                <a:highlight>
                  <a:srgbClr val="00FFFF"/>
                </a:highlight>
              </a:rPr>
              <a:t>Quận</a:t>
            </a:r>
            <a:r>
              <a:rPr lang="vi-VN" sz="1600"/>
              <a:t>: </a:t>
            </a:r>
            <a:r>
              <a:rPr lang="vi-VN" sz="1600">
                <a:solidFill>
                  <a:srgbClr val="FF0000"/>
                </a:solidFill>
              </a:rPr>
              <a:t>Phải thuộc </a:t>
            </a:r>
            <a:r>
              <a:rPr lang="en-US" sz="1600">
                <a:solidFill>
                  <a:srgbClr val="FF0000"/>
                </a:solidFill>
              </a:rPr>
              <a:t>Danh sách quận.</a:t>
            </a:r>
          </a:p>
          <a:p>
            <a:pPr marL="1371600" lvl="2" indent="-514350"/>
            <a:r>
              <a:rPr lang="vi-VN" sz="1600"/>
              <a:t>Kiểm tra số lượng đại lý trong </a:t>
            </a:r>
            <a:r>
              <a:rPr lang="vi-VN" sz="1600">
                <a:solidFill>
                  <a:schemeClr val="tx1"/>
                </a:solidFill>
                <a:highlight>
                  <a:srgbClr val="00FFFF"/>
                </a:highlight>
              </a:rPr>
              <a:t>Quận</a:t>
            </a:r>
            <a:r>
              <a:rPr lang="vi-VN" sz="1600"/>
              <a:t>: </a:t>
            </a:r>
            <a:r>
              <a:rPr lang="en-US" sz="1600"/>
              <a:t>thỏa qui định số lượng đại lý </a:t>
            </a:r>
            <a:r>
              <a:rPr lang="vi-VN" sz="1600"/>
              <a:t>tối đa </a:t>
            </a:r>
            <a:r>
              <a:rPr lang="en-US" sz="1600"/>
              <a:t>trong quận</a:t>
            </a:r>
            <a:r>
              <a:rPr lang="vi-VN" sz="1600"/>
              <a:t>.</a:t>
            </a:r>
            <a:endParaRPr lang="vi-VN" sz="1600">
              <a:solidFill>
                <a:srgbClr val="FF0000"/>
              </a:solidFill>
            </a:endParaRPr>
          </a:p>
        </p:txBody>
      </p:sp>
    </p:spTree>
    <p:extLst>
      <p:ext uri="{BB962C8B-B14F-4D97-AF65-F5344CB8AC3E}">
        <p14:creationId xmlns:p14="http://schemas.microsoft.com/office/powerpoint/2010/main" val="171291068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B578-DBA2-089E-6FEA-351DE045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546E7-F9A1-A0CD-3FDE-90AD837A8424}"/>
              </a:ext>
            </a:extLst>
          </p:cNvPr>
          <p:cNvSpPr>
            <a:spLocks noGrp="1"/>
          </p:cNvSpPr>
          <p:nvPr>
            <p:ph type="title"/>
          </p:nvPr>
        </p:nvSpPr>
        <p:spPr/>
        <p:txBody>
          <a:bodyPr/>
          <a:lstStyle/>
          <a:p>
            <a:r>
              <a:rPr lang="en-US"/>
              <a:t>Sơ đồ luồng dữ liệu</a:t>
            </a:r>
          </a:p>
        </p:txBody>
      </p:sp>
      <p:sp>
        <p:nvSpPr>
          <p:cNvPr id="3" name="Content Placeholder 2">
            <a:extLst>
              <a:ext uri="{FF2B5EF4-FFF2-40B4-BE49-F238E27FC236}">
                <a16:creationId xmlns:a16="http://schemas.microsoft.com/office/drawing/2014/main" id="{18F2084A-1223-EE8E-0F65-EC818628E6DF}"/>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marL="971550" lvl="1" indent="-514350">
              <a:buFont typeface="+mj-lt"/>
              <a:buAutoNum type="arabicPeriod" startAt="3"/>
            </a:pPr>
            <a:r>
              <a:rPr lang="en-US" sz="1600">
                <a:solidFill>
                  <a:schemeClr val="tx1"/>
                </a:solidFill>
                <a:highlight>
                  <a:srgbClr val="00FFFF"/>
                </a:highlight>
              </a:rPr>
              <a:t>Cơ sở </a:t>
            </a:r>
            <a:r>
              <a:rPr lang="vi-VN" sz="1600">
                <a:solidFill>
                  <a:schemeClr val="tx1"/>
                </a:solidFill>
                <a:highlight>
                  <a:srgbClr val="00FFFF"/>
                </a:highlight>
              </a:rPr>
              <a:t>dữ liệu:</a:t>
            </a:r>
            <a:endParaRPr lang="en-US" sz="1600">
              <a:solidFill>
                <a:schemeClr val="tx1"/>
              </a:solidFill>
              <a:highlight>
                <a:srgbClr val="00FFFF"/>
              </a:highlight>
            </a:endParaRPr>
          </a:p>
          <a:p>
            <a:pPr marL="1371600" lvl="2" indent="-514350"/>
            <a:r>
              <a:rPr lang="vi-VN" sz="1600"/>
              <a:t>Các thông tin </a:t>
            </a:r>
            <a:r>
              <a:rPr lang="en-US" sz="1600"/>
              <a:t>đầu </a:t>
            </a:r>
            <a:r>
              <a:rPr lang="vi-VN" sz="1600"/>
              <a:t>vào </a:t>
            </a:r>
            <a:r>
              <a:rPr lang="en-US" sz="1600"/>
              <a:t>(D1) </a:t>
            </a:r>
            <a:r>
              <a:rPr lang="vi-VN" sz="1600"/>
              <a:t>sẽ được lưu trữ vào cơ sở dữ liệu đại lý.</a:t>
            </a:r>
            <a:endParaRPr lang="en-US" sz="1600"/>
          </a:p>
          <a:p>
            <a:pPr marL="1371600" lvl="2" indent="-514350"/>
            <a:r>
              <a:rPr lang="en-US" sz="1600">
                <a:solidFill>
                  <a:srgbClr val="FF0000"/>
                </a:solidFill>
              </a:rPr>
              <a:t>Danh sách loại đại lý (D2) hiện lưu trữ trong cơ sở dữ liệu loại đại lý.</a:t>
            </a:r>
          </a:p>
          <a:p>
            <a:pPr marL="1371600" lvl="2" indent="-514350"/>
            <a:r>
              <a:rPr lang="en-US" sz="1600"/>
              <a:t>Danh sách quận (D3) hiện lưu trữ trong cơ sở dữ liệu quận.</a:t>
            </a:r>
          </a:p>
          <a:p>
            <a:pPr marL="1371600" lvl="2" indent="-514350"/>
            <a:r>
              <a:rPr lang="vi-VN" sz="1600">
                <a:solidFill>
                  <a:srgbClr val="FF0000"/>
                </a:solidFill>
              </a:rPr>
              <a:t>Danh sách </a:t>
            </a:r>
            <a:r>
              <a:rPr lang="en-US" sz="1600">
                <a:solidFill>
                  <a:srgbClr val="FF0000"/>
                </a:solidFill>
              </a:rPr>
              <a:t>đại lý trong quận (D4) </a:t>
            </a:r>
            <a:r>
              <a:rPr lang="vi-VN" sz="1600">
                <a:solidFill>
                  <a:srgbClr val="FF0000"/>
                </a:solidFill>
              </a:rPr>
              <a:t>từ </a:t>
            </a:r>
            <a:r>
              <a:rPr lang="en-US" sz="1600">
                <a:solidFill>
                  <a:srgbClr val="FF0000"/>
                </a:solidFill>
              </a:rPr>
              <a:t>CSDL đại lý. Lưu ý quận thuộc D1.</a:t>
            </a:r>
          </a:p>
          <a:p>
            <a:pPr marL="1371600" lvl="2" indent="-514350"/>
            <a:r>
              <a:rPr lang="en-US" sz="1600"/>
              <a:t>Số lượng đại lý </a:t>
            </a:r>
            <a:r>
              <a:rPr lang="vi-VN" sz="1600"/>
              <a:t>tối đa </a:t>
            </a:r>
            <a:r>
              <a:rPr lang="en-US" sz="1600"/>
              <a:t>trong quận (D5) hiện lưu trữ trong cơ sở dữ liệu tham số.</a:t>
            </a:r>
          </a:p>
          <a:p>
            <a:pPr marL="1371600" lvl="2" indent="-514350"/>
            <a:endParaRPr lang="en-US" sz="1600"/>
          </a:p>
          <a:p>
            <a:pPr marL="1371600" lvl="2" indent="-514350"/>
            <a:endParaRPr lang="en-US" sz="1600"/>
          </a:p>
          <a:p>
            <a:pPr marL="1371600" lvl="2" indent="-514350"/>
            <a:endParaRPr lang="en-US" sz="1600"/>
          </a:p>
          <a:p>
            <a:pPr lvl="1"/>
            <a:endParaRPr lang="en-US" sz="1600"/>
          </a:p>
          <a:p>
            <a:endParaRPr lang="vi-VN" sz="1600">
              <a:solidFill>
                <a:srgbClr val="FF0000"/>
              </a:solidFill>
            </a:endParaRPr>
          </a:p>
        </p:txBody>
      </p:sp>
      <p:pic>
        <p:nvPicPr>
          <p:cNvPr id="5" name="Content Placeholder 13">
            <a:extLst>
              <a:ext uri="{FF2B5EF4-FFF2-40B4-BE49-F238E27FC236}">
                <a16:creationId xmlns:a16="http://schemas.microsoft.com/office/drawing/2014/main" id="{90397C5D-46CF-9A26-AC39-071462E66A28}"/>
              </a:ext>
            </a:extLst>
          </p:cNvPr>
          <p:cNvPicPr>
            <a:picLocks noGrp="1" noChangeAspect="1"/>
          </p:cNvPicPr>
          <p:nvPr>
            <p:ph sz="half" idx="1"/>
          </p:nvPr>
        </p:nvPicPr>
        <p:blipFill>
          <a:blip r:embed="rId2"/>
          <a:stretch>
            <a:fillRect/>
          </a:stretch>
        </p:blipFill>
        <p:spPr bwMode="auto">
          <a:xfrm>
            <a:off x="609600" y="3017087"/>
            <a:ext cx="4041775" cy="1692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1964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98F8-9466-2633-057D-D0A2C7BC5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0D1FE-1D5F-E0EA-0B43-912223845AA1}"/>
              </a:ext>
            </a:extLst>
          </p:cNvPr>
          <p:cNvSpPr>
            <a:spLocks noGrp="1"/>
          </p:cNvSpPr>
          <p:nvPr>
            <p:ph type="title"/>
          </p:nvPr>
        </p:nvSpPr>
        <p:spPr/>
        <p:txBody>
          <a:bodyPr/>
          <a:lstStyle/>
          <a:p>
            <a:r>
              <a:rPr lang="en-US"/>
              <a:t>Sơ đồ luồng dữ liệu</a:t>
            </a:r>
          </a:p>
        </p:txBody>
      </p:sp>
      <p:sp>
        <p:nvSpPr>
          <p:cNvPr id="3" name="Content Placeholder 2">
            <a:extLst>
              <a:ext uri="{FF2B5EF4-FFF2-40B4-BE49-F238E27FC236}">
                <a16:creationId xmlns:a16="http://schemas.microsoft.com/office/drawing/2014/main" id="{B2FC1D8A-0FEB-5A88-8521-F09411D4D249}"/>
              </a:ext>
            </a:extLst>
          </p:cNvPr>
          <p:cNvSpPr>
            <a:spLocks noGrp="1"/>
          </p:cNvSpPr>
          <p:nvPr>
            <p:ph sz="half" idx="2"/>
          </p:nvPr>
        </p:nvSpPr>
        <p:spPr/>
        <p:txBody>
          <a:bodyPr/>
          <a:lstStyle/>
          <a:p>
            <a:r>
              <a:rPr lang="vi-VN" sz="1600"/>
              <a:t>Phân tích yêu cầu</a:t>
            </a:r>
            <a:r>
              <a:rPr lang="en-US" sz="1600"/>
              <a:t> phần mềm</a:t>
            </a:r>
            <a:r>
              <a:rPr lang="vi-VN" sz="1600"/>
              <a:t>:</a:t>
            </a:r>
            <a:r>
              <a:rPr lang="en-US" sz="1600"/>
              <a:t> Tiếp nhận hồ sơ đại lý (tiếp).</a:t>
            </a:r>
          </a:p>
          <a:p>
            <a:pPr>
              <a:buFont typeface="+mj-lt"/>
              <a:buAutoNum type="arabicPeriod" startAt="4"/>
            </a:pPr>
            <a:r>
              <a:rPr lang="vi-VN" sz="1600">
                <a:solidFill>
                  <a:schemeClr val="tx1"/>
                </a:solidFill>
                <a:highlight>
                  <a:srgbClr val="00FFFF"/>
                </a:highlight>
              </a:rPr>
              <a:t>Thuật toán</a:t>
            </a:r>
          </a:p>
          <a:p>
            <a:r>
              <a:rPr lang="vi-VN" sz="1600">
                <a:solidFill>
                  <a:srgbClr val="FF0000"/>
                </a:solidFill>
              </a:rPr>
              <a:t>Bước </a:t>
            </a:r>
            <a:r>
              <a:rPr lang="en-US" sz="1600">
                <a:solidFill>
                  <a:srgbClr val="FF0000"/>
                </a:solidFill>
              </a:rPr>
              <a:t>0</a:t>
            </a:r>
            <a:r>
              <a:rPr lang="vi-VN" sz="1600">
                <a:solidFill>
                  <a:srgbClr val="FF0000"/>
                </a:solidFill>
              </a:rPr>
              <a:t>1: Nhận </a:t>
            </a:r>
            <a:r>
              <a:rPr lang="en-US" sz="1600">
                <a:solidFill>
                  <a:srgbClr val="FF0000"/>
                </a:solidFill>
              </a:rPr>
              <a:t>D1 (</a:t>
            </a:r>
            <a:r>
              <a:rPr lang="vi-VN" sz="1600">
                <a:solidFill>
                  <a:srgbClr val="FF0000"/>
                </a:solidFill>
              </a:rPr>
              <a:t>Tên, Điện thoại, Địa chỉ, Email, Loại đại lý, Quận, Ngày tiếp nhận</a:t>
            </a:r>
            <a:r>
              <a:rPr lang="en-US" sz="1600">
                <a:solidFill>
                  <a:srgbClr val="FF0000"/>
                </a:solidFill>
              </a:rPr>
              <a:t>)</a:t>
            </a:r>
            <a:r>
              <a:rPr lang="vi-VN" sz="1600">
                <a:solidFill>
                  <a:srgbClr val="FF0000"/>
                </a:solidFill>
              </a:rPr>
              <a:t> từ người dùng</a:t>
            </a:r>
          </a:p>
          <a:p>
            <a:r>
              <a:rPr lang="vi-VN" sz="1600"/>
              <a:t>Bước </a:t>
            </a:r>
            <a:r>
              <a:rPr lang="en-US" sz="1600"/>
              <a:t>02</a:t>
            </a:r>
            <a:r>
              <a:rPr lang="vi-VN" sz="1600"/>
              <a:t>: Đọc </a:t>
            </a:r>
            <a:r>
              <a:rPr lang="en-US" sz="1600"/>
              <a:t>D2 (</a:t>
            </a:r>
            <a:r>
              <a:rPr lang="vi-VN" sz="1600"/>
              <a:t>danh sách các loại </a:t>
            </a:r>
            <a:r>
              <a:rPr lang="en-US" sz="1600"/>
              <a:t>đại lý)</a:t>
            </a:r>
            <a:r>
              <a:rPr lang="vi-VN" sz="1600"/>
              <a:t> từ </a:t>
            </a:r>
            <a:r>
              <a:rPr lang="en-US" sz="1600"/>
              <a:t>CSDL loại đại lý.</a:t>
            </a:r>
          </a:p>
          <a:p>
            <a:r>
              <a:rPr lang="vi-VN" sz="1600">
                <a:solidFill>
                  <a:srgbClr val="FF0000"/>
                </a:solidFill>
              </a:rPr>
              <a:t>Bước </a:t>
            </a:r>
            <a:r>
              <a:rPr lang="en-US" sz="1600">
                <a:solidFill>
                  <a:srgbClr val="FF0000"/>
                </a:solidFill>
              </a:rPr>
              <a:t>0</a:t>
            </a:r>
            <a:r>
              <a:rPr lang="vi-VN" sz="1600">
                <a:solidFill>
                  <a:srgbClr val="FF0000"/>
                </a:solidFill>
              </a:rPr>
              <a:t>3: Đọc </a:t>
            </a:r>
            <a:r>
              <a:rPr lang="en-US" sz="1600">
                <a:solidFill>
                  <a:srgbClr val="FF0000"/>
                </a:solidFill>
              </a:rPr>
              <a:t>D3 (</a:t>
            </a:r>
            <a:r>
              <a:rPr lang="vi-VN" sz="1600">
                <a:solidFill>
                  <a:srgbClr val="FF0000"/>
                </a:solidFill>
              </a:rPr>
              <a:t>danh sách các </a:t>
            </a:r>
            <a:r>
              <a:rPr lang="en-US" sz="1600">
                <a:solidFill>
                  <a:srgbClr val="FF0000"/>
                </a:solidFill>
              </a:rPr>
              <a:t>quận) </a:t>
            </a:r>
            <a:r>
              <a:rPr lang="vi-VN" sz="1600">
                <a:solidFill>
                  <a:srgbClr val="FF0000"/>
                </a:solidFill>
              </a:rPr>
              <a:t>từ </a:t>
            </a:r>
            <a:r>
              <a:rPr lang="en-US" sz="1600">
                <a:solidFill>
                  <a:srgbClr val="FF0000"/>
                </a:solidFill>
              </a:rPr>
              <a:t>CSDL quận.</a:t>
            </a:r>
          </a:p>
          <a:p>
            <a:r>
              <a:rPr lang="vi-VN" sz="1600"/>
              <a:t>Bước </a:t>
            </a:r>
            <a:r>
              <a:rPr lang="en-US" sz="1600"/>
              <a:t>04</a:t>
            </a:r>
            <a:r>
              <a:rPr lang="vi-VN" sz="1600"/>
              <a:t>: Đọc </a:t>
            </a:r>
            <a:r>
              <a:rPr lang="en-US" sz="1600"/>
              <a:t>D4 (</a:t>
            </a:r>
            <a:r>
              <a:rPr lang="vi-VN" sz="1600"/>
              <a:t>danh sách </a:t>
            </a:r>
            <a:r>
              <a:rPr lang="en-US" sz="1600"/>
              <a:t>đại lý trong Quận – D1) </a:t>
            </a:r>
            <a:r>
              <a:rPr lang="vi-VN" sz="1600"/>
              <a:t>từ </a:t>
            </a:r>
            <a:r>
              <a:rPr lang="en-US" sz="1600"/>
              <a:t>CSDL đại lý.</a:t>
            </a:r>
          </a:p>
          <a:p>
            <a:r>
              <a:rPr lang="vi-VN" sz="1600">
                <a:solidFill>
                  <a:srgbClr val="FF0000"/>
                </a:solidFill>
              </a:rPr>
              <a:t>Bước </a:t>
            </a:r>
            <a:r>
              <a:rPr lang="en-US" sz="1600">
                <a:solidFill>
                  <a:srgbClr val="FF0000"/>
                </a:solidFill>
              </a:rPr>
              <a:t>05</a:t>
            </a:r>
            <a:r>
              <a:rPr lang="vi-VN" sz="1600">
                <a:solidFill>
                  <a:srgbClr val="FF0000"/>
                </a:solidFill>
              </a:rPr>
              <a:t>: Đọc </a:t>
            </a:r>
            <a:r>
              <a:rPr lang="en-US" sz="1600">
                <a:solidFill>
                  <a:srgbClr val="FF0000"/>
                </a:solidFill>
              </a:rPr>
              <a:t>D5 (số lượng đại lý </a:t>
            </a:r>
            <a:r>
              <a:rPr lang="vi-VN" sz="1600">
                <a:solidFill>
                  <a:srgbClr val="FF0000"/>
                </a:solidFill>
              </a:rPr>
              <a:t>tối đa </a:t>
            </a:r>
            <a:r>
              <a:rPr lang="en-US" sz="1600">
                <a:solidFill>
                  <a:srgbClr val="FF0000"/>
                </a:solidFill>
              </a:rPr>
              <a:t>trong quận) </a:t>
            </a:r>
            <a:r>
              <a:rPr lang="vi-VN" sz="1600">
                <a:solidFill>
                  <a:srgbClr val="FF0000"/>
                </a:solidFill>
              </a:rPr>
              <a:t>từ </a:t>
            </a:r>
            <a:r>
              <a:rPr lang="en-US" sz="1600">
                <a:solidFill>
                  <a:srgbClr val="FF0000"/>
                </a:solidFill>
              </a:rPr>
              <a:t>CSDL tham số.</a:t>
            </a:r>
          </a:p>
          <a:p>
            <a:r>
              <a:rPr lang="vi-VN" sz="1600"/>
              <a:t>Bước </a:t>
            </a:r>
            <a:r>
              <a:rPr lang="en-US" sz="1600"/>
              <a:t>06</a:t>
            </a:r>
            <a:r>
              <a:rPr lang="vi-VN" sz="1600"/>
              <a:t>: Kiểm tra “Loại </a:t>
            </a:r>
            <a:r>
              <a:rPr lang="en-US" sz="1600"/>
              <a:t>đại lý</a:t>
            </a:r>
            <a:r>
              <a:rPr lang="vi-VN" sz="1600"/>
              <a:t>” </a:t>
            </a:r>
            <a:r>
              <a:rPr lang="en-US" sz="1600"/>
              <a:t>(D1) </a:t>
            </a:r>
            <a:r>
              <a:rPr lang="vi-VN" sz="1600"/>
              <a:t>có thuộc </a:t>
            </a:r>
            <a:r>
              <a:rPr lang="en-US" sz="1600"/>
              <a:t>D2</a:t>
            </a:r>
            <a:r>
              <a:rPr lang="vi-VN" sz="1600"/>
              <a:t>  hay không?</a:t>
            </a:r>
          </a:p>
          <a:p>
            <a:r>
              <a:rPr lang="vi-VN" sz="1600">
                <a:solidFill>
                  <a:srgbClr val="FF0000"/>
                </a:solidFill>
              </a:rPr>
              <a:t>Bước </a:t>
            </a:r>
            <a:r>
              <a:rPr lang="en-US" sz="1600">
                <a:solidFill>
                  <a:srgbClr val="FF0000"/>
                </a:solidFill>
              </a:rPr>
              <a:t>07</a:t>
            </a:r>
            <a:r>
              <a:rPr lang="vi-VN" sz="1600">
                <a:solidFill>
                  <a:srgbClr val="FF0000"/>
                </a:solidFill>
              </a:rPr>
              <a:t>: Kiểm tra “</a:t>
            </a:r>
            <a:r>
              <a:rPr lang="en-US" sz="1600">
                <a:solidFill>
                  <a:srgbClr val="FF0000"/>
                </a:solidFill>
              </a:rPr>
              <a:t>Quận</a:t>
            </a:r>
            <a:r>
              <a:rPr lang="vi-VN" sz="1600">
                <a:solidFill>
                  <a:srgbClr val="FF0000"/>
                </a:solidFill>
              </a:rPr>
              <a:t>” </a:t>
            </a:r>
            <a:r>
              <a:rPr lang="en-US" sz="1600">
                <a:solidFill>
                  <a:srgbClr val="FF0000"/>
                </a:solidFill>
              </a:rPr>
              <a:t>(D1) </a:t>
            </a:r>
            <a:r>
              <a:rPr lang="vi-VN" sz="1600">
                <a:solidFill>
                  <a:srgbClr val="FF0000"/>
                </a:solidFill>
              </a:rPr>
              <a:t>có thuộc </a:t>
            </a:r>
            <a:r>
              <a:rPr lang="en-US" sz="1600">
                <a:solidFill>
                  <a:srgbClr val="FF0000"/>
                </a:solidFill>
              </a:rPr>
              <a:t>D3</a:t>
            </a:r>
            <a:r>
              <a:rPr lang="vi-VN" sz="1600">
                <a:solidFill>
                  <a:srgbClr val="FF0000"/>
                </a:solidFill>
              </a:rPr>
              <a:t> hay không?</a:t>
            </a:r>
          </a:p>
          <a:p>
            <a:r>
              <a:rPr lang="vi-VN" sz="1600"/>
              <a:t>Bước </a:t>
            </a:r>
            <a:r>
              <a:rPr lang="en-US" sz="1600"/>
              <a:t>08</a:t>
            </a:r>
            <a:r>
              <a:rPr lang="vi-VN" sz="1600"/>
              <a:t>: Kiểm tra</a:t>
            </a:r>
            <a:r>
              <a:rPr lang="en-US" sz="1600"/>
              <a:t> qui định </a:t>
            </a:r>
            <a:r>
              <a:rPr lang="vi-VN" sz="1600"/>
              <a:t>số lượng đại lý tối đa trong quận</a:t>
            </a:r>
            <a:r>
              <a:rPr lang="en-US" sz="1600"/>
              <a:t> dựa vào D4 và D5.</a:t>
            </a:r>
            <a:endParaRPr lang="vi-VN" sz="1600"/>
          </a:p>
          <a:p>
            <a:r>
              <a:rPr lang="vi-VN" sz="1600">
                <a:solidFill>
                  <a:srgbClr val="FF0000"/>
                </a:solidFill>
              </a:rPr>
              <a:t>Bước </a:t>
            </a:r>
            <a:r>
              <a:rPr lang="en-US" sz="1600">
                <a:solidFill>
                  <a:srgbClr val="FF0000"/>
                </a:solidFill>
              </a:rPr>
              <a:t>09</a:t>
            </a:r>
            <a:r>
              <a:rPr lang="vi-VN" sz="1600">
                <a:solidFill>
                  <a:srgbClr val="FF0000"/>
                </a:solidFill>
              </a:rPr>
              <a:t>: Nếu không thỏa tất cả các </a:t>
            </a:r>
            <a:r>
              <a:rPr lang="en-US" sz="1600">
                <a:solidFill>
                  <a:srgbClr val="FF0000"/>
                </a:solidFill>
              </a:rPr>
              <a:t>điều kiện </a:t>
            </a:r>
            <a:r>
              <a:rPr lang="vi-VN" sz="1600">
                <a:solidFill>
                  <a:srgbClr val="FF0000"/>
                </a:solidFill>
              </a:rPr>
              <a:t>trên thì tới bước 1</a:t>
            </a:r>
            <a:r>
              <a:rPr lang="en-US" sz="1600">
                <a:solidFill>
                  <a:srgbClr val="FF0000"/>
                </a:solidFill>
              </a:rPr>
              <a:t>1.</a:t>
            </a:r>
            <a:endParaRPr lang="vi-VN" sz="1600">
              <a:solidFill>
                <a:srgbClr val="FF0000"/>
              </a:solidFill>
            </a:endParaRPr>
          </a:p>
          <a:p>
            <a:r>
              <a:rPr lang="vi-VN" sz="1600"/>
              <a:t>Bước 10: Lưu </a:t>
            </a:r>
            <a:r>
              <a:rPr lang="en-US" sz="1600"/>
              <a:t>D6</a:t>
            </a:r>
            <a:r>
              <a:rPr lang="en-US" sz="1600">
                <a:sym typeface="Symbol" panose="05050102010706020507" pitchFamily="18" charset="2"/>
              </a:rPr>
              <a:t></a:t>
            </a:r>
            <a:r>
              <a:rPr lang="vi-VN" sz="1600"/>
              <a:t>D</a:t>
            </a:r>
            <a:r>
              <a:rPr lang="en-US" sz="1600"/>
              <a:t>1</a:t>
            </a:r>
            <a:r>
              <a:rPr lang="vi-VN" sz="1600"/>
              <a:t> xuống </a:t>
            </a:r>
            <a:r>
              <a:rPr lang="en-US" sz="1600"/>
              <a:t>CSDL đại lý.</a:t>
            </a:r>
            <a:endParaRPr lang="vi-VN" sz="1600"/>
          </a:p>
          <a:p>
            <a:r>
              <a:rPr lang="vi-VN" sz="1600">
                <a:solidFill>
                  <a:srgbClr val="FF0000"/>
                </a:solidFill>
              </a:rPr>
              <a:t>Bước 1</a:t>
            </a:r>
            <a:r>
              <a:rPr lang="en-US" sz="1600">
                <a:solidFill>
                  <a:srgbClr val="FF0000"/>
                </a:solidFill>
              </a:rPr>
              <a:t>1</a:t>
            </a:r>
            <a:r>
              <a:rPr lang="vi-VN" sz="1600">
                <a:solidFill>
                  <a:srgbClr val="FF0000"/>
                </a:solidFill>
              </a:rPr>
              <a:t> : Kết thúc.</a:t>
            </a:r>
          </a:p>
        </p:txBody>
      </p:sp>
      <p:pic>
        <p:nvPicPr>
          <p:cNvPr id="7" name="Content Placeholder 6">
            <a:extLst>
              <a:ext uri="{FF2B5EF4-FFF2-40B4-BE49-F238E27FC236}">
                <a16:creationId xmlns:a16="http://schemas.microsoft.com/office/drawing/2014/main" id="{F30C2F32-36A7-0F92-7F27-056C7CBF5CD8}"/>
              </a:ext>
            </a:extLst>
          </p:cNvPr>
          <p:cNvPicPr>
            <a:picLocks noGrp="1" noChangeAspect="1"/>
          </p:cNvPicPr>
          <p:nvPr>
            <p:ph sz="half" idx="1"/>
          </p:nvPr>
        </p:nvPicPr>
        <p:blipFill>
          <a:blip r:embed="rId2"/>
          <a:stretch>
            <a:fillRect/>
          </a:stretch>
        </p:blipFill>
        <p:spPr>
          <a:xfrm>
            <a:off x="623831" y="1600200"/>
            <a:ext cx="4013313" cy="4525963"/>
          </a:xfrm>
        </p:spPr>
      </p:pic>
    </p:spTree>
    <p:extLst>
      <p:ext uri="{BB962C8B-B14F-4D97-AF65-F5344CB8AC3E}">
        <p14:creationId xmlns:p14="http://schemas.microsoft.com/office/powerpoint/2010/main" val="20804711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90A34-1BE4-8167-5F60-35DBF637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3DAF1-2C64-CF14-5F81-B98ED4195093}"/>
              </a:ext>
            </a:extLst>
          </p:cNvPr>
          <p:cNvSpPr>
            <a:spLocks noGrp="1"/>
          </p:cNvSpPr>
          <p:nvPr>
            <p:ph type="title"/>
          </p:nvPr>
        </p:nvSpPr>
        <p:spPr/>
        <p:txBody>
          <a:bodyPr/>
          <a:lstStyle/>
          <a:p>
            <a:r>
              <a:rPr lang="en-US"/>
              <a:t>Bài tập thiết kế dữ liệu</a:t>
            </a:r>
          </a:p>
        </p:txBody>
      </p:sp>
      <p:sp>
        <p:nvSpPr>
          <p:cNvPr id="3" name="Content Placeholder 2">
            <a:extLst>
              <a:ext uri="{FF2B5EF4-FFF2-40B4-BE49-F238E27FC236}">
                <a16:creationId xmlns:a16="http://schemas.microsoft.com/office/drawing/2014/main" id="{47E8EB5A-9A56-2ABF-BAAE-44B06D763D8D}"/>
              </a:ext>
            </a:extLst>
          </p:cNvPr>
          <p:cNvSpPr>
            <a:spLocks noGrp="1"/>
          </p:cNvSpPr>
          <p:nvPr>
            <p:ph sz="half" idx="1"/>
          </p:nvPr>
        </p:nvSpPr>
        <p:spPr/>
        <p:txBody>
          <a:bodyPr/>
          <a:lstStyle/>
          <a:p>
            <a:r>
              <a:rPr lang="en-US"/>
              <a:t>Bước 01: Xét yêu cầu phần mềm “Tiếp nhận hồ sơ đại lý” trong đề tài quản lý đại lý </a:t>
            </a:r>
            <a:r>
              <a:rPr lang="en-US">
                <a:solidFill>
                  <a:schemeClr val="tx1"/>
                </a:solidFill>
                <a:highlight>
                  <a:srgbClr val="00FFFF"/>
                </a:highlight>
              </a:rPr>
              <a:t>(tiếp theo)</a:t>
            </a:r>
            <a:r>
              <a:rPr lang="en-US"/>
              <a:t>.</a:t>
            </a:r>
          </a:p>
          <a:p>
            <a:pPr lvl="1"/>
            <a:r>
              <a:rPr lang="en-US">
                <a:solidFill>
                  <a:srgbClr val="FF0000"/>
                </a:solidFill>
              </a:rPr>
              <a:t>Sơ đồ luồng dữ liệu.</a:t>
            </a:r>
          </a:p>
          <a:p>
            <a:pPr lvl="1"/>
            <a:r>
              <a:rPr lang="en-US"/>
              <a:t>Các thuộc tính mới.</a:t>
            </a:r>
          </a:p>
          <a:p>
            <a:pPr lvl="2"/>
            <a:r>
              <a:rPr lang="en-US">
                <a:solidFill>
                  <a:srgbClr val="FF0000"/>
                </a:solidFill>
              </a:rPr>
              <a:t>Tên đại lý (TenDaiLy).</a:t>
            </a:r>
          </a:p>
          <a:p>
            <a:pPr lvl="2"/>
            <a:r>
              <a:rPr lang="en-US"/>
              <a:t>Điện thoại (DienThoai).</a:t>
            </a:r>
          </a:p>
          <a:p>
            <a:pPr lvl="2"/>
            <a:r>
              <a:rPr lang="en-US">
                <a:solidFill>
                  <a:srgbClr val="FF0000"/>
                </a:solidFill>
              </a:rPr>
              <a:t>Địa chỉ (DiaChi).</a:t>
            </a:r>
          </a:p>
        </p:txBody>
      </p:sp>
      <p:sp>
        <p:nvSpPr>
          <p:cNvPr id="4" name="Content Placeholder 3">
            <a:extLst>
              <a:ext uri="{FF2B5EF4-FFF2-40B4-BE49-F238E27FC236}">
                <a16:creationId xmlns:a16="http://schemas.microsoft.com/office/drawing/2014/main" id="{A983C57D-2F66-EEE0-DB97-9EDFB0E3CC68}"/>
              </a:ext>
            </a:extLst>
          </p:cNvPr>
          <p:cNvSpPr>
            <a:spLocks noGrp="1"/>
          </p:cNvSpPr>
          <p:nvPr>
            <p:ph sz="half" idx="2"/>
          </p:nvPr>
        </p:nvSpPr>
        <p:spPr/>
        <p:txBody>
          <a:bodyPr/>
          <a:lstStyle/>
          <a:p>
            <a:pPr lvl="2"/>
            <a:r>
              <a:rPr lang="en-US"/>
              <a:t>E-Mail (EMail).</a:t>
            </a:r>
          </a:p>
          <a:p>
            <a:pPr lvl="2"/>
            <a:r>
              <a:rPr lang="en-US">
                <a:solidFill>
                  <a:srgbClr val="FF0000"/>
                </a:solidFill>
              </a:rPr>
              <a:t>Tên loại đại lý (TenLoaiDaiLy).</a:t>
            </a:r>
          </a:p>
          <a:p>
            <a:pPr lvl="2"/>
            <a:r>
              <a:rPr lang="en-US"/>
              <a:t>Tên quận (TenQuan).</a:t>
            </a:r>
          </a:p>
          <a:p>
            <a:pPr lvl="2"/>
            <a:r>
              <a:rPr lang="en-US">
                <a:solidFill>
                  <a:srgbClr val="FF0000"/>
                </a:solidFill>
              </a:rPr>
              <a:t>Ngày tiếp nhận (NgayTiepNhan).</a:t>
            </a:r>
          </a:p>
          <a:p>
            <a:pPr lvl="2"/>
            <a:r>
              <a:rPr lang="vi-VN"/>
              <a:t>Qui định số lượng đại lý tối đa trong quận</a:t>
            </a:r>
            <a:r>
              <a:rPr lang="en-US"/>
              <a:t> (SoLuongDaiLyToiDa).</a:t>
            </a:r>
          </a:p>
        </p:txBody>
      </p:sp>
    </p:spTree>
    <p:extLst>
      <p:ext uri="{BB962C8B-B14F-4D97-AF65-F5344CB8AC3E}">
        <p14:creationId xmlns:p14="http://schemas.microsoft.com/office/powerpoint/2010/main" val="335373059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F9EF72-131A-47E5-F67D-77C68FEB1168}"/>
              </a:ext>
            </a:extLst>
          </p:cNvPr>
          <p:cNvSpPr>
            <a:spLocks noGrp="1"/>
          </p:cNvSpPr>
          <p:nvPr>
            <p:ph type="title"/>
          </p:nvPr>
        </p:nvSpPr>
        <p:spPr/>
        <p:txBody>
          <a:bodyPr/>
          <a:lstStyle/>
          <a:p>
            <a:r>
              <a:rPr lang="en-US"/>
              <a:t>Bài tập thiết kế dữ liệu</a:t>
            </a:r>
          </a:p>
        </p:txBody>
      </p:sp>
      <p:pic>
        <p:nvPicPr>
          <p:cNvPr id="11" name="Content Placeholder 10">
            <a:extLst>
              <a:ext uri="{FF2B5EF4-FFF2-40B4-BE49-F238E27FC236}">
                <a16:creationId xmlns:a16="http://schemas.microsoft.com/office/drawing/2014/main" id="{828EF32D-8814-921F-F2AA-C289A1225D21}"/>
              </a:ext>
            </a:extLst>
          </p:cNvPr>
          <p:cNvPicPr>
            <a:picLocks noGrp="1" noChangeAspect="1"/>
          </p:cNvPicPr>
          <p:nvPr>
            <p:ph idx="1"/>
          </p:nvPr>
        </p:nvPicPr>
        <p:blipFill>
          <a:blip r:embed="rId2"/>
          <a:stretch>
            <a:fillRect/>
          </a:stretch>
        </p:blipFill>
        <p:spPr>
          <a:xfrm>
            <a:off x="2296613" y="1600200"/>
            <a:ext cx="7598774" cy="4525963"/>
          </a:xfrm>
        </p:spPr>
      </p:pic>
    </p:spTree>
    <p:extLst>
      <p:ext uri="{BB962C8B-B14F-4D97-AF65-F5344CB8AC3E}">
        <p14:creationId xmlns:p14="http://schemas.microsoft.com/office/powerpoint/2010/main" val="196632045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88CD5-AFCE-1CFF-7EEC-25BCE3680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CD763-F1D9-1F37-DE79-1F2EDAFE9DBF}"/>
              </a:ext>
            </a:extLst>
          </p:cNvPr>
          <p:cNvSpPr>
            <a:spLocks noGrp="1"/>
          </p:cNvSpPr>
          <p:nvPr>
            <p:ph type="title"/>
          </p:nvPr>
        </p:nvSpPr>
        <p:spPr/>
        <p:txBody>
          <a:bodyPr/>
          <a:lstStyle/>
          <a:p>
            <a:r>
              <a:rPr lang="en-US"/>
              <a:t>Bài tập thiết kế dữ liệu</a:t>
            </a:r>
          </a:p>
        </p:txBody>
      </p:sp>
      <p:sp>
        <p:nvSpPr>
          <p:cNvPr id="3" name="Content Placeholder 2">
            <a:extLst>
              <a:ext uri="{FF2B5EF4-FFF2-40B4-BE49-F238E27FC236}">
                <a16:creationId xmlns:a16="http://schemas.microsoft.com/office/drawing/2014/main" id="{8070DB00-82A3-6A29-DA19-292D344D7F83}"/>
              </a:ext>
            </a:extLst>
          </p:cNvPr>
          <p:cNvSpPr>
            <a:spLocks noGrp="1"/>
          </p:cNvSpPr>
          <p:nvPr>
            <p:ph sz="half" idx="1"/>
          </p:nvPr>
        </p:nvSpPr>
        <p:spPr/>
        <p:txBody>
          <a:bodyPr/>
          <a:lstStyle/>
          <a:p>
            <a:r>
              <a:rPr lang="en-US"/>
              <a:t>Bước 01: Xét yêu cầu phần mềm “Tiếp nhận hồ sơ đại lý” trong đề tài quản lý đại lý </a:t>
            </a:r>
            <a:r>
              <a:rPr lang="en-US">
                <a:solidFill>
                  <a:schemeClr val="tx1"/>
                </a:solidFill>
                <a:highlight>
                  <a:srgbClr val="00FFFF"/>
                </a:highlight>
              </a:rPr>
              <a:t>(tiếp theo)</a:t>
            </a:r>
            <a:r>
              <a:rPr lang="en-US"/>
              <a:t>.</a:t>
            </a:r>
          </a:p>
          <a:p>
            <a:pPr lvl="1"/>
            <a:r>
              <a:rPr lang="en-US">
                <a:solidFill>
                  <a:srgbClr val="FF0000"/>
                </a:solidFill>
              </a:rPr>
              <a:t>Sơ đồ luồng dữ liệu.</a:t>
            </a:r>
          </a:p>
          <a:p>
            <a:pPr lvl="1"/>
            <a:r>
              <a:rPr lang="en-US"/>
              <a:t>Các thuộc tính mới.</a:t>
            </a:r>
          </a:p>
          <a:p>
            <a:pPr lvl="1"/>
            <a:r>
              <a:rPr lang="en-US">
                <a:solidFill>
                  <a:srgbClr val="FF0000"/>
                </a:solidFill>
              </a:rPr>
              <a:t>Các thuộc tính trừu tượng.</a:t>
            </a:r>
          </a:p>
        </p:txBody>
      </p:sp>
      <p:sp>
        <p:nvSpPr>
          <p:cNvPr id="4" name="Content Placeholder 3">
            <a:extLst>
              <a:ext uri="{FF2B5EF4-FFF2-40B4-BE49-F238E27FC236}">
                <a16:creationId xmlns:a16="http://schemas.microsoft.com/office/drawing/2014/main" id="{1AC4C1FE-18AA-5683-A742-EA7F776030F5}"/>
              </a:ext>
            </a:extLst>
          </p:cNvPr>
          <p:cNvSpPr>
            <a:spLocks noGrp="1"/>
          </p:cNvSpPr>
          <p:nvPr>
            <p:ph sz="half" idx="2"/>
          </p:nvPr>
        </p:nvSpPr>
        <p:spPr/>
        <p:txBody>
          <a:bodyPr/>
          <a:lstStyle/>
          <a:p>
            <a:pPr lvl="2"/>
            <a:r>
              <a:rPr lang="en-US"/>
              <a:t>MaDaiLy (Mã đại lý).</a:t>
            </a:r>
          </a:p>
          <a:p>
            <a:pPr lvl="2"/>
            <a:r>
              <a:rPr lang="en-US">
                <a:solidFill>
                  <a:srgbClr val="FF0000"/>
                </a:solidFill>
              </a:rPr>
              <a:t>MaLoaiDaiLy (Mã loại đại lý).</a:t>
            </a:r>
          </a:p>
          <a:p>
            <a:pPr lvl="2"/>
            <a:r>
              <a:rPr lang="en-US"/>
              <a:t>MaQuan (Mã quận).</a:t>
            </a:r>
          </a:p>
        </p:txBody>
      </p:sp>
    </p:spTree>
    <p:extLst>
      <p:ext uri="{BB962C8B-B14F-4D97-AF65-F5344CB8AC3E}">
        <p14:creationId xmlns:p14="http://schemas.microsoft.com/office/powerpoint/2010/main" val="395947539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76336-8F84-163C-7FE8-84B081A41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CFE40-0F5B-FE07-1AAB-E193D10648C7}"/>
              </a:ext>
            </a:extLst>
          </p:cNvPr>
          <p:cNvSpPr>
            <a:spLocks noGrp="1"/>
          </p:cNvSpPr>
          <p:nvPr>
            <p:ph type="title"/>
          </p:nvPr>
        </p:nvSpPr>
        <p:spPr/>
        <p:txBody>
          <a:bodyPr/>
          <a:lstStyle/>
          <a:p>
            <a:r>
              <a:rPr lang="en-US"/>
              <a:t>Bài tập thiết kế dữ liệu</a:t>
            </a:r>
          </a:p>
        </p:txBody>
      </p:sp>
      <p:sp>
        <p:nvSpPr>
          <p:cNvPr id="3" name="Content Placeholder 2">
            <a:extLst>
              <a:ext uri="{FF2B5EF4-FFF2-40B4-BE49-F238E27FC236}">
                <a16:creationId xmlns:a16="http://schemas.microsoft.com/office/drawing/2014/main" id="{24452C13-1B69-EE63-7BA3-85F19B9FE13E}"/>
              </a:ext>
            </a:extLst>
          </p:cNvPr>
          <p:cNvSpPr>
            <a:spLocks noGrp="1"/>
          </p:cNvSpPr>
          <p:nvPr>
            <p:ph sz="half" idx="1"/>
          </p:nvPr>
        </p:nvSpPr>
        <p:spPr/>
        <p:txBody>
          <a:bodyPr/>
          <a:lstStyle/>
          <a:p>
            <a:r>
              <a:rPr lang="en-US"/>
              <a:t>Bước 01: Xét yêu cầu phần mềm “Tiếp nhận hồ sơ đại lý” trong đề tài quản lý đại lý </a:t>
            </a:r>
            <a:r>
              <a:rPr lang="en-US">
                <a:solidFill>
                  <a:schemeClr val="tx1"/>
                </a:solidFill>
                <a:highlight>
                  <a:srgbClr val="00FFFF"/>
                </a:highlight>
              </a:rPr>
              <a:t>(tiếp theo)</a:t>
            </a:r>
            <a:r>
              <a:rPr lang="en-US"/>
              <a:t>.</a:t>
            </a:r>
          </a:p>
          <a:p>
            <a:pPr lvl="1"/>
            <a:r>
              <a:rPr lang="en-US">
                <a:solidFill>
                  <a:srgbClr val="FF0000"/>
                </a:solidFill>
              </a:rPr>
              <a:t>Sơ đồ luồng dữ liệu.</a:t>
            </a:r>
          </a:p>
          <a:p>
            <a:pPr lvl="1"/>
            <a:r>
              <a:rPr lang="en-US"/>
              <a:t>Các thuộc tính mới.</a:t>
            </a:r>
          </a:p>
          <a:p>
            <a:pPr lvl="1"/>
            <a:r>
              <a:rPr lang="en-US">
                <a:solidFill>
                  <a:srgbClr val="FF0000"/>
                </a:solidFill>
              </a:rPr>
              <a:t>Các thuộc tính trừu tượng.</a:t>
            </a:r>
          </a:p>
          <a:p>
            <a:pPr lvl="1"/>
            <a:r>
              <a:rPr lang="en-US"/>
              <a:t>Sơ đồ logic.</a:t>
            </a:r>
          </a:p>
        </p:txBody>
      </p:sp>
      <p:pic>
        <p:nvPicPr>
          <p:cNvPr id="6" name="Content Placeholder 5">
            <a:extLst>
              <a:ext uri="{FF2B5EF4-FFF2-40B4-BE49-F238E27FC236}">
                <a16:creationId xmlns:a16="http://schemas.microsoft.com/office/drawing/2014/main" id="{09DA7B3C-C75F-7720-6711-BFC6CBE87F7D}"/>
              </a:ext>
            </a:extLst>
          </p:cNvPr>
          <p:cNvPicPr>
            <a:picLocks noGrp="1" noChangeAspect="1"/>
          </p:cNvPicPr>
          <p:nvPr>
            <p:ph sz="half" idx="2"/>
          </p:nvPr>
        </p:nvPicPr>
        <p:blipFill>
          <a:blip r:embed="rId2"/>
          <a:stretch>
            <a:fillRect/>
          </a:stretch>
        </p:blipFill>
        <p:spPr>
          <a:xfrm>
            <a:off x="6197600" y="3000003"/>
            <a:ext cx="5384800" cy="1726356"/>
          </a:xfrm>
        </p:spPr>
      </p:pic>
    </p:spTree>
    <p:extLst>
      <p:ext uri="{BB962C8B-B14F-4D97-AF65-F5344CB8AC3E}">
        <p14:creationId xmlns:p14="http://schemas.microsoft.com/office/powerpoint/2010/main" val="129869173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TS. Nguyễn Tấn Trần Minh Khang</a:t>
            </a:r>
          </a:p>
        </p:txBody>
      </p:sp>
    </p:spTree>
    <p:extLst>
      <p:ext uri="{BB962C8B-B14F-4D97-AF65-F5344CB8AC3E}">
        <p14:creationId xmlns:p14="http://schemas.microsoft.com/office/powerpoint/2010/main" val="2729217778"/>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4116</TotalTime>
  <Words>2211</Words>
  <Application>Microsoft Office PowerPoint</Application>
  <PresentationFormat>Widescreen</PresentationFormat>
  <Paragraphs>226</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Consolas</vt:lpstr>
      <vt:lpstr>Courier New</vt:lpstr>
      <vt:lpstr>Symbol</vt:lpstr>
      <vt:lpstr>Default Design</vt:lpstr>
      <vt:lpstr>THIẾT KẾ DỮ LIỆU</vt:lpstr>
      <vt:lpstr>Content</vt:lpstr>
      <vt:lpstr>Content</vt:lpstr>
      <vt:lpstr>Thiết kế dữ liệu</vt:lpstr>
      <vt:lpstr>Thiết kế dữ liệu</vt:lpstr>
      <vt:lpstr>Thiết kế dữ liệu</vt:lpstr>
      <vt:lpstr>Mục tiêu Thiết kế dữ liệu</vt:lpstr>
      <vt:lpstr>Mục tiêu Thiết kế dữ liệu</vt:lpstr>
      <vt:lpstr>Mục tiêu Thiết kế dữ liệu</vt:lpstr>
      <vt:lpstr>Mục tiêu Thiết kế dữ liệu</vt:lpstr>
      <vt:lpstr>Mục tiêu Thiết kế dữ liệu</vt:lpstr>
      <vt:lpstr>Mục tiêu Thiết kế dữ liệu</vt:lpstr>
      <vt:lpstr>Mục tiêu Thiết kế dữ liệu</vt:lpstr>
      <vt:lpstr>Mục tiêu Thiết kế dữ liệu</vt:lpstr>
      <vt:lpstr>Mục tiêu Thiết kế dữ liệu</vt:lpstr>
      <vt:lpstr>Content</vt:lpstr>
      <vt:lpstr>Kết quả Thiết kế dữ liệu</vt:lpstr>
      <vt:lpstr>Content</vt:lpstr>
      <vt:lpstr>Sơ đồ logic</vt:lpstr>
      <vt:lpstr>Sơ đồ logic</vt:lpstr>
      <vt:lpstr>Content</vt:lpstr>
      <vt:lpstr>Thuật giải thiết kế dữ liệu</vt:lpstr>
      <vt:lpstr>Content</vt:lpstr>
      <vt:lpstr> Lưu ý quan trọng</vt:lpstr>
      <vt:lpstr>Content</vt:lpstr>
      <vt:lpstr>Bài tập thiết kế dữ liệu</vt:lpstr>
      <vt:lpstr>Bài tập thiết kế dữ liệu</vt:lpstr>
      <vt:lpstr>Sơ đồ luồng dữ liệu</vt:lpstr>
      <vt:lpstr>Sơ đồ luồng dữ liệu</vt:lpstr>
      <vt:lpstr>Sơ đồ luồng dữ liệu</vt:lpstr>
      <vt:lpstr>Bài tập thiết kế dữ liệu</vt:lpstr>
      <vt:lpstr>Bài tập thiết kế dữ liệu</vt:lpstr>
      <vt:lpstr>Bài tập thiết kế dữ liệu</vt:lpstr>
      <vt:lpstr>Bài tập thiết kế dữ liệu</vt:lpstr>
      <vt:lpstr>Chúc các bạn học tốt TRƯỜNG ĐẠI HỌC CÔNG NGHỆ THÔNG TIN TP.HCM  Nhóm UIT-Together TS.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Khang Nguyen</cp:lastModifiedBy>
  <cp:revision>805</cp:revision>
  <cp:lastPrinted>2013-08-30T01:32:34Z</cp:lastPrinted>
  <dcterms:created xsi:type="dcterms:W3CDTF">2008-06-14T04:13:27Z</dcterms:created>
  <dcterms:modified xsi:type="dcterms:W3CDTF">2025-02-25T11:21:54Z</dcterms:modified>
</cp:coreProperties>
</file>